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7"/>
  </p:notesMasterIdLst>
  <p:sldIdLst>
    <p:sldId id="256" r:id="rId2"/>
    <p:sldId id="353" r:id="rId3"/>
    <p:sldId id="259" r:id="rId4"/>
    <p:sldId id="345" r:id="rId5"/>
    <p:sldId id="346" r:id="rId6"/>
    <p:sldId id="347" r:id="rId7"/>
    <p:sldId id="348" r:id="rId8"/>
    <p:sldId id="349" r:id="rId9"/>
    <p:sldId id="350" r:id="rId10"/>
    <p:sldId id="260" r:id="rId11"/>
    <p:sldId id="261" r:id="rId12"/>
    <p:sldId id="263" r:id="rId13"/>
    <p:sldId id="264" r:id="rId14"/>
    <p:sldId id="265" r:id="rId15"/>
    <p:sldId id="339" r:id="rId16"/>
    <p:sldId id="276" r:id="rId17"/>
    <p:sldId id="272" r:id="rId18"/>
    <p:sldId id="273" r:id="rId19"/>
    <p:sldId id="340" r:id="rId20"/>
    <p:sldId id="277" r:id="rId21"/>
    <p:sldId id="281" r:id="rId22"/>
    <p:sldId id="282" r:id="rId23"/>
    <p:sldId id="283" r:id="rId24"/>
    <p:sldId id="286" r:id="rId25"/>
    <p:sldId id="288" r:id="rId26"/>
    <p:sldId id="289" r:id="rId27"/>
    <p:sldId id="290" r:id="rId28"/>
    <p:sldId id="287" r:id="rId29"/>
    <p:sldId id="342" r:id="rId30"/>
    <p:sldId id="307" r:id="rId31"/>
    <p:sldId id="309" r:id="rId32"/>
    <p:sldId id="310" r:id="rId33"/>
    <p:sldId id="313" r:id="rId34"/>
    <p:sldId id="314" r:id="rId35"/>
    <p:sldId id="316" r:id="rId36"/>
    <p:sldId id="318" r:id="rId37"/>
    <p:sldId id="319" r:id="rId38"/>
    <p:sldId id="320" r:id="rId39"/>
    <p:sldId id="322" r:id="rId40"/>
    <p:sldId id="323" r:id="rId41"/>
    <p:sldId id="327" r:id="rId42"/>
    <p:sldId id="329" r:id="rId43"/>
    <p:sldId id="326" r:id="rId44"/>
    <p:sldId id="351" r:id="rId45"/>
    <p:sldId id="352" r:id="rId46"/>
    <p:sldId id="343" r:id="rId47"/>
    <p:sldId id="280" r:id="rId48"/>
    <p:sldId id="330" r:id="rId49"/>
    <p:sldId id="331" r:id="rId50"/>
    <p:sldId id="332" r:id="rId51"/>
    <p:sldId id="333" r:id="rId52"/>
    <p:sldId id="334" r:id="rId53"/>
    <p:sldId id="335" r:id="rId54"/>
    <p:sldId id="336" r:id="rId55"/>
    <p:sldId id="337" r:id="rId56"/>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1382" autoAdjust="0"/>
  </p:normalViewPr>
  <p:slideViewPr>
    <p:cSldViewPr>
      <p:cViewPr varScale="1">
        <p:scale>
          <a:sx n="92" d="100"/>
          <a:sy n="92" d="100"/>
        </p:scale>
        <p:origin x="-2184" y="-102"/>
      </p:cViewPr>
      <p:guideLst>
        <p:guide orient="horz" pos="2160"/>
        <p:guide pos="2880"/>
      </p:guideLst>
    </p:cSldViewPr>
  </p:slideViewPr>
  <p:outlineViewPr>
    <p:cViewPr>
      <p:scale>
        <a:sx n="33" d="100"/>
        <a:sy n="33" d="100"/>
      </p:scale>
      <p:origin x="67" y="1157"/>
    </p:cViewPr>
  </p:outlineViewPr>
  <p:notesTextViewPr>
    <p:cViewPr>
      <p:scale>
        <a:sx n="200" d="100"/>
        <a:sy n="2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宋体"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ea typeface="宋体" charset="-122"/>
              </a:defRPr>
            </a:lvl1pPr>
          </a:lstStyle>
          <a:p>
            <a:pPr>
              <a:defRPr/>
            </a:pPr>
            <a:fld id="{224A921F-8ABF-46BA-B64C-7002695D1B67}" type="datetimeFigureOut">
              <a:rPr lang="zh-CN" altLang="en-US"/>
              <a:pPr>
                <a:defRPr/>
              </a:pPr>
              <a:t>2016/9/25</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smtClean="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ea typeface="宋体"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ea typeface="宋体" charset="-122"/>
              </a:defRPr>
            </a:lvl1pPr>
          </a:lstStyle>
          <a:p>
            <a:pPr>
              <a:defRPr/>
            </a:pPr>
            <a:fld id="{CE4DAB1B-DA6B-4B34-A01E-64D9D22ED117}" type="slidenum">
              <a:rPr lang="zh-CN" altLang="en-US"/>
              <a:pPr>
                <a:defRPr/>
              </a:pPr>
              <a:t>‹#›</a:t>
            </a:fld>
            <a:endParaRPr lang="zh-CN" altLang="en-US"/>
          </a:p>
        </p:txBody>
      </p:sp>
    </p:spTree>
    <p:extLst>
      <p:ext uri="{BB962C8B-B14F-4D97-AF65-F5344CB8AC3E}">
        <p14:creationId xmlns:p14="http://schemas.microsoft.com/office/powerpoint/2010/main" val="231523948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smtClean="0"/>
              <a:t> </a:t>
            </a:r>
            <a:endParaRPr lang="zh-CN" altLang="en-US" dirty="0" smtClean="0"/>
          </a:p>
        </p:txBody>
      </p:sp>
      <p:sp>
        <p:nvSpPr>
          <p:cNvPr id="7680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ea typeface="宋体" pitchFamily="2" charset="-122"/>
              </a:defRPr>
            </a:lvl1pPr>
            <a:lvl2pPr marL="742950" indent="-285750" eaLnBrk="0" hangingPunct="0">
              <a:spcBef>
                <a:spcPct val="30000"/>
              </a:spcBef>
              <a:defRPr sz="1200">
                <a:solidFill>
                  <a:schemeClr val="tx1"/>
                </a:solidFill>
                <a:latin typeface="Calibri" pitchFamily="34" charset="0"/>
                <a:ea typeface="宋体" pitchFamily="2" charset="-122"/>
              </a:defRPr>
            </a:lvl2pPr>
            <a:lvl3pPr marL="1143000" indent="-228600" eaLnBrk="0" hangingPunct="0">
              <a:spcBef>
                <a:spcPct val="30000"/>
              </a:spcBef>
              <a:defRPr sz="1200">
                <a:solidFill>
                  <a:schemeClr val="tx1"/>
                </a:solidFill>
                <a:latin typeface="Calibri" pitchFamily="34" charset="0"/>
                <a:ea typeface="宋体" pitchFamily="2" charset="-122"/>
              </a:defRPr>
            </a:lvl3pPr>
            <a:lvl4pPr marL="1600200" indent="-228600" eaLnBrk="0" hangingPunct="0">
              <a:spcBef>
                <a:spcPct val="30000"/>
              </a:spcBef>
              <a:defRPr sz="1200">
                <a:solidFill>
                  <a:schemeClr val="tx1"/>
                </a:solidFill>
                <a:latin typeface="Calibri" pitchFamily="34" charset="0"/>
                <a:ea typeface="宋体" pitchFamily="2" charset="-122"/>
              </a:defRPr>
            </a:lvl4pPr>
            <a:lvl5pPr marL="2057400" indent="-228600" eaLnBrk="0" hangingPunct="0">
              <a:spcBef>
                <a:spcPct val="30000"/>
              </a:spcBef>
              <a:defRPr sz="1200">
                <a:solidFill>
                  <a:schemeClr val="tx1"/>
                </a:solidFill>
                <a:latin typeface="Calibri"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pitchFamily="2" charset="-122"/>
              </a:defRPr>
            </a:lvl9pPr>
          </a:lstStyle>
          <a:p>
            <a:pPr eaLnBrk="1" hangingPunct="1">
              <a:spcBef>
                <a:spcPct val="0"/>
              </a:spcBef>
            </a:pPr>
            <a:fld id="{DB2CFFDE-C4DA-4C2A-8056-5AD8B5EAC9F2}" type="slidenum">
              <a:rPr lang="zh-CN" altLang="en-US" smtClean="0"/>
              <a:pPr eaLnBrk="1" hangingPunct="1">
                <a:spcBef>
                  <a:spcPct val="0"/>
                </a:spcBef>
              </a:pPr>
              <a:t>1</a:t>
            </a:fld>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zh-CN" dirty="0" smtClean="0"/>
              <a:t>psi</a:t>
            </a:r>
            <a:r>
              <a:rPr lang="zh-CN" altLang="en-US" dirty="0" smtClean="0"/>
              <a:t>是气压单位，它的意思是每平方英寸多少磅，</a:t>
            </a:r>
            <a:r>
              <a:rPr lang="en-US" altLang="zh-CN" dirty="0" smtClean="0"/>
              <a:t>1</a:t>
            </a:r>
            <a:r>
              <a:rPr lang="zh-CN" altLang="en-US" dirty="0" smtClean="0"/>
              <a:t>磅是多少？</a:t>
            </a:r>
            <a:r>
              <a:rPr lang="en-US" altLang="zh-CN" dirty="0" smtClean="0"/>
              <a:t>1</a:t>
            </a:r>
            <a:r>
              <a:rPr lang="zh-CN" altLang="en-US" dirty="0" smtClean="0"/>
              <a:t>公斤等于</a:t>
            </a:r>
            <a:r>
              <a:rPr lang="en-US" altLang="zh-CN" dirty="0" smtClean="0"/>
              <a:t>2.2046</a:t>
            </a:r>
            <a:r>
              <a:rPr lang="zh-CN" altLang="en-US" dirty="0" smtClean="0"/>
              <a:t>磅，</a:t>
            </a:r>
            <a:r>
              <a:rPr lang="en-US" altLang="zh-CN" dirty="0" smtClean="0"/>
              <a:t>1</a:t>
            </a:r>
            <a:r>
              <a:rPr lang="zh-CN" altLang="en-US" dirty="0" smtClean="0"/>
              <a:t>英寸等于</a:t>
            </a:r>
            <a:r>
              <a:rPr lang="en-US" altLang="zh-CN" dirty="0" smtClean="0"/>
              <a:t>2.54</a:t>
            </a:r>
            <a:r>
              <a:rPr lang="zh-CN" altLang="en-US" dirty="0" smtClean="0"/>
              <a:t>厘米。英制换算成公制， </a:t>
            </a:r>
            <a:r>
              <a:rPr lang="en-US" altLang="zh-CN" dirty="0" smtClean="0"/>
              <a:t>3-15psi</a:t>
            </a:r>
            <a:r>
              <a:rPr lang="zh-CN" altLang="en-US" dirty="0" smtClean="0"/>
              <a:t>对应的就是</a:t>
            </a:r>
            <a:r>
              <a:rPr lang="en-US" altLang="zh-CN" dirty="0" smtClean="0"/>
              <a:t>0.2-1.0</a:t>
            </a:r>
            <a:r>
              <a:rPr lang="zh-CN" altLang="en-US" dirty="0" smtClean="0"/>
              <a:t>千克力每平方厘米</a:t>
            </a:r>
          </a:p>
        </p:txBody>
      </p:sp>
      <p:sp>
        <p:nvSpPr>
          <p:cNvPr id="7885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ea typeface="宋体" pitchFamily="2" charset="-122"/>
              </a:defRPr>
            </a:lvl1pPr>
            <a:lvl2pPr marL="742950" indent="-285750" eaLnBrk="0" hangingPunct="0">
              <a:spcBef>
                <a:spcPct val="30000"/>
              </a:spcBef>
              <a:defRPr sz="1200">
                <a:solidFill>
                  <a:schemeClr val="tx1"/>
                </a:solidFill>
                <a:latin typeface="Calibri" pitchFamily="34" charset="0"/>
                <a:ea typeface="宋体" pitchFamily="2" charset="-122"/>
              </a:defRPr>
            </a:lvl2pPr>
            <a:lvl3pPr marL="1143000" indent="-228600" eaLnBrk="0" hangingPunct="0">
              <a:spcBef>
                <a:spcPct val="30000"/>
              </a:spcBef>
              <a:defRPr sz="1200">
                <a:solidFill>
                  <a:schemeClr val="tx1"/>
                </a:solidFill>
                <a:latin typeface="Calibri" pitchFamily="34" charset="0"/>
                <a:ea typeface="宋体" pitchFamily="2" charset="-122"/>
              </a:defRPr>
            </a:lvl3pPr>
            <a:lvl4pPr marL="1600200" indent="-228600" eaLnBrk="0" hangingPunct="0">
              <a:spcBef>
                <a:spcPct val="30000"/>
              </a:spcBef>
              <a:defRPr sz="1200">
                <a:solidFill>
                  <a:schemeClr val="tx1"/>
                </a:solidFill>
                <a:latin typeface="Calibri" pitchFamily="34" charset="0"/>
                <a:ea typeface="宋体" pitchFamily="2" charset="-122"/>
              </a:defRPr>
            </a:lvl4pPr>
            <a:lvl5pPr marL="2057400" indent="-228600" eaLnBrk="0" hangingPunct="0">
              <a:spcBef>
                <a:spcPct val="30000"/>
              </a:spcBef>
              <a:defRPr sz="1200">
                <a:solidFill>
                  <a:schemeClr val="tx1"/>
                </a:solidFill>
                <a:latin typeface="Calibri"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pitchFamily="2" charset="-122"/>
              </a:defRPr>
            </a:lvl9pPr>
          </a:lstStyle>
          <a:p>
            <a:pPr eaLnBrk="1" hangingPunct="1">
              <a:spcBef>
                <a:spcPct val="0"/>
              </a:spcBef>
            </a:pPr>
            <a:fld id="{26BB258F-B9D1-49AD-B75A-82F2B81FB80F}" type="slidenum">
              <a:rPr lang="zh-CN" altLang="en-US" smtClean="0"/>
              <a:pPr eaLnBrk="1" hangingPunct="1">
                <a:spcBef>
                  <a:spcPct val="0"/>
                </a:spcBef>
              </a:pPr>
              <a:t>4</a:t>
            </a:fld>
            <a:endParaRPr lang="zh-CN"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7987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ea typeface="宋体" pitchFamily="2" charset="-122"/>
              </a:defRPr>
            </a:lvl1pPr>
            <a:lvl2pPr marL="742950" indent="-285750" eaLnBrk="0" hangingPunct="0">
              <a:spcBef>
                <a:spcPct val="30000"/>
              </a:spcBef>
              <a:defRPr sz="1200">
                <a:solidFill>
                  <a:schemeClr val="tx1"/>
                </a:solidFill>
                <a:latin typeface="Calibri" pitchFamily="34" charset="0"/>
                <a:ea typeface="宋体" pitchFamily="2" charset="-122"/>
              </a:defRPr>
            </a:lvl2pPr>
            <a:lvl3pPr marL="1143000" indent="-228600" eaLnBrk="0" hangingPunct="0">
              <a:spcBef>
                <a:spcPct val="30000"/>
              </a:spcBef>
              <a:defRPr sz="1200">
                <a:solidFill>
                  <a:schemeClr val="tx1"/>
                </a:solidFill>
                <a:latin typeface="Calibri" pitchFamily="34" charset="0"/>
                <a:ea typeface="宋体" pitchFamily="2" charset="-122"/>
              </a:defRPr>
            </a:lvl3pPr>
            <a:lvl4pPr marL="1600200" indent="-228600" eaLnBrk="0" hangingPunct="0">
              <a:spcBef>
                <a:spcPct val="30000"/>
              </a:spcBef>
              <a:defRPr sz="1200">
                <a:solidFill>
                  <a:schemeClr val="tx1"/>
                </a:solidFill>
                <a:latin typeface="Calibri" pitchFamily="34" charset="0"/>
                <a:ea typeface="宋体" pitchFamily="2" charset="-122"/>
              </a:defRPr>
            </a:lvl4pPr>
            <a:lvl5pPr marL="2057400" indent="-228600" eaLnBrk="0" hangingPunct="0">
              <a:spcBef>
                <a:spcPct val="30000"/>
              </a:spcBef>
              <a:defRPr sz="1200">
                <a:solidFill>
                  <a:schemeClr val="tx1"/>
                </a:solidFill>
                <a:latin typeface="Calibri"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pitchFamily="2" charset="-122"/>
              </a:defRPr>
            </a:lvl9pPr>
          </a:lstStyle>
          <a:p>
            <a:pPr eaLnBrk="1" hangingPunct="1">
              <a:spcBef>
                <a:spcPct val="0"/>
              </a:spcBef>
            </a:pPr>
            <a:fld id="{D90E4522-DBF5-4590-BBC8-B1F54446A0CC}" type="slidenum">
              <a:rPr lang="zh-CN" altLang="en-US" smtClean="0"/>
              <a:pPr eaLnBrk="1" hangingPunct="1">
                <a:spcBef>
                  <a:spcPct val="0"/>
                </a:spcBef>
              </a:pPr>
              <a:t>5</a:t>
            </a:fld>
            <a:endParaRPr lang="zh-CN"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809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ea typeface="宋体" pitchFamily="2" charset="-122"/>
              </a:defRPr>
            </a:lvl1pPr>
            <a:lvl2pPr marL="742950" indent="-285750" eaLnBrk="0" hangingPunct="0">
              <a:spcBef>
                <a:spcPct val="30000"/>
              </a:spcBef>
              <a:defRPr sz="1200">
                <a:solidFill>
                  <a:schemeClr val="tx1"/>
                </a:solidFill>
                <a:latin typeface="Calibri" pitchFamily="34" charset="0"/>
                <a:ea typeface="宋体" pitchFamily="2" charset="-122"/>
              </a:defRPr>
            </a:lvl2pPr>
            <a:lvl3pPr marL="1143000" indent="-228600" eaLnBrk="0" hangingPunct="0">
              <a:spcBef>
                <a:spcPct val="30000"/>
              </a:spcBef>
              <a:defRPr sz="1200">
                <a:solidFill>
                  <a:schemeClr val="tx1"/>
                </a:solidFill>
                <a:latin typeface="Calibri" pitchFamily="34" charset="0"/>
                <a:ea typeface="宋体" pitchFamily="2" charset="-122"/>
              </a:defRPr>
            </a:lvl3pPr>
            <a:lvl4pPr marL="1600200" indent="-228600" eaLnBrk="0" hangingPunct="0">
              <a:spcBef>
                <a:spcPct val="30000"/>
              </a:spcBef>
              <a:defRPr sz="1200">
                <a:solidFill>
                  <a:schemeClr val="tx1"/>
                </a:solidFill>
                <a:latin typeface="Calibri" pitchFamily="34" charset="0"/>
                <a:ea typeface="宋体" pitchFamily="2" charset="-122"/>
              </a:defRPr>
            </a:lvl4pPr>
            <a:lvl5pPr marL="2057400" indent="-228600" eaLnBrk="0" hangingPunct="0">
              <a:spcBef>
                <a:spcPct val="30000"/>
              </a:spcBef>
              <a:defRPr sz="1200">
                <a:solidFill>
                  <a:schemeClr val="tx1"/>
                </a:solidFill>
                <a:latin typeface="Calibri"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pitchFamily="2" charset="-122"/>
              </a:defRPr>
            </a:lvl9pPr>
          </a:lstStyle>
          <a:p>
            <a:pPr eaLnBrk="1" hangingPunct="1">
              <a:spcBef>
                <a:spcPct val="0"/>
              </a:spcBef>
            </a:pPr>
            <a:fld id="{F27D426C-2E11-4EC4-B72E-8B14CFB06D73}" type="slidenum">
              <a:rPr lang="zh-CN" altLang="en-US" smtClean="0"/>
              <a:pPr eaLnBrk="1" hangingPunct="1">
                <a:spcBef>
                  <a:spcPct val="0"/>
                </a:spcBef>
              </a:pPr>
              <a:t>6</a:t>
            </a:fld>
            <a:endParaRPr lang="zh-CN"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备注占位符 2"/>
          <p:cNvSpPr>
            <a:spLocks noGrp="1"/>
          </p:cNvSpPr>
          <p:nvPr>
            <p:ph type="body" idx="1"/>
          </p:nvPr>
        </p:nvSpPr>
        <p:spPr/>
        <p:txBody>
          <a:bodyPr/>
          <a:lstStyle/>
          <a:p>
            <a:pPr eaLnBrk="1" fontAlgn="auto" hangingPunct="1">
              <a:spcBef>
                <a:spcPts val="0"/>
              </a:spcBef>
              <a:spcAft>
                <a:spcPts val="0"/>
              </a:spcAft>
              <a:defRPr/>
            </a:pPr>
            <a:endParaRPr lang="zh-CN" altLang="en-US" b="1" dirty="0" smtClean="0">
              <a:solidFill>
                <a:schemeClr val="accent5">
                  <a:lumMod val="50000"/>
                </a:schemeClr>
              </a:solidFill>
              <a:latin typeface="楷体_GB2312" pitchFamily="49" charset="-122"/>
            </a:endParaRPr>
          </a:p>
        </p:txBody>
      </p:sp>
      <p:sp>
        <p:nvSpPr>
          <p:cNvPr id="8192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ea typeface="宋体" pitchFamily="2" charset="-122"/>
              </a:defRPr>
            </a:lvl1pPr>
            <a:lvl2pPr marL="742950" indent="-285750" eaLnBrk="0" hangingPunct="0">
              <a:spcBef>
                <a:spcPct val="30000"/>
              </a:spcBef>
              <a:defRPr sz="1200">
                <a:solidFill>
                  <a:schemeClr val="tx1"/>
                </a:solidFill>
                <a:latin typeface="Calibri" pitchFamily="34" charset="0"/>
                <a:ea typeface="宋体" pitchFamily="2" charset="-122"/>
              </a:defRPr>
            </a:lvl2pPr>
            <a:lvl3pPr marL="1143000" indent="-228600" eaLnBrk="0" hangingPunct="0">
              <a:spcBef>
                <a:spcPct val="30000"/>
              </a:spcBef>
              <a:defRPr sz="1200">
                <a:solidFill>
                  <a:schemeClr val="tx1"/>
                </a:solidFill>
                <a:latin typeface="Calibri" pitchFamily="34" charset="0"/>
                <a:ea typeface="宋体" pitchFamily="2" charset="-122"/>
              </a:defRPr>
            </a:lvl3pPr>
            <a:lvl4pPr marL="1600200" indent="-228600" eaLnBrk="0" hangingPunct="0">
              <a:spcBef>
                <a:spcPct val="30000"/>
              </a:spcBef>
              <a:defRPr sz="1200">
                <a:solidFill>
                  <a:schemeClr val="tx1"/>
                </a:solidFill>
                <a:latin typeface="Calibri" pitchFamily="34" charset="0"/>
                <a:ea typeface="宋体" pitchFamily="2" charset="-122"/>
              </a:defRPr>
            </a:lvl4pPr>
            <a:lvl5pPr marL="2057400" indent="-228600" eaLnBrk="0" hangingPunct="0">
              <a:spcBef>
                <a:spcPct val="30000"/>
              </a:spcBef>
              <a:defRPr sz="1200">
                <a:solidFill>
                  <a:schemeClr val="tx1"/>
                </a:solidFill>
                <a:latin typeface="Calibri"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pitchFamily="2" charset="-122"/>
              </a:defRPr>
            </a:lvl9pPr>
          </a:lstStyle>
          <a:p>
            <a:pPr eaLnBrk="1" hangingPunct="1">
              <a:spcBef>
                <a:spcPct val="0"/>
              </a:spcBef>
            </a:pPr>
            <a:fld id="{EFB336A2-19D0-452B-B20B-E591585CF07B}" type="slidenum">
              <a:rPr lang="zh-CN" altLang="en-US" smtClean="0"/>
              <a:pPr eaLnBrk="1" hangingPunct="1">
                <a:spcBef>
                  <a:spcPct val="0"/>
                </a:spcBef>
              </a:pPr>
              <a:t>7</a:t>
            </a:fld>
            <a:endParaRPr lang="zh-CN"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备注占位符 2"/>
          <p:cNvSpPr>
            <a:spLocks noGrp="1"/>
          </p:cNvSpPr>
          <p:nvPr>
            <p:ph type="body" idx="1"/>
          </p:nvPr>
        </p:nvSpPr>
        <p:spPr/>
        <p:txBody>
          <a:bodyPr/>
          <a:lstStyle/>
          <a:p>
            <a:pPr eaLnBrk="1" fontAlgn="auto" hangingPunct="1">
              <a:spcBef>
                <a:spcPts val="0"/>
              </a:spcBef>
              <a:spcAft>
                <a:spcPts val="0"/>
              </a:spcAft>
              <a:defRPr/>
            </a:pPr>
            <a:endParaRPr lang="zh-CN" altLang="en-US" dirty="0" smtClean="0"/>
          </a:p>
        </p:txBody>
      </p:sp>
      <p:sp>
        <p:nvSpPr>
          <p:cNvPr id="829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ea typeface="宋体" pitchFamily="2" charset="-122"/>
              </a:defRPr>
            </a:lvl1pPr>
            <a:lvl2pPr marL="742950" indent="-285750" eaLnBrk="0" hangingPunct="0">
              <a:spcBef>
                <a:spcPct val="30000"/>
              </a:spcBef>
              <a:defRPr sz="1200">
                <a:solidFill>
                  <a:schemeClr val="tx1"/>
                </a:solidFill>
                <a:latin typeface="Calibri" pitchFamily="34" charset="0"/>
                <a:ea typeface="宋体" pitchFamily="2" charset="-122"/>
              </a:defRPr>
            </a:lvl2pPr>
            <a:lvl3pPr marL="1143000" indent="-228600" eaLnBrk="0" hangingPunct="0">
              <a:spcBef>
                <a:spcPct val="30000"/>
              </a:spcBef>
              <a:defRPr sz="1200">
                <a:solidFill>
                  <a:schemeClr val="tx1"/>
                </a:solidFill>
                <a:latin typeface="Calibri" pitchFamily="34" charset="0"/>
                <a:ea typeface="宋体" pitchFamily="2" charset="-122"/>
              </a:defRPr>
            </a:lvl3pPr>
            <a:lvl4pPr marL="1600200" indent="-228600" eaLnBrk="0" hangingPunct="0">
              <a:spcBef>
                <a:spcPct val="30000"/>
              </a:spcBef>
              <a:defRPr sz="1200">
                <a:solidFill>
                  <a:schemeClr val="tx1"/>
                </a:solidFill>
                <a:latin typeface="Calibri" pitchFamily="34" charset="0"/>
                <a:ea typeface="宋体" pitchFamily="2" charset="-122"/>
              </a:defRPr>
            </a:lvl4pPr>
            <a:lvl5pPr marL="2057400" indent="-228600" eaLnBrk="0" hangingPunct="0">
              <a:spcBef>
                <a:spcPct val="30000"/>
              </a:spcBef>
              <a:defRPr sz="1200">
                <a:solidFill>
                  <a:schemeClr val="tx1"/>
                </a:solidFill>
                <a:latin typeface="Calibri"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pitchFamily="2" charset="-122"/>
              </a:defRPr>
            </a:lvl9pPr>
          </a:lstStyle>
          <a:p>
            <a:pPr eaLnBrk="1" hangingPunct="1">
              <a:spcBef>
                <a:spcPct val="0"/>
              </a:spcBef>
            </a:pPr>
            <a:fld id="{F4BFAE15-A506-4675-90A4-AF686D916607}" type="slidenum">
              <a:rPr lang="zh-CN" altLang="en-US" smtClean="0"/>
              <a:pPr eaLnBrk="1" hangingPunct="1">
                <a:spcBef>
                  <a:spcPct val="0"/>
                </a:spcBef>
              </a:pPr>
              <a:t>8</a:t>
            </a:fld>
            <a:endParaRPr lang="zh-CN"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smtClean="0"/>
          </a:p>
        </p:txBody>
      </p:sp>
      <p:sp>
        <p:nvSpPr>
          <p:cNvPr id="8397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ea typeface="宋体" pitchFamily="2" charset="-122"/>
              </a:defRPr>
            </a:lvl1pPr>
            <a:lvl2pPr marL="742950" indent="-285750" eaLnBrk="0" hangingPunct="0">
              <a:spcBef>
                <a:spcPct val="30000"/>
              </a:spcBef>
              <a:defRPr sz="1200">
                <a:solidFill>
                  <a:schemeClr val="tx1"/>
                </a:solidFill>
                <a:latin typeface="Calibri" pitchFamily="34" charset="0"/>
                <a:ea typeface="宋体" pitchFamily="2" charset="-122"/>
              </a:defRPr>
            </a:lvl2pPr>
            <a:lvl3pPr marL="1143000" indent="-228600" eaLnBrk="0" hangingPunct="0">
              <a:spcBef>
                <a:spcPct val="30000"/>
              </a:spcBef>
              <a:defRPr sz="1200">
                <a:solidFill>
                  <a:schemeClr val="tx1"/>
                </a:solidFill>
                <a:latin typeface="Calibri" pitchFamily="34" charset="0"/>
                <a:ea typeface="宋体" pitchFamily="2" charset="-122"/>
              </a:defRPr>
            </a:lvl3pPr>
            <a:lvl4pPr marL="1600200" indent="-228600" eaLnBrk="0" hangingPunct="0">
              <a:spcBef>
                <a:spcPct val="30000"/>
              </a:spcBef>
              <a:defRPr sz="1200">
                <a:solidFill>
                  <a:schemeClr val="tx1"/>
                </a:solidFill>
                <a:latin typeface="Calibri" pitchFamily="34" charset="0"/>
                <a:ea typeface="宋体" pitchFamily="2" charset="-122"/>
              </a:defRPr>
            </a:lvl4pPr>
            <a:lvl5pPr marL="2057400" indent="-228600" eaLnBrk="0" hangingPunct="0">
              <a:spcBef>
                <a:spcPct val="30000"/>
              </a:spcBef>
              <a:defRPr sz="1200">
                <a:solidFill>
                  <a:schemeClr val="tx1"/>
                </a:solidFill>
                <a:latin typeface="Calibri"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pitchFamily="2" charset="-122"/>
              </a:defRPr>
            </a:lvl9pPr>
          </a:lstStyle>
          <a:p>
            <a:pPr eaLnBrk="1" hangingPunct="1">
              <a:spcBef>
                <a:spcPct val="0"/>
              </a:spcBef>
            </a:pPr>
            <a:fld id="{DB18C565-B4DF-400C-89AB-BC18EBAB7C29}" type="slidenum">
              <a:rPr lang="zh-CN" altLang="en-US" smtClean="0"/>
              <a:pPr eaLnBrk="1" hangingPunct="1">
                <a:spcBef>
                  <a:spcPct val="0"/>
                </a:spcBef>
              </a:pPr>
              <a:t>9</a:t>
            </a:fld>
            <a:endParaRPr lang="zh-CN"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smtClean="0"/>
          </a:p>
        </p:txBody>
      </p:sp>
      <p:sp>
        <p:nvSpPr>
          <p:cNvPr id="8499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fld id="{20CF03A7-F2FB-4CE0-B15E-2BB8BA58A6A1}" type="slidenum">
              <a:rPr lang="zh-CN" altLang="en-US" smtClean="0"/>
              <a:pPr eaLnBrk="1" hangingPunct="1"/>
              <a:t>10</a:t>
            </a:fld>
            <a:endParaRPr lang="zh-CN"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smtClean="0"/>
          </a:p>
        </p:txBody>
      </p:sp>
      <p:sp>
        <p:nvSpPr>
          <p:cNvPr id="8602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fld id="{43D0DDD1-6F6A-4E1D-9E21-7F359877E0AC}" type="slidenum">
              <a:rPr lang="zh-CN" altLang="en-US" smtClean="0"/>
              <a:pPr eaLnBrk="1" hangingPunct="1"/>
              <a:t>13</a:t>
            </a:fld>
            <a:endParaRPr lang="zh-CN"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smtClean="0"/>
          </a:p>
          <a:p>
            <a:pPr eaLnBrk="1" hangingPunct="1">
              <a:spcBef>
                <a:spcPct val="0"/>
              </a:spcBef>
            </a:pPr>
            <a:endParaRPr lang="zh-CN" altLang="en-US" smtClean="0"/>
          </a:p>
        </p:txBody>
      </p:sp>
      <p:sp>
        <p:nvSpPr>
          <p:cNvPr id="870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ea typeface="宋体" pitchFamily="2" charset="-122"/>
              </a:defRPr>
            </a:lvl1pPr>
            <a:lvl2pPr marL="742950" indent="-285750" eaLnBrk="0" hangingPunct="0">
              <a:spcBef>
                <a:spcPct val="30000"/>
              </a:spcBef>
              <a:defRPr sz="1200">
                <a:solidFill>
                  <a:schemeClr val="tx1"/>
                </a:solidFill>
                <a:latin typeface="Calibri" pitchFamily="34" charset="0"/>
                <a:ea typeface="宋体" pitchFamily="2" charset="-122"/>
              </a:defRPr>
            </a:lvl2pPr>
            <a:lvl3pPr marL="1143000" indent="-228600" eaLnBrk="0" hangingPunct="0">
              <a:spcBef>
                <a:spcPct val="30000"/>
              </a:spcBef>
              <a:defRPr sz="1200">
                <a:solidFill>
                  <a:schemeClr val="tx1"/>
                </a:solidFill>
                <a:latin typeface="Calibri" pitchFamily="34" charset="0"/>
                <a:ea typeface="宋体" pitchFamily="2" charset="-122"/>
              </a:defRPr>
            </a:lvl3pPr>
            <a:lvl4pPr marL="1600200" indent="-228600" eaLnBrk="0" hangingPunct="0">
              <a:spcBef>
                <a:spcPct val="30000"/>
              </a:spcBef>
              <a:defRPr sz="1200">
                <a:solidFill>
                  <a:schemeClr val="tx1"/>
                </a:solidFill>
                <a:latin typeface="Calibri" pitchFamily="34" charset="0"/>
                <a:ea typeface="宋体" pitchFamily="2" charset="-122"/>
              </a:defRPr>
            </a:lvl4pPr>
            <a:lvl5pPr marL="2057400" indent="-228600" eaLnBrk="0" hangingPunct="0">
              <a:spcBef>
                <a:spcPct val="30000"/>
              </a:spcBef>
              <a:defRPr sz="1200">
                <a:solidFill>
                  <a:schemeClr val="tx1"/>
                </a:solidFill>
                <a:latin typeface="Calibri"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pitchFamily="2" charset="-122"/>
              </a:defRPr>
            </a:lvl9pPr>
          </a:lstStyle>
          <a:p>
            <a:pPr eaLnBrk="1" hangingPunct="1">
              <a:spcBef>
                <a:spcPct val="0"/>
              </a:spcBef>
            </a:pPr>
            <a:fld id="{7A720475-6A40-4558-B29C-8144113D381D}" type="slidenum">
              <a:rPr lang="zh-CN" altLang="en-US" smtClean="0"/>
              <a:pPr eaLnBrk="1" hangingPunct="1">
                <a:spcBef>
                  <a:spcPct val="0"/>
                </a:spcBef>
              </a:pPr>
              <a:t>14</a:t>
            </a:fld>
            <a:endParaRPr lang="zh-CN"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备注占位符 2"/>
          <p:cNvSpPr>
            <a:spLocks noGrp="1"/>
          </p:cNvSpPr>
          <p:nvPr>
            <p:ph type="body" idx="1"/>
          </p:nvPr>
        </p:nvSpPr>
        <p:spPr/>
        <p:txBody>
          <a:bodyPr/>
          <a:lstStyle/>
          <a:p>
            <a:pPr eaLnBrk="1" fontAlgn="auto" hangingPunct="1">
              <a:spcBef>
                <a:spcPts val="0"/>
              </a:spcBef>
              <a:spcAft>
                <a:spcPts val="0"/>
              </a:spcAft>
              <a:defRPr/>
            </a:pPr>
            <a:r>
              <a:rPr lang="zh-CN" altLang="en-US" b="1" dirty="0" smtClean="0">
                <a:solidFill>
                  <a:schemeClr val="accent5">
                    <a:lumMod val="50000"/>
                  </a:schemeClr>
                </a:solidFill>
                <a:latin typeface="楷体_GB2312" pitchFamily="49" charset="-122"/>
              </a:rPr>
              <a:t>现场总线（</a:t>
            </a:r>
            <a:r>
              <a:rPr lang="en-US" altLang="zh-CN" b="1" dirty="0" smtClean="0">
                <a:solidFill>
                  <a:schemeClr val="accent5">
                    <a:lumMod val="50000"/>
                  </a:schemeClr>
                </a:solidFill>
                <a:latin typeface="楷体_GB2312" pitchFamily="49" charset="-122"/>
              </a:rPr>
              <a:t>fieldbus</a:t>
            </a:r>
            <a:r>
              <a:rPr lang="zh-CN" altLang="en-US" b="1" dirty="0" smtClean="0">
                <a:solidFill>
                  <a:schemeClr val="accent5">
                    <a:lumMod val="50000"/>
                  </a:schemeClr>
                </a:solidFill>
                <a:latin typeface="楷体_GB2312" pitchFamily="49" charset="-122"/>
              </a:rPr>
              <a:t>）</a:t>
            </a:r>
            <a:endParaRPr lang="zh-CN" altLang="en-US" dirty="0" smtClean="0"/>
          </a:p>
        </p:txBody>
      </p:sp>
      <p:sp>
        <p:nvSpPr>
          <p:cNvPr id="880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ea typeface="宋体" pitchFamily="2" charset="-122"/>
              </a:defRPr>
            </a:lvl1pPr>
            <a:lvl2pPr marL="742950" indent="-285750" eaLnBrk="0" hangingPunct="0">
              <a:spcBef>
                <a:spcPct val="30000"/>
              </a:spcBef>
              <a:defRPr sz="1200">
                <a:solidFill>
                  <a:schemeClr val="tx1"/>
                </a:solidFill>
                <a:latin typeface="Calibri" pitchFamily="34" charset="0"/>
                <a:ea typeface="宋体" pitchFamily="2" charset="-122"/>
              </a:defRPr>
            </a:lvl2pPr>
            <a:lvl3pPr marL="1143000" indent="-228600" eaLnBrk="0" hangingPunct="0">
              <a:spcBef>
                <a:spcPct val="30000"/>
              </a:spcBef>
              <a:defRPr sz="1200">
                <a:solidFill>
                  <a:schemeClr val="tx1"/>
                </a:solidFill>
                <a:latin typeface="Calibri" pitchFamily="34" charset="0"/>
                <a:ea typeface="宋体" pitchFamily="2" charset="-122"/>
              </a:defRPr>
            </a:lvl3pPr>
            <a:lvl4pPr marL="1600200" indent="-228600" eaLnBrk="0" hangingPunct="0">
              <a:spcBef>
                <a:spcPct val="30000"/>
              </a:spcBef>
              <a:defRPr sz="1200">
                <a:solidFill>
                  <a:schemeClr val="tx1"/>
                </a:solidFill>
                <a:latin typeface="Calibri" pitchFamily="34" charset="0"/>
                <a:ea typeface="宋体" pitchFamily="2" charset="-122"/>
              </a:defRPr>
            </a:lvl4pPr>
            <a:lvl5pPr marL="2057400" indent="-228600" eaLnBrk="0" hangingPunct="0">
              <a:spcBef>
                <a:spcPct val="30000"/>
              </a:spcBef>
              <a:defRPr sz="1200">
                <a:solidFill>
                  <a:schemeClr val="tx1"/>
                </a:solidFill>
                <a:latin typeface="Calibri"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pitchFamily="2" charset="-122"/>
              </a:defRPr>
            </a:lvl9pPr>
          </a:lstStyle>
          <a:p>
            <a:pPr eaLnBrk="1" hangingPunct="1">
              <a:spcBef>
                <a:spcPct val="0"/>
              </a:spcBef>
            </a:pPr>
            <a:fld id="{D9EB0A67-40BD-4FC0-9DA6-86AC3525F4C9}" type="slidenum">
              <a:rPr lang="zh-CN" altLang="en-US" smtClean="0"/>
              <a:pPr eaLnBrk="1" hangingPunct="1">
                <a:spcBef>
                  <a:spcPct val="0"/>
                </a:spcBef>
              </a:pPr>
              <a:t>17</a:t>
            </a:fld>
            <a:endParaRPr lang="zh-CN" alt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smtClean="0"/>
          </a:p>
        </p:txBody>
      </p:sp>
      <p:sp>
        <p:nvSpPr>
          <p:cNvPr id="9114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fld id="{AB8B28CD-55B0-439C-9FB9-2107BC798CD0}" type="slidenum">
              <a:rPr lang="zh-CN" altLang="en-US" smtClean="0"/>
              <a:pPr eaLnBrk="1" hangingPunct="1"/>
              <a:t>22</a:t>
            </a:fld>
            <a:endParaRPr lang="zh-CN" alt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9216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ea typeface="宋体" pitchFamily="2" charset="-122"/>
              </a:defRPr>
            </a:lvl1pPr>
            <a:lvl2pPr marL="742950" indent="-285750" eaLnBrk="0" hangingPunct="0">
              <a:spcBef>
                <a:spcPct val="30000"/>
              </a:spcBef>
              <a:defRPr sz="1200">
                <a:solidFill>
                  <a:schemeClr val="tx1"/>
                </a:solidFill>
                <a:latin typeface="Calibri" pitchFamily="34" charset="0"/>
                <a:ea typeface="宋体" pitchFamily="2" charset="-122"/>
              </a:defRPr>
            </a:lvl2pPr>
            <a:lvl3pPr marL="1143000" indent="-228600" eaLnBrk="0" hangingPunct="0">
              <a:spcBef>
                <a:spcPct val="30000"/>
              </a:spcBef>
              <a:defRPr sz="1200">
                <a:solidFill>
                  <a:schemeClr val="tx1"/>
                </a:solidFill>
                <a:latin typeface="Calibri" pitchFamily="34" charset="0"/>
                <a:ea typeface="宋体" pitchFamily="2" charset="-122"/>
              </a:defRPr>
            </a:lvl3pPr>
            <a:lvl4pPr marL="1600200" indent="-228600" eaLnBrk="0" hangingPunct="0">
              <a:spcBef>
                <a:spcPct val="30000"/>
              </a:spcBef>
              <a:defRPr sz="1200">
                <a:solidFill>
                  <a:schemeClr val="tx1"/>
                </a:solidFill>
                <a:latin typeface="Calibri" pitchFamily="34" charset="0"/>
                <a:ea typeface="宋体" pitchFamily="2" charset="-122"/>
              </a:defRPr>
            </a:lvl4pPr>
            <a:lvl5pPr marL="2057400" indent="-228600" eaLnBrk="0" hangingPunct="0">
              <a:spcBef>
                <a:spcPct val="30000"/>
              </a:spcBef>
              <a:defRPr sz="1200">
                <a:solidFill>
                  <a:schemeClr val="tx1"/>
                </a:solidFill>
                <a:latin typeface="Calibri"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pitchFamily="2" charset="-122"/>
              </a:defRPr>
            </a:lvl9pPr>
          </a:lstStyle>
          <a:p>
            <a:pPr eaLnBrk="1" hangingPunct="1">
              <a:spcBef>
                <a:spcPct val="0"/>
              </a:spcBef>
            </a:pPr>
            <a:fld id="{BF9C4FCC-CC4C-4405-B582-0BF7159041EF}" type="slidenum">
              <a:rPr lang="zh-CN" altLang="en-US" smtClean="0"/>
              <a:pPr eaLnBrk="1" hangingPunct="1">
                <a:spcBef>
                  <a:spcPct val="0"/>
                </a:spcBef>
              </a:pPr>
              <a:t>23</a:t>
            </a:fld>
            <a:endParaRPr lang="zh-CN"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9318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ea typeface="宋体" pitchFamily="2" charset="-122"/>
              </a:defRPr>
            </a:lvl1pPr>
            <a:lvl2pPr marL="742950" indent="-285750" eaLnBrk="0" hangingPunct="0">
              <a:spcBef>
                <a:spcPct val="30000"/>
              </a:spcBef>
              <a:defRPr sz="1200">
                <a:solidFill>
                  <a:schemeClr val="tx1"/>
                </a:solidFill>
                <a:latin typeface="Calibri" pitchFamily="34" charset="0"/>
                <a:ea typeface="宋体" pitchFamily="2" charset="-122"/>
              </a:defRPr>
            </a:lvl2pPr>
            <a:lvl3pPr marL="1143000" indent="-228600" eaLnBrk="0" hangingPunct="0">
              <a:spcBef>
                <a:spcPct val="30000"/>
              </a:spcBef>
              <a:defRPr sz="1200">
                <a:solidFill>
                  <a:schemeClr val="tx1"/>
                </a:solidFill>
                <a:latin typeface="Calibri" pitchFamily="34" charset="0"/>
                <a:ea typeface="宋体" pitchFamily="2" charset="-122"/>
              </a:defRPr>
            </a:lvl3pPr>
            <a:lvl4pPr marL="1600200" indent="-228600" eaLnBrk="0" hangingPunct="0">
              <a:spcBef>
                <a:spcPct val="30000"/>
              </a:spcBef>
              <a:defRPr sz="1200">
                <a:solidFill>
                  <a:schemeClr val="tx1"/>
                </a:solidFill>
                <a:latin typeface="Calibri" pitchFamily="34" charset="0"/>
                <a:ea typeface="宋体" pitchFamily="2" charset="-122"/>
              </a:defRPr>
            </a:lvl4pPr>
            <a:lvl5pPr marL="2057400" indent="-228600" eaLnBrk="0" hangingPunct="0">
              <a:spcBef>
                <a:spcPct val="30000"/>
              </a:spcBef>
              <a:defRPr sz="1200">
                <a:solidFill>
                  <a:schemeClr val="tx1"/>
                </a:solidFill>
                <a:latin typeface="Calibri"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pitchFamily="2" charset="-122"/>
              </a:defRPr>
            </a:lvl9pPr>
          </a:lstStyle>
          <a:p>
            <a:pPr eaLnBrk="1" hangingPunct="1">
              <a:spcBef>
                <a:spcPct val="0"/>
              </a:spcBef>
            </a:pPr>
            <a:fld id="{001AD333-774E-4044-B648-893AF22A37E9}" type="slidenum">
              <a:rPr lang="zh-CN" altLang="en-US" smtClean="0"/>
              <a:pPr eaLnBrk="1" hangingPunct="1">
                <a:spcBef>
                  <a:spcPct val="0"/>
                </a:spcBef>
              </a:pPr>
              <a:t>25</a:t>
            </a:fld>
            <a:endParaRPr lang="zh-CN" alt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9421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ea typeface="宋体" pitchFamily="2" charset="-122"/>
              </a:defRPr>
            </a:lvl1pPr>
            <a:lvl2pPr marL="742950" indent="-285750" eaLnBrk="0" hangingPunct="0">
              <a:spcBef>
                <a:spcPct val="30000"/>
              </a:spcBef>
              <a:defRPr sz="1200">
                <a:solidFill>
                  <a:schemeClr val="tx1"/>
                </a:solidFill>
                <a:latin typeface="Calibri" pitchFamily="34" charset="0"/>
                <a:ea typeface="宋体" pitchFamily="2" charset="-122"/>
              </a:defRPr>
            </a:lvl2pPr>
            <a:lvl3pPr marL="1143000" indent="-228600" eaLnBrk="0" hangingPunct="0">
              <a:spcBef>
                <a:spcPct val="30000"/>
              </a:spcBef>
              <a:defRPr sz="1200">
                <a:solidFill>
                  <a:schemeClr val="tx1"/>
                </a:solidFill>
                <a:latin typeface="Calibri" pitchFamily="34" charset="0"/>
                <a:ea typeface="宋体" pitchFamily="2" charset="-122"/>
              </a:defRPr>
            </a:lvl3pPr>
            <a:lvl4pPr marL="1600200" indent="-228600" eaLnBrk="0" hangingPunct="0">
              <a:spcBef>
                <a:spcPct val="30000"/>
              </a:spcBef>
              <a:defRPr sz="1200">
                <a:solidFill>
                  <a:schemeClr val="tx1"/>
                </a:solidFill>
                <a:latin typeface="Calibri" pitchFamily="34" charset="0"/>
                <a:ea typeface="宋体" pitchFamily="2" charset="-122"/>
              </a:defRPr>
            </a:lvl4pPr>
            <a:lvl5pPr marL="2057400" indent="-228600" eaLnBrk="0" hangingPunct="0">
              <a:spcBef>
                <a:spcPct val="30000"/>
              </a:spcBef>
              <a:defRPr sz="1200">
                <a:solidFill>
                  <a:schemeClr val="tx1"/>
                </a:solidFill>
                <a:latin typeface="Calibri"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pitchFamily="2" charset="-122"/>
              </a:defRPr>
            </a:lvl9pPr>
          </a:lstStyle>
          <a:p>
            <a:pPr eaLnBrk="1" hangingPunct="1">
              <a:spcBef>
                <a:spcPct val="0"/>
              </a:spcBef>
            </a:pPr>
            <a:fld id="{5A3628C3-81E7-4AC5-B349-F4D1D3D64371}" type="slidenum">
              <a:rPr lang="zh-CN" altLang="en-US" smtClean="0"/>
              <a:pPr eaLnBrk="1" hangingPunct="1">
                <a:spcBef>
                  <a:spcPct val="0"/>
                </a:spcBef>
              </a:pPr>
              <a:t>27</a:t>
            </a:fld>
            <a:endParaRPr lang="zh-CN" alt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9523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ea typeface="宋体" pitchFamily="2" charset="-122"/>
              </a:defRPr>
            </a:lvl1pPr>
            <a:lvl2pPr marL="742950" indent="-285750" eaLnBrk="0" hangingPunct="0">
              <a:spcBef>
                <a:spcPct val="30000"/>
              </a:spcBef>
              <a:defRPr sz="1200">
                <a:solidFill>
                  <a:schemeClr val="tx1"/>
                </a:solidFill>
                <a:latin typeface="Calibri" pitchFamily="34" charset="0"/>
                <a:ea typeface="宋体" pitchFamily="2" charset="-122"/>
              </a:defRPr>
            </a:lvl2pPr>
            <a:lvl3pPr marL="1143000" indent="-228600" eaLnBrk="0" hangingPunct="0">
              <a:spcBef>
                <a:spcPct val="30000"/>
              </a:spcBef>
              <a:defRPr sz="1200">
                <a:solidFill>
                  <a:schemeClr val="tx1"/>
                </a:solidFill>
                <a:latin typeface="Calibri" pitchFamily="34" charset="0"/>
                <a:ea typeface="宋体" pitchFamily="2" charset="-122"/>
              </a:defRPr>
            </a:lvl3pPr>
            <a:lvl4pPr marL="1600200" indent="-228600" eaLnBrk="0" hangingPunct="0">
              <a:spcBef>
                <a:spcPct val="30000"/>
              </a:spcBef>
              <a:defRPr sz="1200">
                <a:solidFill>
                  <a:schemeClr val="tx1"/>
                </a:solidFill>
                <a:latin typeface="Calibri" pitchFamily="34" charset="0"/>
                <a:ea typeface="宋体" pitchFamily="2" charset="-122"/>
              </a:defRPr>
            </a:lvl4pPr>
            <a:lvl5pPr marL="2057400" indent="-228600" eaLnBrk="0" hangingPunct="0">
              <a:spcBef>
                <a:spcPct val="30000"/>
              </a:spcBef>
              <a:defRPr sz="1200">
                <a:solidFill>
                  <a:schemeClr val="tx1"/>
                </a:solidFill>
                <a:latin typeface="Calibri"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pitchFamily="2" charset="-122"/>
              </a:defRPr>
            </a:lvl9pPr>
          </a:lstStyle>
          <a:p>
            <a:pPr eaLnBrk="1" hangingPunct="1">
              <a:spcBef>
                <a:spcPct val="0"/>
              </a:spcBef>
            </a:pPr>
            <a:fld id="{A3D14C73-0C64-4D91-A703-0C417F1D5CAB}" type="slidenum">
              <a:rPr lang="zh-CN" altLang="en-US" smtClean="0"/>
              <a:pPr eaLnBrk="1" hangingPunct="1">
                <a:spcBef>
                  <a:spcPct val="0"/>
                </a:spcBef>
              </a:pPr>
              <a:t>28</a:t>
            </a:fld>
            <a:endParaRPr lang="zh-CN"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93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993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ea typeface="宋体" pitchFamily="2" charset="-122"/>
              </a:defRPr>
            </a:lvl1pPr>
            <a:lvl2pPr marL="742950" indent="-285750" eaLnBrk="0" hangingPunct="0">
              <a:spcBef>
                <a:spcPct val="30000"/>
              </a:spcBef>
              <a:defRPr sz="1200">
                <a:solidFill>
                  <a:schemeClr val="tx1"/>
                </a:solidFill>
                <a:latin typeface="Calibri" pitchFamily="34" charset="0"/>
                <a:ea typeface="宋体" pitchFamily="2" charset="-122"/>
              </a:defRPr>
            </a:lvl2pPr>
            <a:lvl3pPr marL="1143000" indent="-228600" eaLnBrk="0" hangingPunct="0">
              <a:spcBef>
                <a:spcPct val="30000"/>
              </a:spcBef>
              <a:defRPr sz="1200">
                <a:solidFill>
                  <a:schemeClr val="tx1"/>
                </a:solidFill>
                <a:latin typeface="Calibri" pitchFamily="34" charset="0"/>
                <a:ea typeface="宋体" pitchFamily="2" charset="-122"/>
              </a:defRPr>
            </a:lvl3pPr>
            <a:lvl4pPr marL="1600200" indent="-228600" eaLnBrk="0" hangingPunct="0">
              <a:spcBef>
                <a:spcPct val="30000"/>
              </a:spcBef>
              <a:defRPr sz="1200">
                <a:solidFill>
                  <a:schemeClr val="tx1"/>
                </a:solidFill>
                <a:latin typeface="Calibri" pitchFamily="34" charset="0"/>
                <a:ea typeface="宋体" pitchFamily="2" charset="-122"/>
              </a:defRPr>
            </a:lvl4pPr>
            <a:lvl5pPr marL="2057400" indent="-228600" eaLnBrk="0" hangingPunct="0">
              <a:spcBef>
                <a:spcPct val="30000"/>
              </a:spcBef>
              <a:defRPr sz="1200">
                <a:solidFill>
                  <a:schemeClr val="tx1"/>
                </a:solidFill>
                <a:latin typeface="Calibri"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pitchFamily="2" charset="-122"/>
              </a:defRPr>
            </a:lvl9pPr>
          </a:lstStyle>
          <a:p>
            <a:pPr eaLnBrk="1" hangingPunct="1">
              <a:spcBef>
                <a:spcPct val="0"/>
              </a:spcBef>
            </a:pPr>
            <a:fld id="{9D575850-6F11-4616-A072-23AC72DCC536}" type="slidenum">
              <a:rPr lang="zh-CN" altLang="en-US" smtClean="0"/>
              <a:pPr eaLnBrk="1" hangingPunct="1">
                <a:spcBef>
                  <a:spcPct val="0"/>
                </a:spcBef>
              </a:pPr>
              <a:t>30</a:t>
            </a:fld>
            <a:endParaRPr lang="zh-CN"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10035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ea typeface="宋体" pitchFamily="2" charset="-122"/>
              </a:defRPr>
            </a:lvl1pPr>
            <a:lvl2pPr marL="742950" indent="-285750" eaLnBrk="0" hangingPunct="0">
              <a:spcBef>
                <a:spcPct val="30000"/>
              </a:spcBef>
              <a:defRPr sz="1200">
                <a:solidFill>
                  <a:schemeClr val="tx1"/>
                </a:solidFill>
                <a:latin typeface="Calibri" pitchFamily="34" charset="0"/>
                <a:ea typeface="宋体" pitchFamily="2" charset="-122"/>
              </a:defRPr>
            </a:lvl2pPr>
            <a:lvl3pPr marL="1143000" indent="-228600" eaLnBrk="0" hangingPunct="0">
              <a:spcBef>
                <a:spcPct val="30000"/>
              </a:spcBef>
              <a:defRPr sz="1200">
                <a:solidFill>
                  <a:schemeClr val="tx1"/>
                </a:solidFill>
                <a:latin typeface="Calibri" pitchFamily="34" charset="0"/>
                <a:ea typeface="宋体" pitchFamily="2" charset="-122"/>
              </a:defRPr>
            </a:lvl3pPr>
            <a:lvl4pPr marL="1600200" indent="-228600" eaLnBrk="0" hangingPunct="0">
              <a:spcBef>
                <a:spcPct val="30000"/>
              </a:spcBef>
              <a:defRPr sz="1200">
                <a:solidFill>
                  <a:schemeClr val="tx1"/>
                </a:solidFill>
                <a:latin typeface="Calibri" pitchFamily="34" charset="0"/>
                <a:ea typeface="宋体" pitchFamily="2" charset="-122"/>
              </a:defRPr>
            </a:lvl4pPr>
            <a:lvl5pPr marL="2057400" indent="-228600" eaLnBrk="0" hangingPunct="0">
              <a:spcBef>
                <a:spcPct val="30000"/>
              </a:spcBef>
              <a:defRPr sz="1200">
                <a:solidFill>
                  <a:schemeClr val="tx1"/>
                </a:solidFill>
                <a:latin typeface="Calibri"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pitchFamily="2" charset="-122"/>
              </a:defRPr>
            </a:lvl9pPr>
          </a:lstStyle>
          <a:p>
            <a:pPr eaLnBrk="1" hangingPunct="1">
              <a:spcBef>
                <a:spcPct val="0"/>
              </a:spcBef>
            </a:pPr>
            <a:fld id="{97352C25-D344-4444-8DC3-605005700DC1}" type="slidenum">
              <a:rPr lang="zh-CN" altLang="en-US" smtClean="0"/>
              <a:pPr eaLnBrk="1" hangingPunct="1">
                <a:spcBef>
                  <a:spcPct val="0"/>
                </a:spcBef>
              </a:pPr>
              <a:t>31</a:t>
            </a:fld>
            <a:endParaRPr lang="zh-CN" alt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indent="0" algn="just" eaLnBrk="1" hangingPunct="1">
              <a:buClr>
                <a:schemeClr val="tx1"/>
              </a:buClr>
              <a:buFont typeface="Wingdings" pitchFamily="2" charset="2"/>
              <a:buNone/>
              <a:defRPr/>
            </a:pPr>
            <a:endParaRPr lang="zh-CN" altLang="en-US" sz="1200" dirty="0" smtClean="0"/>
          </a:p>
        </p:txBody>
      </p:sp>
      <p:sp>
        <p:nvSpPr>
          <p:cNvPr id="10138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ea typeface="宋体" pitchFamily="2" charset="-122"/>
              </a:defRPr>
            </a:lvl1pPr>
            <a:lvl2pPr marL="742950" indent="-285750" eaLnBrk="0" hangingPunct="0">
              <a:spcBef>
                <a:spcPct val="30000"/>
              </a:spcBef>
              <a:defRPr sz="1200">
                <a:solidFill>
                  <a:schemeClr val="tx1"/>
                </a:solidFill>
                <a:latin typeface="Calibri" pitchFamily="34" charset="0"/>
                <a:ea typeface="宋体" pitchFamily="2" charset="-122"/>
              </a:defRPr>
            </a:lvl2pPr>
            <a:lvl3pPr marL="1143000" indent="-228600" eaLnBrk="0" hangingPunct="0">
              <a:spcBef>
                <a:spcPct val="30000"/>
              </a:spcBef>
              <a:defRPr sz="1200">
                <a:solidFill>
                  <a:schemeClr val="tx1"/>
                </a:solidFill>
                <a:latin typeface="Calibri" pitchFamily="34" charset="0"/>
                <a:ea typeface="宋体" pitchFamily="2" charset="-122"/>
              </a:defRPr>
            </a:lvl3pPr>
            <a:lvl4pPr marL="1600200" indent="-228600" eaLnBrk="0" hangingPunct="0">
              <a:spcBef>
                <a:spcPct val="30000"/>
              </a:spcBef>
              <a:defRPr sz="1200">
                <a:solidFill>
                  <a:schemeClr val="tx1"/>
                </a:solidFill>
                <a:latin typeface="Calibri" pitchFamily="34" charset="0"/>
                <a:ea typeface="宋体" pitchFamily="2" charset="-122"/>
              </a:defRPr>
            </a:lvl4pPr>
            <a:lvl5pPr marL="2057400" indent="-228600" eaLnBrk="0" hangingPunct="0">
              <a:spcBef>
                <a:spcPct val="30000"/>
              </a:spcBef>
              <a:defRPr sz="1200">
                <a:solidFill>
                  <a:schemeClr val="tx1"/>
                </a:solidFill>
                <a:latin typeface="Calibri"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pitchFamily="2" charset="-122"/>
              </a:defRPr>
            </a:lvl9pPr>
          </a:lstStyle>
          <a:p>
            <a:pPr eaLnBrk="1" hangingPunct="1">
              <a:spcBef>
                <a:spcPct val="0"/>
              </a:spcBef>
            </a:pPr>
            <a:fld id="{33F2363D-2788-423B-93D2-688EDAB4F793}" type="slidenum">
              <a:rPr lang="zh-CN" altLang="en-US" smtClean="0"/>
              <a:pPr eaLnBrk="1" hangingPunct="1">
                <a:spcBef>
                  <a:spcPct val="0"/>
                </a:spcBef>
              </a:pPr>
              <a:t>32</a:t>
            </a:fld>
            <a:endParaRPr lang="zh-CN" alt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由于</a:t>
            </a:r>
            <a:r>
              <a:rPr lang="en-US" altLang="zh-CN" dirty="0" smtClean="0"/>
              <a:t>Type6</a:t>
            </a:r>
            <a:r>
              <a:rPr lang="zh-CN" altLang="en-US" dirty="0" smtClean="0"/>
              <a:t>被撤销，实际上只有</a:t>
            </a:r>
            <a:r>
              <a:rPr lang="en-US" altLang="zh-CN" dirty="0" smtClean="0"/>
              <a:t>19</a:t>
            </a:r>
            <a:r>
              <a:rPr lang="zh-CN" altLang="en-US" dirty="0" smtClean="0"/>
              <a:t>种类型的现场总线</a:t>
            </a:r>
          </a:p>
        </p:txBody>
      </p:sp>
      <p:sp>
        <p:nvSpPr>
          <p:cNvPr id="10445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ea typeface="宋体" pitchFamily="2" charset="-122"/>
              </a:defRPr>
            </a:lvl1pPr>
            <a:lvl2pPr marL="742950" indent="-285750" eaLnBrk="0" hangingPunct="0">
              <a:spcBef>
                <a:spcPct val="30000"/>
              </a:spcBef>
              <a:defRPr sz="1200">
                <a:solidFill>
                  <a:schemeClr val="tx1"/>
                </a:solidFill>
                <a:latin typeface="Calibri" pitchFamily="34" charset="0"/>
                <a:ea typeface="宋体" pitchFamily="2" charset="-122"/>
              </a:defRPr>
            </a:lvl2pPr>
            <a:lvl3pPr marL="1143000" indent="-228600" eaLnBrk="0" hangingPunct="0">
              <a:spcBef>
                <a:spcPct val="30000"/>
              </a:spcBef>
              <a:defRPr sz="1200">
                <a:solidFill>
                  <a:schemeClr val="tx1"/>
                </a:solidFill>
                <a:latin typeface="Calibri" pitchFamily="34" charset="0"/>
                <a:ea typeface="宋体" pitchFamily="2" charset="-122"/>
              </a:defRPr>
            </a:lvl3pPr>
            <a:lvl4pPr marL="1600200" indent="-228600" eaLnBrk="0" hangingPunct="0">
              <a:spcBef>
                <a:spcPct val="30000"/>
              </a:spcBef>
              <a:defRPr sz="1200">
                <a:solidFill>
                  <a:schemeClr val="tx1"/>
                </a:solidFill>
                <a:latin typeface="Calibri" pitchFamily="34" charset="0"/>
                <a:ea typeface="宋体" pitchFamily="2" charset="-122"/>
              </a:defRPr>
            </a:lvl4pPr>
            <a:lvl5pPr marL="2057400" indent="-228600" eaLnBrk="0" hangingPunct="0">
              <a:spcBef>
                <a:spcPct val="30000"/>
              </a:spcBef>
              <a:defRPr sz="1200">
                <a:solidFill>
                  <a:schemeClr val="tx1"/>
                </a:solidFill>
                <a:latin typeface="Calibri"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pitchFamily="2" charset="-122"/>
              </a:defRPr>
            </a:lvl9pPr>
          </a:lstStyle>
          <a:p>
            <a:pPr eaLnBrk="1" hangingPunct="1">
              <a:spcBef>
                <a:spcPct val="0"/>
              </a:spcBef>
            </a:pPr>
            <a:fld id="{2F0B9337-9BE7-4F92-8A22-EB727C766B68}" type="slidenum">
              <a:rPr lang="zh-CN" altLang="en-US" smtClean="0"/>
              <a:pPr eaLnBrk="1" hangingPunct="1">
                <a:spcBef>
                  <a:spcPct val="0"/>
                </a:spcBef>
              </a:pPr>
              <a:t>33</a:t>
            </a:fld>
            <a:endParaRPr lang="zh-CN" alt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E4DAB1B-DA6B-4B34-A01E-64D9D22ED117}" type="slidenum">
              <a:rPr lang="zh-CN" altLang="en-US" smtClean="0"/>
              <a:pPr>
                <a:defRPr/>
              </a:pPr>
              <a:t>34</a:t>
            </a:fld>
            <a:endParaRPr lang="zh-CN" altLang="en-US"/>
          </a:p>
        </p:txBody>
      </p:sp>
    </p:spTree>
    <p:extLst>
      <p:ext uri="{BB962C8B-B14F-4D97-AF65-F5344CB8AC3E}">
        <p14:creationId xmlns:p14="http://schemas.microsoft.com/office/powerpoint/2010/main" val="23530057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1065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ea typeface="宋体" pitchFamily="2" charset="-122"/>
              </a:defRPr>
            </a:lvl1pPr>
            <a:lvl2pPr marL="742950" indent="-285750" eaLnBrk="0" hangingPunct="0">
              <a:spcBef>
                <a:spcPct val="30000"/>
              </a:spcBef>
              <a:defRPr sz="1200">
                <a:solidFill>
                  <a:schemeClr val="tx1"/>
                </a:solidFill>
                <a:latin typeface="Calibri" pitchFamily="34" charset="0"/>
                <a:ea typeface="宋体" pitchFamily="2" charset="-122"/>
              </a:defRPr>
            </a:lvl2pPr>
            <a:lvl3pPr marL="1143000" indent="-228600" eaLnBrk="0" hangingPunct="0">
              <a:spcBef>
                <a:spcPct val="30000"/>
              </a:spcBef>
              <a:defRPr sz="1200">
                <a:solidFill>
                  <a:schemeClr val="tx1"/>
                </a:solidFill>
                <a:latin typeface="Calibri" pitchFamily="34" charset="0"/>
                <a:ea typeface="宋体" pitchFamily="2" charset="-122"/>
              </a:defRPr>
            </a:lvl3pPr>
            <a:lvl4pPr marL="1600200" indent="-228600" eaLnBrk="0" hangingPunct="0">
              <a:spcBef>
                <a:spcPct val="30000"/>
              </a:spcBef>
              <a:defRPr sz="1200">
                <a:solidFill>
                  <a:schemeClr val="tx1"/>
                </a:solidFill>
                <a:latin typeface="Calibri" pitchFamily="34" charset="0"/>
                <a:ea typeface="宋体" pitchFamily="2" charset="-122"/>
              </a:defRPr>
            </a:lvl4pPr>
            <a:lvl5pPr marL="2057400" indent="-228600" eaLnBrk="0" hangingPunct="0">
              <a:spcBef>
                <a:spcPct val="30000"/>
              </a:spcBef>
              <a:defRPr sz="1200">
                <a:solidFill>
                  <a:schemeClr val="tx1"/>
                </a:solidFill>
                <a:latin typeface="Calibri"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pitchFamily="2" charset="-122"/>
              </a:defRPr>
            </a:lvl9pPr>
          </a:lstStyle>
          <a:p>
            <a:pPr eaLnBrk="1" hangingPunct="1">
              <a:spcBef>
                <a:spcPct val="0"/>
              </a:spcBef>
            </a:pPr>
            <a:fld id="{D7EAEB07-BEB5-48CB-8600-1627116E2090}" type="slidenum">
              <a:rPr lang="zh-CN" altLang="en-US" smtClean="0"/>
              <a:pPr eaLnBrk="1" hangingPunct="1">
                <a:spcBef>
                  <a:spcPct val="0"/>
                </a:spcBef>
              </a:pPr>
              <a:t>35</a:t>
            </a:fld>
            <a:endParaRPr lang="zh-CN" alt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HMS 2016 </a:t>
            </a:r>
            <a:r>
              <a:rPr lang="zh-CN" altLang="en-US" dirty="0" smtClean="0"/>
              <a:t>工业网络市场份额</a:t>
            </a:r>
            <a:endParaRPr lang="zh-CN" altLang="en-US" dirty="0"/>
          </a:p>
        </p:txBody>
      </p:sp>
      <p:sp>
        <p:nvSpPr>
          <p:cNvPr id="4" name="灯片编号占位符 3"/>
          <p:cNvSpPr>
            <a:spLocks noGrp="1"/>
          </p:cNvSpPr>
          <p:nvPr>
            <p:ph type="sldNum" sz="quarter" idx="10"/>
          </p:nvPr>
        </p:nvSpPr>
        <p:spPr/>
        <p:txBody>
          <a:bodyPr/>
          <a:lstStyle/>
          <a:p>
            <a:pPr>
              <a:defRPr/>
            </a:pPr>
            <a:fld id="{CE4DAB1B-DA6B-4B34-A01E-64D9D22ED117}" type="slidenum">
              <a:rPr lang="zh-CN" altLang="en-US" smtClean="0"/>
              <a:pPr>
                <a:defRPr/>
              </a:pPr>
              <a:t>44</a:t>
            </a:fld>
            <a:endParaRPr lang="zh-CN" altLang="en-US"/>
          </a:p>
        </p:txBody>
      </p:sp>
    </p:spTree>
    <p:extLst>
      <p:ext uri="{BB962C8B-B14F-4D97-AF65-F5344CB8AC3E}">
        <p14:creationId xmlns:p14="http://schemas.microsoft.com/office/powerpoint/2010/main" val="36189754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9"/>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5" name="日期占位符 3"/>
          <p:cNvSpPr>
            <a:spLocks noGrp="1"/>
          </p:cNvSpPr>
          <p:nvPr>
            <p:ph type="dt" sz="half" idx="10"/>
          </p:nvPr>
        </p:nvSpPr>
        <p:spPr/>
        <p:txBody>
          <a:bodyPr/>
          <a:lstStyle>
            <a:lvl1pPr>
              <a:defRPr/>
            </a:lvl1pPr>
          </a:lstStyle>
          <a:p>
            <a:pPr>
              <a:defRPr/>
            </a:pPr>
            <a:fld id="{6C4CE858-AF99-42E9-BDF6-908E75EB36DD}" type="datetimeFigureOut">
              <a:rPr lang="zh-CN" altLang="en-US"/>
              <a:pPr>
                <a:defRPr/>
              </a:pPr>
              <a:t>2016/9/25</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FE5CF039-59B4-419A-860C-B3E2C056C847}" type="slidenum">
              <a:rPr lang="zh-CN" altLang="en-US"/>
              <a:pPr>
                <a:defRPr/>
              </a:pPr>
              <a:t>‹#›</a:t>
            </a:fld>
            <a:endParaRPr lang="zh-CN" altLang="en-US"/>
          </a:p>
        </p:txBody>
      </p:sp>
    </p:spTree>
    <p:extLst>
      <p:ext uri="{BB962C8B-B14F-4D97-AF65-F5344CB8AC3E}">
        <p14:creationId xmlns:p14="http://schemas.microsoft.com/office/powerpoint/2010/main" val="252584732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7950" y="44451"/>
            <a:ext cx="7343775" cy="792262"/>
          </a:xfrm>
        </p:spPr>
        <p:txBody>
          <a:bodyPr/>
          <a:lstStyle>
            <a:lvl1pPr>
              <a:defRPr baseline="0">
                <a:solidFill>
                  <a:srgbClr val="002060"/>
                </a:solidFill>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107950" y="980728"/>
            <a:ext cx="8784530" cy="5256584"/>
          </a:xfrm>
        </p:spPr>
        <p:txBody>
          <a:bodyPr/>
          <a:lstStyle>
            <a:lvl1pPr>
              <a:defRPr>
                <a:solidFill>
                  <a:schemeClr val="accent3">
                    <a:lumMod val="50000"/>
                  </a:schemeClr>
                </a:solidFill>
              </a:defRPr>
            </a:lvl1pPr>
            <a:lvl2pPr>
              <a:defRPr baseline="0">
                <a:solidFill>
                  <a:schemeClr val="accent3">
                    <a:lumMod val="50000"/>
                  </a:schemeClr>
                </a:solidFill>
                <a:latin typeface="Calibri" panose="020F0502020204030204" pitchFamily="34" charset="0"/>
                <a:ea typeface="楷体_GB2312" panose="02010609030101010101" pitchFamily="49" charset="-122"/>
              </a:defRPr>
            </a:lvl2pPr>
            <a:lvl3pPr>
              <a:defRPr baseline="0">
                <a:solidFill>
                  <a:schemeClr val="accent3">
                    <a:lumMod val="50000"/>
                  </a:schemeClr>
                </a:solidFill>
                <a:ea typeface="楷体_GB2312" panose="02010609030101010101" pitchFamily="49" charset="-122"/>
              </a:defRPr>
            </a:lvl3pPr>
            <a:lvl4pPr>
              <a:defRPr>
                <a:solidFill>
                  <a:schemeClr val="accent3">
                    <a:lumMod val="50000"/>
                  </a:schemeClr>
                </a:solidFill>
              </a:defRPr>
            </a:lvl4pPr>
            <a:lvl5pPr>
              <a:defRPr>
                <a:solidFill>
                  <a:schemeClr val="accent3">
                    <a:lumMod val="50000"/>
                  </a:schemeClr>
                </a:solidFill>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lvl1pPr>
              <a:defRPr/>
            </a:lvl1pPr>
          </a:lstStyle>
          <a:p>
            <a:pPr>
              <a:defRPr/>
            </a:pPr>
            <a:fld id="{23B33B8E-A245-46A0-8760-EFB5D71920C3}" type="datetimeFigureOut">
              <a:rPr lang="zh-CN" altLang="en-US"/>
              <a:pPr>
                <a:defRPr/>
              </a:pPr>
              <a:t>2016/9/25</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332A72A-75F7-42B2-B54E-3F8C1D2D93E9}" type="slidenum">
              <a:rPr lang="zh-CN" altLang="en-US"/>
              <a:pPr>
                <a:defRPr/>
              </a:pPr>
              <a:t>‹#›</a:t>
            </a:fld>
            <a:endParaRPr lang="zh-CN" altLang="en-US"/>
          </a:p>
        </p:txBody>
      </p:sp>
    </p:spTree>
    <p:extLst>
      <p:ext uri="{BB962C8B-B14F-4D97-AF65-F5344CB8AC3E}">
        <p14:creationId xmlns:p14="http://schemas.microsoft.com/office/powerpoint/2010/main" val="2892016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a:defRPr/>
            </a:pPr>
            <a:fld id="{3FE16960-472D-44ED-9E4A-C46DD1F884C9}" type="datetimeFigureOut">
              <a:rPr lang="zh-CN" altLang="en-US"/>
              <a:pPr>
                <a:defRPr/>
              </a:pPr>
              <a:t>2016/9/25</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43A09A76-E662-4364-987B-DC9AE9D472AF}" type="slidenum">
              <a:rPr lang="zh-CN" altLang="en-US"/>
              <a:pPr>
                <a:defRPr/>
              </a:pPr>
              <a:t>‹#›</a:t>
            </a:fld>
            <a:endParaRPr lang="zh-CN" altLang="en-US"/>
          </a:p>
        </p:txBody>
      </p:sp>
    </p:spTree>
    <p:extLst>
      <p:ext uri="{BB962C8B-B14F-4D97-AF65-F5344CB8AC3E}">
        <p14:creationId xmlns:p14="http://schemas.microsoft.com/office/powerpoint/2010/main" val="4037822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F1D0878D-8BD7-48FA-BCC1-68594CD70C94}" type="datetimeFigureOut">
              <a:rPr lang="zh-CN" altLang="en-US"/>
              <a:pPr>
                <a:defRPr/>
              </a:pPr>
              <a:t>2016/9/25</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82F70EB3-14CF-4060-9019-E7C171ED173F}" type="slidenum">
              <a:rPr lang="zh-CN" altLang="en-US"/>
              <a:pPr>
                <a:defRPr/>
              </a:pPr>
              <a:t>‹#›</a:t>
            </a:fld>
            <a:endParaRPr lang="zh-CN" altLang="en-US"/>
          </a:p>
        </p:txBody>
      </p:sp>
    </p:spTree>
    <p:extLst>
      <p:ext uri="{BB962C8B-B14F-4D97-AF65-F5344CB8AC3E}">
        <p14:creationId xmlns:p14="http://schemas.microsoft.com/office/powerpoint/2010/main" val="41960346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09BE669D-207C-4AE6-9344-E4F2B429481A}" type="datetimeFigureOut">
              <a:rPr lang="zh-CN" altLang="en-US"/>
              <a:pPr>
                <a:defRPr/>
              </a:pPr>
              <a:t>2016/9/25</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4D8C0D57-9516-4766-8F51-5320573FBF8D}" type="slidenum">
              <a:rPr lang="zh-CN" altLang="en-US"/>
              <a:pPr>
                <a:defRPr/>
              </a:pPr>
              <a:t>‹#›</a:t>
            </a:fld>
            <a:endParaRPr lang="zh-CN" altLang="en-US"/>
          </a:p>
        </p:txBody>
      </p:sp>
    </p:spTree>
    <p:extLst>
      <p:ext uri="{BB962C8B-B14F-4D97-AF65-F5344CB8AC3E}">
        <p14:creationId xmlns:p14="http://schemas.microsoft.com/office/powerpoint/2010/main" val="17929193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CF9DE198-F20C-421A-AEF6-FF212366877D}" type="datetimeFigureOut">
              <a:rPr lang="zh-CN" altLang="en-US"/>
              <a:pPr>
                <a:defRPr/>
              </a:pPr>
              <a:t>2016/9/25</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889826EF-2CC8-4C65-8FBE-4D198B3EB975}" type="slidenum">
              <a:rPr lang="zh-CN" altLang="en-US"/>
              <a:pPr>
                <a:defRPr/>
              </a:pPr>
              <a:t>‹#›</a:t>
            </a:fld>
            <a:endParaRPr lang="zh-CN" altLang="en-US"/>
          </a:p>
        </p:txBody>
      </p:sp>
    </p:spTree>
    <p:extLst>
      <p:ext uri="{BB962C8B-B14F-4D97-AF65-F5344CB8AC3E}">
        <p14:creationId xmlns:p14="http://schemas.microsoft.com/office/powerpoint/2010/main" val="1598603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591DD7B3-3EC1-4607-847B-8C54CA729584}" type="datetimeFigureOut">
              <a:rPr lang="zh-CN" altLang="en-US"/>
              <a:pPr>
                <a:defRPr/>
              </a:pPr>
              <a:t>2016/9/25</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E88823A5-8202-4725-A1F7-35DB3ED7ADDE}" type="slidenum">
              <a:rPr lang="zh-CN" altLang="en-US"/>
              <a:pPr>
                <a:defRPr/>
              </a:pPr>
              <a:t>‹#›</a:t>
            </a:fld>
            <a:endParaRPr lang="zh-CN" altLang="en-US"/>
          </a:p>
        </p:txBody>
      </p:sp>
    </p:spTree>
    <p:extLst>
      <p:ext uri="{BB962C8B-B14F-4D97-AF65-F5344CB8AC3E}">
        <p14:creationId xmlns:p14="http://schemas.microsoft.com/office/powerpoint/2010/main" val="4187996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AA0052A3-53FE-43D5-9330-C061838369F1}" type="datetimeFigureOut">
              <a:rPr lang="zh-CN" altLang="en-US"/>
              <a:pPr>
                <a:defRPr/>
              </a:pPr>
              <a:t>2016/9/25</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9583D373-8291-4054-9DC8-2360EAC6C787}" type="slidenum">
              <a:rPr lang="zh-CN" altLang="en-US"/>
              <a:pPr>
                <a:defRPr/>
              </a:pPr>
              <a:t>‹#›</a:t>
            </a:fld>
            <a:endParaRPr lang="zh-CN" altLang="en-US"/>
          </a:p>
        </p:txBody>
      </p:sp>
    </p:spTree>
    <p:extLst>
      <p:ext uri="{BB962C8B-B14F-4D97-AF65-F5344CB8AC3E}">
        <p14:creationId xmlns:p14="http://schemas.microsoft.com/office/powerpoint/2010/main" val="3050366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8BECB78C-B084-4D34-9900-1567EF213BF2}" type="datetimeFigureOut">
              <a:rPr lang="zh-CN" altLang="en-US"/>
              <a:pPr>
                <a:defRPr/>
              </a:pPr>
              <a:t>2016/9/25</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0D0817E3-EC4F-40FF-9610-B96E544C480C}" type="slidenum">
              <a:rPr lang="zh-CN" altLang="en-US"/>
              <a:pPr>
                <a:defRPr/>
              </a:pPr>
              <a:t>‹#›</a:t>
            </a:fld>
            <a:endParaRPr lang="zh-CN" altLang="en-US"/>
          </a:p>
        </p:txBody>
      </p:sp>
    </p:spTree>
    <p:extLst>
      <p:ext uri="{BB962C8B-B14F-4D97-AF65-F5344CB8AC3E}">
        <p14:creationId xmlns:p14="http://schemas.microsoft.com/office/powerpoint/2010/main" val="2325082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D17EA616-BE7A-412E-8FB3-D3F1980ED3FC}" type="datetimeFigureOut">
              <a:rPr lang="zh-CN" altLang="en-US"/>
              <a:pPr>
                <a:defRPr/>
              </a:pPr>
              <a:t>2016/9/25</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854094C-2CB2-42C0-8CFD-61E6FFBFCA15}" type="slidenum">
              <a:rPr lang="zh-CN" altLang="en-US"/>
              <a:pPr>
                <a:defRPr/>
              </a:pPr>
              <a:t>‹#›</a:t>
            </a:fld>
            <a:endParaRPr lang="zh-CN" altLang="en-US"/>
          </a:p>
        </p:txBody>
      </p:sp>
    </p:spTree>
    <p:extLst>
      <p:ext uri="{BB962C8B-B14F-4D97-AF65-F5344CB8AC3E}">
        <p14:creationId xmlns:p14="http://schemas.microsoft.com/office/powerpoint/2010/main" val="38008074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DA5D70C9-1312-4149-BE10-7B4BAF0DACB5}" type="datetimeFigureOut">
              <a:rPr lang="zh-CN" altLang="en-US"/>
              <a:pPr>
                <a:defRPr/>
              </a:pPr>
              <a:t>2016/9/25</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086B419-D0B4-4222-9325-E2A46A3EA7E8}" type="slidenum">
              <a:rPr lang="zh-CN" altLang="en-US"/>
              <a:pPr>
                <a:defRPr/>
              </a:pPr>
              <a:t>‹#›</a:t>
            </a:fld>
            <a:endParaRPr lang="zh-CN" altLang="en-US"/>
          </a:p>
        </p:txBody>
      </p:sp>
    </p:spTree>
    <p:extLst>
      <p:ext uri="{BB962C8B-B14F-4D97-AF65-F5344CB8AC3E}">
        <p14:creationId xmlns:p14="http://schemas.microsoft.com/office/powerpoint/2010/main" val="1350177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107950" y="44450"/>
            <a:ext cx="734377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文本占位符 2"/>
          <p:cNvSpPr>
            <a:spLocks noGrp="1"/>
          </p:cNvSpPr>
          <p:nvPr>
            <p:ph type="body" idx="1"/>
          </p:nvPr>
        </p:nvSpPr>
        <p:spPr bwMode="auto">
          <a:xfrm>
            <a:off x="107950" y="1125538"/>
            <a:ext cx="8928100" cy="4957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60B9684A-7D67-4191-B2D1-D72310D86726}" type="datetimeFigureOut">
              <a:rPr lang="zh-CN" altLang="en-US"/>
              <a:pPr>
                <a:defRPr/>
              </a:pPr>
              <a:t>2016/9/25</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13225D65-2831-4679-859B-259E4690D793}" type="slidenum">
              <a:rPr lang="zh-CN" altLang="en-US"/>
              <a:pPr>
                <a:defRPr/>
              </a:pPr>
              <a:t>‹#›</a:t>
            </a:fld>
            <a:endParaRPr lang="zh-CN" altLang="en-US"/>
          </a:p>
        </p:txBody>
      </p:sp>
      <p:pic>
        <p:nvPicPr>
          <p:cNvPr id="1031" name="图片 13"/>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2700" y="6165850"/>
            <a:ext cx="9144000"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Line 41"/>
          <p:cNvSpPr>
            <a:spLocks noChangeShapeType="1"/>
          </p:cNvSpPr>
          <p:nvPr userDrawn="1"/>
        </p:nvSpPr>
        <p:spPr bwMode="auto">
          <a:xfrm>
            <a:off x="179388" y="836613"/>
            <a:ext cx="7272337" cy="0"/>
          </a:xfrm>
          <a:prstGeom prst="line">
            <a:avLst/>
          </a:prstGeom>
          <a:ln>
            <a:headEnd/>
            <a:tailEnd/>
          </a:ln>
        </p:spPr>
        <p:style>
          <a:lnRef idx="2">
            <a:schemeClr val="dk1"/>
          </a:lnRef>
          <a:fillRef idx="0">
            <a:schemeClr val="dk1"/>
          </a:fillRef>
          <a:effectRef idx="1">
            <a:schemeClr val="dk1"/>
          </a:effectRef>
          <a:fontRef idx="minor">
            <a:schemeClr val="tx1"/>
          </a:fontRef>
        </p:style>
        <p:txBody>
          <a:bodyPr/>
          <a:lstStyle/>
          <a:p>
            <a:pPr fontAlgn="auto">
              <a:spcBef>
                <a:spcPts val="0"/>
              </a:spcBef>
              <a:spcAft>
                <a:spcPts val="0"/>
              </a:spcAft>
              <a:defRPr/>
            </a:pPr>
            <a:endParaRPr lang="zh-CN" altLang="en-US"/>
          </a:p>
        </p:txBody>
      </p:sp>
      <p:pic>
        <p:nvPicPr>
          <p:cNvPr id="1033" name="图片 15"/>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8105775" y="44450"/>
            <a:ext cx="10033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91"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Lst>
  <p:timing>
    <p:tnLst>
      <p:par>
        <p:cTn id="1" dur="indefinite" restart="never" nodeType="tmRoot"/>
      </p:par>
    </p:tnLst>
  </p:timing>
  <p:txStyles>
    <p:titleStyle>
      <a:lvl1pPr algn="l" rtl="0" eaLnBrk="0" fontAlgn="base" hangingPunct="0">
        <a:spcBef>
          <a:spcPct val="0"/>
        </a:spcBef>
        <a:spcAft>
          <a:spcPct val="0"/>
        </a:spcAft>
        <a:defRPr sz="3600" b="1" kern="1200">
          <a:solidFill>
            <a:srgbClr val="0070C0"/>
          </a:solidFill>
          <a:latin typeface="+mj-lt"/>
          <a:ea typeface="楷体_GB2312" panose="02010609030101010101" pitchFamily="49" charset="-122"/>
          <a:cs typeface="+mj-cs"/>
        </a:defRPr>
      </a:lvl1pPr>
      <a:lvl2pPr algn="l" rtl="0" eaLnBrk="0" fontAlgn="base" hangingPunct="0">
        <a:spcBef>
          <a:spcPct val="0"/>
        </a:spcBef>
        <a:spcAft>
          <a:spcPct val="0"/>
        </a:spcAft>
        <a:defRPr sz="3600" b="1">
          <a:solidFill>
            <a:srgbClr val="0070C0"/>
          </a:solidFill>
          <a:latin typeface="Calibri" pitchFamily="34" charset="0"/>
          <a:ea typeface="楷体_GB2312" pitchFamily="49" charset="-122"/>
        </a:defRPr>
      </a:lvl2pPr>
      <a:lvl3pPr algn="l" rtl="0" eaLnBrk="0" fontAlgn="base" hangingPunct="0">
        <a:spcBef>
          <a:spcPct val="0"/>
        </a:spcBef>
        <a:spcAft>
          <a:spcPct val="0"/>
        </a:spcAft>
        <a:defRPr sz="3600" b="1">
          <a:solidFill>
            <a:srgbClr val="0070C0"/>
          </a:solidFill>
          <a:latin typeface="Calibri" pitchFamily="34" charset="0"/>
          <a:ea typeface="楷体_GB2312" pitchFamily="49" charset="-122"/>
        </a:defRPr>
      </a:lvl3pPr>
      <a:lvl4pPr algn="l" rtl="0" eaLnBrk="0" fontAlgn="base" hangingPunct="0">
        <a:spcBef>
          <a:spcPct val="0"/>
        </a:spcBef>
        <a:spcAft>
          <a:spcPct val="0"/>
        </a:spcAft>
        <a:defRPr sz="3600" b="1">
          <a:solidFill>
            <a:srgbClr val="0070C0"/>
          </a:solidFill>
          <a:latin typeface="Calibri" pitchFamily="34" charset="0"/>
          <a:ea typeface="楷体_GB2312" pitchFamily="49" charset="-122"/>
        </a:defRPr>
      </a:lvl4pPr>
      <a:lvl5pPr algn="l" rtl="0" eaLnBrk="0" fontAlgn="base" hangingPunct="0">
        <a:spcBef>
          <a:spcPct val="0"/>
        </a:spcBef>
        <a:spcAft>
          <a:spcPct val="0"/>
        </a:spcAft>
        <a:defRPr sz="3600" b="1">
          <a:solidFill>
            <a:srgbClr val="0070C0"/>
          </a:solidFill>
          <a:latin typeface="Calibri" pitchFamily="34" charset="0"/>
          <a:ea typeface="楷体_GB2312" pitchFamily="49" charset="-122"/>
        </a:defRPr>
      </a:lvl5pPr>
      <a:lvl6pPr marL="457200" algn="l" rtl="0" fontAlgn="base">
        <a:spcBef>
          <a:spcPct val="0"/>
        </a:spcBef>
        <a:spcAft>
          <a:spcPct val="0"/>
        </a:spcAft>
        <a:defRPr sz="4400">
          <a:solidFill>
            <a:schemeClr val="tx1"/>
          </a:solidFill>
          <a:latin typeface="Calibri" pitchFamily="34" charset="0"/>
          <a:ea typeface="宋体" charset="-122"/>
        </a:defRPr>
      </a:lvl6pPr>
      <a:lvl7pPr marL="914400" algn="l" rtl="0" fontAlgn="base">
        <a:spcBef>
          <a:spcPct val="0"/>
        </a:spcBef>
        <a:spcAft>
          <a:spcPct val="0"/>
        </a:spcAft>
        <a:defRPr sz="4400">
          <a:solidFill>
            <a:schemeClr val="tx1"/>
          </a:solidFill>
          <a:latin typeface="Calibri" pitchFamily="34" charset="0"/>
          <a:ea typeface="宋体" charset="-122"/>
        </a:defRPr>
      </a:lvl7pPr>
      <a:lvl8pPr marL="1371600" algn="l" rtl="0" fontAlgn="base">
        <a:spcBef>
          <a:spcPct val="0"/>
        </a:spcBef>
        <a:spcAft>
          <a:spcPct val="0"/>
        </a:spcAft>
        <a:defRPr sz="4400">
          <a:solidFill>
            <a:schemeClr val="tx1"/>
          </a:solidFill>
          <a:latin typeface="Calibri" pitchFamily="34" charset="0"/>
          <a:ea typeface="宋体" charset="-122"/>
        </a:defRPr>
      </a:lvl8pPr>
      <a:lvl9pPr marL="1828800" algn="l"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楷体_GB2312" panose="02010609030101010101" pitchFamily="49" charset="-122"/>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9.png"/></Relationships>
</file>

<file path=ppt/slides/_rels/slide4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1.png"/></Relationships>
</file>

<file path=ppt/slides/_rels/slide5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p:cNvSpPr>
            <a:spLocks noGrp="1"/>
          </p:cNvSpPr>
          <p:nvPr>
            <p:ph type="ctrTitle"/>
          </p:nvPr>
        </p:nvSpPr>
        <p:spPr>
          <a:xfrm>
            <a:off x="685800" y="1988840"/>
            <a:ext cx="7772400" cy="2187674"/>
          </a:xfrm>
        </p:spPr>
        <p:txBody>
          <a:bodyPr/>
          <a:lstStyle/>
          <a:p>
            <a:pPr algn="ctr" eaLnBrk="1" hangingPunct="1"/>
            <a:r>
              <a:rPr lang="zh-CN" altLang="en-US" sz="8000" dirty="0" smtClean="0">
                <a:latin typeface="Calibri" panose="020F0502020204030204" pitchFamily="34" charset="0"/>
                <a:ea typeface="楷体" panose="02010609060101010101" pitchFamily="49" charset="-122"/>
              </a:rPr>
              <a:t>第</a:t>
            </a:r>
            <a:r>
              <a:rPr lang="en-US" altLang="zh-CN" sz="8000" dirty="0" smtClean="0">
                <a:latin typeface="Calibri" panose="020F0502020204030204" pitchFamily="34" charset="0"/>
                <a:ea typeface="楷体" panose="02010609060101010101" pitchFamily="49" charset="-122"/>
              </a:rPr>
              <a:t>1</a:t>
            </a:r>
            <a:r>
              <a:rPr lang="zh-CN" altLang="en-US" sz="8000" dirty="0" smtClean="0">
                <a:latin typeface="Calibri" panose="020F0502020204030204" pitchFamily="34" charset="0"/>
                <a:ea typeface="楷体" panose="02010609060101010101" pitchFamily="49" charset="-122"/>
              </a:rPr>
              <a:t>章 概述</a:t>
            </a:r>
            <a:endParaRPr lang="zh-CN" altLang="en-US" sz="8000" dirty="0" smtClean="0">
              <a:latin typeface="Calibri" panose="020F0502020204030204" pitchFamily="34" charset="0"/>
              <a:ea typeface="楷体" panose="02010609060101010101" pitchFamily="49" charset="-122"/>
            </a:endParaRPr>
          </a:p>
        </p:txBody>
      </p:sp>
      <p:sp>
        <p:nvSpPr>
          <p:cNvPr id="3" name="副标题 2"/>
          <p:cNvSpPr>
            <a:spLocks noGrp="1"/>
          </p:cNvSpPr>
          <p:nvPr>
            <p:ph type="subTitle" idx="1"/>
          </p:nvPr>
        </p:nvSpPr>
        <p:spPr>
          <a:xfrm>
            <a:off x="2736850" y="4437063"/>
            <a:ext cx="6400800" cy="720725"/>
          </a:xfrm>
        </p:spPr>
        <p:txBody>
          <a:bodyPr rtlCol="0">
            <a:normAutofit/>
          </a:bodyPr>
          <a:lstStyle/>
          <a:p>
            <a:pPr eaLnBrk="1" fontAlgn="auto" hangingPunct="1">
              <a:spcAft>
                <a:spcPts val="0"/>
              </a:spcAft>
              <a:buFont typeface="Arial" pitchFamily="34" charset="0"/>
              <a:buNone/>
              <a:defRPr/>
            </a:pPr>
            <a:r>
              <a:rPr lang="zh-CN" altLang="en-US" b="1" dirty="0" smtClean="0">
                <a:latin typeface="楷体" panose="02010609060101010101" pitchFamily="49" charset="-122"/>
                <a:ea typeface="楷体" panose="02010609060101010101" pitchFamily="49" charset="-122"/>
              </a:rPr>
              <a:t>主讲教师：张筱磊</a:t>
            </a:r>
            <a:endParaRPr lang="zh-CN" altLang="en-US" b="1"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参考教材</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Char char="u"/>
            </a:pPr>
            <a:r>
              <a:rPr lang="zh-CN" altLang="en-US" sz="2800" dirty="0" smtClean="0"/>
              <a:t>阳宪惠，</a:t>
            </a:r>
            <a:r>
              <a:rPr lang="en-US" altLang="zh-CN" sz="2800" dirty="0" smtClean="0"/>
              <a:t>《</a:t>
            </a:r>
            <a:r>
              <a:rPr lang="zh-CN" altLang="en-US" sz="2800" dirty="0" smtClean="0"/>
              <a:t>现场总线技术及其应用</a:t>
            </a:r>
            <a:r>
              <a:rPr lang="en-US" altLang="zh-CN" sz="2800" dirty="0" smtClean="0"/>
              <a:t>》</a:t>
            </a:r>
            <a:r>
              <a:rPr lang="zh-CN" altLang="en-US" sz="2800" dirty="0" smtClean="0"/>
              <a:t>，第</a:t>
            </a:r>
            <a:r>
              <a:rPr lang="en-US" altLang="zh-CN" sz="2800" dirty="0" smtClean="0"/>
              <a:t>2</a:t>
            </a:r>
            <a:r>
              <a:rPr lang="zh-CN" altLang="en-US" sz="2800" dirty="0" smtClean="0"/>
              <a:t>版，清华大学出版社，</a:t>
            </a:r>
            <a:r>
              <a:rPr lang="en-US" altLang="zh-CN" sz="2800" dirty="0" smtClean="0"/>
              <a:t>2008.</a:t>
            </a:r>
          </a:p>
          <a:p>
            <a:pPr>
              <a:buFont typeface="Wingdings" panose="05000000000000000000" pitchFamily="2" charset="2"/>
              <a:buChar char="u"/>
            </a:pPr>
            <a:r>
              <a:rPr lang="en-US" altLang="zh-CN" sz="2800" dirty="0" smtClean="0"/>
              <a:t>Richard </a:t>
            </a:r>
            <a:r>
              <a:rPr lang="en-US" altLang="zh-CN" sz="2800" dirty="0" err="1" smtClean="0"/>
              <a:t>Zurawski</a:t>
            </a:r>
            <a:r>
              <a:rPr lang="zh-CN" altLang="en-US" sz="2800" dirty="0" smtClean="0"/>
              <a:t>，</a:t>
            </a:r>
            <a:r>
              <a:rPr lang="en-US" altLang="zh-CN" sz="2800" dirty="0" smtClean="0"/>
              <a:t>《Industrial Communication Technology Handbook》</a:t>
            </a:r>
            <a:r>
              <a:rPr lang="zh-CN" altLang="en-US" sz="2800" dirty="0" smtClean="0"/>
              <a:t>，</a:t>
            </a:r>
            <a:r>
              <a:rPr lang="en-US" altLang="zh-CN" sz="2800" dirty="0" smtClean="0"/>
              <a:t>Second Edition</a:t>
            </a:r>
            <a:r>
              <a:rPr lang="zh-CN" altLang="en-US" sz="2800" dirty="0" smtClean="0"/>
              <a:t>，</a:t>
            </a:r>
            <a:r>
              <a:rPr lang="en-US" altLang="zh-CN" sz="2800" dirty="0" smtClean="0"/>
              <a:t>CRC</a:t>
            </a:r>
            <a:r>
              <a:rPr lang="zh-CN" altLang="en-US" sz="2800" dirty="0" smtClean="0"/>
              <a:t>，</a:t>
            </a:r>
            <a:r>
              <a:rPr lang="en-US" altLang="zh-CN" sz="2800" dirty="0" smtClean="0"/>
              <a:t>2014</a:t>
            </a:r>
            <a:endParaRPr lang="zh-CN" altLang="en-US" sz="2800" dirty="0"/>
          </a:p>
        </p:txBody>
      </p:sp>
    </p:spTree>
    <p:extLst>
      <p:ext uri="{BB962C8B-B14F-4D97-AF65-F5344CB8AC3E}">
        <p14:creationId xmlns:p14="http://schemas.microsoft.com/office/powerpoint/2010/main" val="41051534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a:xfrm>
            <a:off x="107950" y="44450"/>
            <a:ext cx="7343775" cy="792163"/>
          </a:xfrm>
        </p:spPr>
        <p:txBody>
          <a:bodyPr/>
          <a:lstStyle/>
          <a:p>
            <a:pPr eaLnBrk="1" hangingPunct="1"/>
            <a:r>
              <a:rPr lang="zh-CN" altLang="en-US" smtClean="0"/>
              <a:t>第</a:t>
            </a:r>
            <a:r>
              <a:rPr lang="en-US" altLang="zh-CN" smtClean="0"/>
              <a:t>1</a:t>
            </a:r>
            <a:r>
              <a:rPr lang="zh-CN" altLang="en-US" smtClean="0"/>
              <a:t>章 概述</a:t>
            </a:r>
          </a:p>
        </p:txBody>
      </p:sp>
      <p:sp>
        <p:nvSpPr>
          <p:cNvPr id="3" name="内容占位符 2"/>
          <p:cNvSpPr>
            <a:spLocks noGrp="1"/>
          </p:cNvSpPr>
          <p:nvPr>
            <p:ph idx="1"/>
          </p:nvPr>
        </p:nvSpPr>
        <p:spPr>
          <a:xfrm>
            <a:off x="107950" y="981075"/>
            <a:ext cx="8928100" cy="5102225"/>
          </a:xfrm>
        </p:spPr>
        <p:txBody>
          <a:bodyPr/>
          <a:lstStyle/>
          <a:p>
            <a:pPr eaLnBrk="1" hangingPunct="1">
              <a:lnSpc>
                <a:spcPct val="150000"/>
              </a:lnSpc>
              <a:buFont typeface="Wingdings" panose="05000000000000000000" pitchFamily="2" charset="2"/>
              <a:buChar char="ü"/>
              <a:defRPr/>
            </a:pPr>
            <a:r>
              <a:rPr lang="en-US" altLang="zh-CN" sz="2800" dirty="0" smtClean="0">
                <a:solidFill>
                  <a:srgbClr val="FF0000"/>
                </a:solidFill>
              </a:rPr>
              <a:t>1.1 </a:t>
            </a:r>
            <a:r>
              <a:rPr lang="zh-CN" altLang="en-US" sz="2800" dirty="0" smtClean="0">
                <a:solidFill>
                  <a:srgbClr val="FF0000"/>
                </a:solidFill>
              </a:rPr>
              <a:t>工业控制网络系统</a:t>
            </a:r>
            <a:endParaRPr lang="en-US" altLang="zh-CN" sz="2800" dirty="0" smtClean="0">
              <a:solidFill>
                <a:srgbClr val="FF0000"/>
              </a:solidFill>
            </a:endParaRPr>
          </a:p>
          <a:p>
            <a:pPr eaLnBrk="1" hangingPunct="1">
              <a:lnSpc>
                <a:spcPct val="150000"/>
              </a:lnSpc>
              <a:buFont typeface="Wingdings" panose="05000000000000000000" pitchFamily="2" charset="2"/>
              <a:buChar char="ü"/>
              <a:defRPr/>
            </a:pPr>
            <a:endParaRPr lang="zh-CN" altLang="en-US" sz="2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a:xfrm>
            <a:off x="107950" y="44450"/>
            <a:ext cx="7343775" cy="792163"/>
          </a:xfrm>
        </p:spPr>
        <p:txBody>
          <a:bodyPr/>
          <a:lstStyle/>
          <a:p>
            <a:pPr eaLnBrk="1" hangingPunct="1"/>
            <a:r>
              <a:rPr lang="en-US" altLang="zh-CN" dirty="0" smtClean="0"/>
              <a:t>1.1 </a:t>
            </a:r>
            <a:r>
              <a:rPr lang="zh-CN" altLang="en-US" dirty="0" smtClean="0"/>
              <a:t>工业控制网络系统</a:t>
            </a:r>
          </a:p>
        </p:txBody>
      </p:sp>
      <p:sp>
        <p:nvSpPr>
          <p:cNvPr id="3" name="内容占位符 2"/>
          <p:cNvSpPr>
            <a:spLocks noGrp="1"/>
          </p:cNvSpPr>
          <p:nvPr>
            <p:ph idx="1"/>
          </p:nvPr>
        </p:nvSpPr>
        <p:spPr>
          <a:xfrm>
            <a:off x="107950" y="981075"/>
            <a:ext cx="8785225" cy="5256213"/>
          </a:xfrm>
        </p:spPr>
        <p:txBody>
          <a:bodyPr/>
          <a:lstStyle/>
          <a:p>
            <a:pPr marL="0" indent="0" eaLnBrk="1" hangingPunct="1">
              <a:buFont typeface="Arial" charset="0"/>
              <a:buNone/>
              <a:defRPr/>
            </a:pPr>
            <a:r>
              <a:rPr lang="zh-CN" altLang="en-US" dirty="0"/>
              <a:t>一</a:t>
            </a:r>
            <a:r>
              <a:rPr lang="zh-CN" altLang="en-US" dirty="0" smtClean="0"/>
              <a:t>、工业控制网络系统的</a:t>
            </a:r>
            <a:r>
              <a:rPr lang="zh-CN" altLang="en-US" b="1" dirty="0">
                <a:solidFill>
                  <a:srgbClr val="0070C0"/>
                </a:solidFill>
              </a:rPr>
              <a:t>发展历程</a:t>
            </a:r>
            <a:endParaRPr lang="en-US" altLang="zh-CN" b="1" dirty="0">
              <a:solidFill>
                <a:srgbClr val="0070C0"/>
              </a:solidFill>
            </a:endParaRPr>
          </a:p>
          <a:p>
            <a:pPr eaLnBrk="1" hangingPunct="1">
              <a:buFont typeface="Wingdings" panose="05000000000000000000" pitchFamily="2" charset="2"/>
              <a:buChar char="n"/>
              <a:defRPr/>
            </a:pPr>
            <a:r>
              <a:rPr lang="zh-CN" altLang="en-US" sz="2800" b="1" dirty="0">
                <a:solidFill>
                  <a:schemeClr val="accent5">
                    <a:lumMod val="50000"/>
                  </a:schemeClr>
                </a:solidFill>
                <a:latin typeface="楷体_GB2312" pitchFamily="49" charset="-122"/>
              </a:rPr>
              <a:t>气动信号控制</a:t>
            </a:r>
            <a:r>
              <a:rPr lang="zh-CN" altLang="en-US" sz="2800" b="1" dirty="0" smtClean="0">
                <a:solidFill>
                  <a:schemeClr val="accent5">
                    <a:lumMod val="50000"/>
                  </a:schemeClr>
                </a:solidFill>
                <a:latin typeface="楷体_GB2312" pitchFamily="49" charset="-122"/>
              </a:rPr>
              <a:t>系统</a:t>
            </a:r>
            <a:endParaRPr lang="en-US" altLang="zh-CN" sz="2800" b="1" dirty="0" smtClean="0">
              <a:solidFill>
                <a:schemeClr val="accent5">
                  <a:lumMod val="50000"/>
                </a:schemeClr>
              </a:solidFill>
              <a:latin typeface="楷体_GB2312" pitchFamily="49" charset="-122"/>
            </a:endParaRPr>
          </a:p>
          <a:p>
            <a:pPr lvl="1" eaLnBrk="1" hangingPunct="1">
              <a:lnSpc>
                <a:spcPct val="150000"/>
              </a:lnSpc>
              <a:buFont typeface="Wingdings" panose="05000000000000000000" pitchFamily="2" charset="2"/>
              <a:buChar char="Ø"/>
              <a:defRPr/>
            </a:pPr>
            <a:r>
              <a:rPr lang="en-US" altLang="zh-CN" sz="2400" dirty="0"/>
              <a:t>20</a:t>
            </a:r>
            <a:r>
              <a:rPr lang="zh-CN" altLang="en-US" sz="2400" dirty="0">
                <a:latin typeface="楷体_GB2312" pitchFamily="49" charset="-122"/>
              </a:rPr>
              <a:t>世纪</a:t>
            </a:r>
            <a:r>
              <a:rPr lang="en-US" altLang="zh-CN" sz="2400" dirty="0"/>
              <a:t>50</a:t>
            </a:r>
            <a:r>
              <a:rPr lang="zh-CN" altLang="en-US" sz="2400" dirty="0">
                <a:latin typeface="楷体_GB2312" pitchFamily="49" charset="-122"/>
              </a:rPr>
              <a:t>年代</a:t>
            </a:r>
            <a:r>
              <a:rPr lang="zh-CN" altLang="en-US" sz="2400" dirty="0" smtClean="0">
                <a:latin typeface="楷体_GB2312" pitchFamily="49" charset="-122"/>
              </a:rPr>
              <a:t>以前</a:t>
            </a:r>
            <a:endParaRPr lang="en-US" altLang="zh-CN" sz="2400" dirty="0" smtClean="0">
              <a:latin typeface="楷体_GB2312" pitchFamily="49" charset="-122"/>
            </a:endParaRPr>
          </a:p>
          <a:p>
            <a:pPr lvl="1" eaLnBrk="1" hangingPunct="1">
              <a:lnSpc>
                <a:spcPct val="150000"/>
              </a:lnSpc>
              <a:buFont typeface="Wingdings" panose="05000000000000000000" pitchFamily="2" charset="2"/>
              <a:buChar char="Ø"/>
              <a:defRPr/>
            </a:pPr>
            <a:r>
              <a:rPr lang="zh-CN" altLang="en-US" sz="2400" dirty="0">
                <a:latin typeface="楷体_GB2312" pitchFamily="49" charset="-122"/>
              </a:rPr>
              <a:t>人工控制</a:t>
            </a:r>
            <a:endParaRPr lang="en-US" altLang="zh-CN" sz="2400" dirty="0">
              <a:latin typeface="楷体_GB2312" pitchFamily="49" charset="-122"/>
            </a:endParaRPr>
          </a:p>
          <a:p>
            <a:pPr lvl="1" eaLnBrk="1" hangingPunct="1">
              <a:lnSpc>
                <a:spcPct val="150000"/>
              </a:lnSpc>
              <a:buFont typeface="Wingdings" panose="05000000000000000000" pitchFamily="2" charset="2"/>
              <a:buChar char="Ø"/>
              <a:defRPr/>
            </a:pPr>
            <a:r>
              <a:rPr lang="zh-CN" altLang="en-US" sz="2400" dirty="0"/>
              <a:t>机械式（液动、气动）</a:t>
            </a:r>
            <a:r>
              <a:rPr lang="zh-CN" altLang="en-US" sz="2400" dirty="0" smtClean="0"/>
              <a:t>仪表</a:t>
            </a:r>
            <a:endParaRPr lang="en-US" altLang="zh-CN" sz="2400" dirty="0" smtClean="0"/>
          </a:p>
          <a:p>
            <a:pPr lvl="1" eaLnBrk="1" hangingPunct="1">
              <a:lnSpc>
                <a:spcPct val="150000"/>
              </a:lnSpc>
              <a:buFont typeface="Wingdings" panose="05000000000000000000" pitchFamily="2" charset="2"/>
              <a:buChar char="Ø"/>
              <a:defRPr/>
            </a:pPr>
            <a:r>
              <a:rPr lang="en-US" altLang="zh-CN" sz="2400" dirty="0" smtClean="0"/>
              <a:t>3-15psi</a:t>
            </a:r>
            <a:r>
              <a:rPr lang="zh-CN" altLang="en-US" sz="2400" dirty="0"/>
              <a:t>信号</a:t>
            </a:r>
            <a:r>
              <a:rPr lang="zh-CN" altLang="en-US" sz="2400" dirty="0" smtClean="0"/>
              <a:t>传递</a:t>
            </a:r>
            <a:endParaRPr lang="en-US" altLang="zh-CN" sz="2400" dirty="0" smtClean="0"/>
          </a:p>
          <a:p>
            <a:pPr lvl="1" eaLnBrk="1" hangingPunct="1">
              <a:lnSpc>
                <a:spcPct val="150000"/>
              </a:lnSpc>
              <a:buFont typeface="Wingdings" panose="05000000000000000000" pitchFamily="2" charset="2"/>
              <a:buChar char="Ø"/>
              <a:defRPr/>
            </a:pPr>
            <a:r>
              <a:rPr lang="zh-CN" altLang="en-US" sz="2400" dirty="0"/>
              <a:t>操作人员巡视生产现场，并在现场直接把被控对象的参数调整在预定值上。</a:t>
            </a:r>
            <a:endParaRPr lang="en-US" altLang="zh-CN" sz="2400" dirty="0"/>
          </a:p>
          <a:p>
            <a:pPr lvl="1" eaLnBrk="1" hangingPunct="1">
              <a:lnSpc>
                <a:spcPct val="150000"/>
              </a:lnSpc>
              <a:buFont typeface="Wingdings" panose="05000000000000000000" pitchFamily="2" charset="2"/>
              <a:buChar char="Ø"/>
              <a:defRPr/>
            </a:pPr>
            <a:r>
              <a:rPr lang="zh-CN" altLang="en-US" sz="2400" dirty="0" smtClean="0"/>
              <a:t>体积</a:t>
            </a:r>
            <a:r>
              <a:rPr lang="zh-CN" altLang="en-US" sz="2400" dirty="0"/>
              <a:t>较大，适合单机</a:t>
            </a:r>
            <a:r>
              <a:rPr lang="zh-CN" altLang="en-US" sz="2400" dirty="0" smtClean="0"/>
              <a:t>控制</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a:xfrm>
            <a:off x="107950" y="44450"/>
            <a:ext cx="7343775" cy="792163"/>
          </a:xfrm>
        </p:spPr>
        <p:txBody>
          <a:bodyPr/>
          <a:lstStyle/>
          <a:p>
            <a:pPr eaLnBrk="1" hangingPunct="1"/>
            <a:r>
              <a:rPr lang="en-US" altLang="zh-CN" dirty="0" smtClean="0"/>
              <a:t>1.1</a:t>
            </a:r>
            <a:r>
              <a:rPr lang="zh-CN" altLang="en-US" dirty="0" smtClean="0"/>
              <a:t>工业控制网络系统</a:t>
            </a:r>
          </a:p>
        </p:txBody>
      </p:sp>
      <p:sp>
        <p:nvSpPr>
          <p:cNvPr id="3" name="内容占位符 2"/>
          <p:cNvSpPr>
            <a:spLocks noGrp="1"/>
          </p:cNvSpPr>
          <p:nvPr>
            <p:ph idx="1"/>
          </p:nvPr>
        </p:nvSpPr>
        <p:spPr>
          <a:xfrm>
            <a:off x="107950" y="981075"/>
            <a:ext cx="8785225" cy="5256213"/>
          </a:xfrm>
        </p:spPr>
        <p:txBody>
          <a:bodyPr/>
          <a:lstStyle/>
          <a:p>
            <a:pPr eaLnBrk="1" hangingPunct="1">
              <a:buFont typeface="Wingdings" panose="05000000000000000000" pitchFamily="2" charset="2"/>
              <a:buChar char="n"/>
              <a:defRPr/>
            </a:pPr>
            <a:r>
              <a:rPr lang="zh-CN" altLang="en-US" sz="2800" b="1" dirty="0" smtClean="0">
                <a:solidFill>
                  <a:schemeClr val="accent5">
                    <a:lumMod val="50000"/>
                  </a:schemeClr>
                </a:solidFill>
                <a:latin typeface="楷体_GB2312" pitchFamily="49" charset="-122"/>
              </a:rPr>
              <a:t>模拟控制系统</a:t>
            </a:r>
            <a:endParaRPr lang="zh-CN" altLang="en-US" sz="2800" b="1" dirty="0">
              <a:solidFill>
                <a:schemeClr val="accent5">
                  <a:lumMod val="50000"/>
                </a:schemeClr>
              </a:solidFill>
              <a:latin typeface="楷体_GB2312" pitchFamily="49" charset="-122"/>
            </a:endParaRPr>
          </a:p>
          <a:p>
            <a:pPr marL="857250" lvl="1" indent="-457200" eaLnBrk="1" hangingPunct="1">
              <a:lnSpc>
                <a:spcPct val="150000"/>
              </a:lnSpc>
              <a:buFont typeface="Wingdings" panose="05000000000000000000" pitchFamily="2" charset="2"/>
              <a:buChar char="Ø"/>
              <a:defRPr/>
            </a:pPr>
            <a:r>
              <a:rPr lang="en-US" altLang="zh-CN" sz="2400" dirty="0"/>
              <a:t>20</a:t>
            </a:r>
            <a:r>
              <a:rPr lang="zh-CN" altLang="en-US" sz="2400" dirty="0"/>
              <a:t>世纪</a:t>
            </a:r>
            <a:r>
              <a:rPr lang="en-US" altLang="zh-CN" sz="2400" dirty="0"/>
              <a:t>50</a:t>
            </a:r>
            <a:r>
              <a:rPr lang="zh-CN" altLang="en-US" sz="2400" dirty="0" smtClean="0"/>
              <a:t>年代</a:t>
            </a:r>
            <a:endParaRPr lang="en-US" altLang="zh-CN" sz="2400" dirty="0" smtClean="0"/>
          </a:p>
          <a:p>
            <a:pPr marL="857250" lvl="1" indent="-457200" eaLnBrk="1" hangingPunct="1">
              <a:lnSpc>
                <a:spcPct val="150000"/>
              </a:lnSpc>
              <a:buFont typeface="Wingdings" panose="05000000000000000000" pitchFamily="2" charset="2"/>
              <a:buChar char="Ø"/>
              <a:defRPr/>
            </a:pPr>
            <a:r>
              <a:rPr lang="zh-CN" altLang="en-US" sz="2400" dirty="0" smtClean="0"/>
              <a:t>气动、电动单元组合式仪表</a:t>
            </a:r>
            <a:endParaRPr lang="zh-CN" altLang="en-US" sz="2400" dirty="0"/>
          </a:p>
          <a:p>
            <a:pPr marL="857250" lvl="1" indent="-457200" eaLnBrk="1" hangingPunct="1">
              <a:lnSpc>
                <a:spcPct val="150000"/>
              </a:lnSpc>
              <a:buFont typeface="Wingdings" panose="05000000000000000000" pitchFamily="2" charset="2"/>
              <a:buChar char="Ø"/>
              <a:defRPr/>
            </a:pPr>
            <a:r>
              <a:rPr lang="zh-CN" altLang="en-US" sz="2400" dirty="0"/>
              <a:t>使用</a:t>
            </a:r>
            <a:r>
              <a:rPr lang="en-US" altLang="zh-CN" sz="2400" dirty="0"/>
              <a:t>0.002-0.01MPa</a:t>
            </a:r>
            <a:r>
              <a:rPr lang="zh-CN" altLang="en-US" sz="2400" dirty="0"/>
              <a:t>的气压信号，</a:t>
            </a:r>
            <a:r>
              <a:rPr lang="en-US" altLang="zh-CN" sz="2400" dirty="0"/>
              <a:t>4-20mA</a:t>
            </a:r>
            <a:r>
              <a:rPr lang="en-US" altLang="en-US" sz="2400" dirty="0"/>
              <a:t>电流模拟信号</a:t>
            </a:r>
            <a:r>
              <a:rPr lang="zh-CN" altLang="en-US" sz="2400" dirty="0"/>
              <a:t>或</a:t>
            </a:r>
            <a:r>
              <a:rPr lang="en-US" altLang="zh-CN" sz="2400" dirty="0"/>
              <a:t>1-5V</a:t>
            </a:r>
            <a:r>
              <a:rPr lang="zh-CN" altLang="en-US" sz="2400" dirty="0"/>
              <a:t>直流电压信号等模拟信号</a:t>
            </a:r>
          </a:p>
          <a:p>
            <a:pPr marL="857250" lvl="1" indent="-457200" eaLnBrk="1" hangingPunct="1">
              <a:lnSpc>
                <a:spcPct val="150000"/>
              </a:lnSpc>
              <a:buFont typeface="Wingdings" panose="05000000000000000000" pitchFamily="2" charset="2"/>
              <a:buChar char="Ø"/>
              <a:defRPr/>
            </a:pPr>
            <a:r>
              <a:rPr lang="zh-CN" altLang="en-US" sz="2400" dirty="0" smtClean="0">
                <a:latin typeface="楷体_GB2312" pitchFamily="49" charset="-122"/>
              </a:rPr>
              <a:t>自动控制系统，</a:t>
            </a:r>
            <a:r>
              <a:rPr lang="zh-CN" altLang="en-US" sz="2400" dirty="0" smtClean="0"/>
              <a:t>现场仪表与集中控制室相结合，线</a:t>
            </a:r>
            <a:r>
              <a:rPr lang="zh-CN" altLang="en-US" sz="2400" dirty="0"/>
              <a:t>缆</a:t>
            </a:r>
            <a:r>
              <a:rPr lang="zh-CN" altLang="en-US" sz="2400" dirty="0" smtClean="0"/>
              <a:t>较多</a:t>
            </a:r>
            <a:endParaRPr lang="en-US" altLang="zh-CN" sz="2400" dirty="0" smtClean="0"/>
          </a:p>
          <a:p>
            <a:pPr marL="857250" lvl="1" indent="-457200" eaLnBrk="1" hangingPunct="1">
              <a:lnSpc>
                <a:spcPct val="150000"/>
              </a:lnSpc>
              <a:buFont typeface="Wingdings" panose="05000000000000000000" pitchFamily="2" charset="2"/>
              <a:buChar char="Ø"/>
              <a:defRPr/>
            </a:pPr>
            <a:r>
              <a:rPr lang="zh-CN" altLang="en-US" sz="2400" dirty="0" smtClean="0"/>
              <a:t>模拟信号传递困难，信号变化缓慢，传输抗干扰能力差</a:t>
            </a:r>
            <a:endParaRPr lang="zh-CN" altLang="en-US" sz="2400" dirty="0"/>
          </a:p>
          <a:p>
            <a:pPr marL="857250" lvl="1" indent="-457200" eaLnBrk="1" hangingPunct="1">
              <a:buFont typeface="Wingdings" panose="05000000000000000000" pitchFamily="2" charset="2"/>
              <a:buChar char="Ø"/>
              <a:defRPr/>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a:xfrm>
            <a:off x="107950" y="44450"/>
            <a:ext cx="7343775" cy="792163"/>
          </a:xfrm>
        </p:spPr>
        <p:txBody>
          <a:bodyPr/>
          <a:lstStyle/>
          <a:p>
            <a:pPr eaLnBrk="1" hangingPunct="1"/>
            <a:r>
              <a:rPr lang="en-US" altLang="zh-CN" dirty="0" smtClean="0"/>
              <a:t>1.1</a:t>
            </a:r>
            <a:r>
              <a:rPr lang="zh-CN" altLang="en-US" dirty="0" smtClean="0"/>
              <a:t>工业控制网络系统</a:t>
            </a:r>
          </a:p>
        </p:txBody>
      </p:sp>
      <p:sp>
        <p:nvSpPr>
          <p:cNvPr id="3" name="内容占位符 2"/>
          <p:cNvSpPr>
            <a:spLocks noGrp="1"/>
          </p:cNvSpPr>
          <p:nvPr>
            <p:ph idx="1"/>
          </p:nvPr>
        </p:nvSpPr>
        <p:spPr>
          <a:xfrm>
            <a:off x="107950" y="981075"/>
            <a:ext cx="8785225" cy="5256213"/>
          </a:xfrm>
        </p:spPr>
        <p:txBody>
          <a:bodyPr/>
          <a:lstStyle/>
          <a:p>
            <a:pPr eaLnBrk="1" hangingPunct="1">
              <a:buFont typeface="Wingdings" panose="05000000000000000000" pitchFamily="2" charset="2"/>
              <a:buChar char="n"/>
              <a:defRPr/>
            </a:pPr>
            <a:r>
              <a:rPr lang="zh-CN" altLang="en-US" sz="2800" b="1" dirty="0">
                <a:solidFill>
                  <a:schemeClr val="accent5">
                    <a:lumMod val="50000"/>
                  </a:schemeClr>
                </a:solidFill>
                <a:latin typeface="楷体_GB2312" pitchFamily="49" charset="-122"/>
              </a:rPr>
              <a:t>集中式数字控制系统</a:t>
            </a:r>
          </a:p>
          <a:p>
            <a:pPr lvl="1" indent="-342900" eaLnBrk="1" hangingPunct="1">
              <a:lnSpc>
                <a:spcPct val="150000"/>
              </a:lnSpc>
              <a:buFont typeface="Wingdings" panose="05000000000000000000" pitchFamily="2" charset="2"/>
              <a:buChar char="Ø"/>
              <a:defRPr/>
            </a:pPr>
            <a:r>
              <a:rPr lang="en-US" altLang="zh-CN" sz="2400" dirty="0" smtClean="0"/>
              <a:t>20</a:t>
            </a:r>
            <a:r>
              <a:rPr lang="zh-CN" altLang="en-US" sz="2400" dirty="0" smtClean="0"/>
              <a:t>世纪</a:t>
            </a:r>
            <a:r>
              <a:rPr lang="en-US" altLang="zh-CN" sz="2400" dirty="0" smtClean="0"/>
              <a:t>60~70</a:t>
            </a:r>
            <a:r>
              <a:rPr lang="zh-CN" altLang="en-US" sz="2400" dirty="0" smtClean="0"/>
              <a:t>年代</a:t>
            </a:r>
            <a:endParaRPr lang="en-US" altLang="zh-CN" sz="2400" dirty="0" smtClean="0"/>
          </a:p>
          <a:p>
            <a:pPr lvl="1" indent="-342900" eaLnBrk="1" hangingPunct="1">
              <a:lnSpc>
                <a:spcPct val="150000"/>
              </a:lnSpc>
              <a:buFont typeface="Wingdings" panose="05000000000000000000" pitchFamily="2" charset="2"/>
              <a:buChar char="Ø"/>
              <a:defRPr/>
            </a:pPr>
            <a:r>
              <a:rPr lang="zh-CN" altLang="en-US" sz="2400" dirty="0" smtClean="0"/>
              <a:t>经历</a:t>
            </a:r>
            <a:r>
              <a:rPr lang="zh-CN" altLang="en-US" sz="2400" dirty="0"/>
              <a:t>了</a:t>
            </a:r>
            <a:r>
              <a:rPr lang="zh-CN" altLang="en-US" sz="2400" dirty="0">
                <a:solidFill>
                  <a:srgbClr val="C00000"/>
                </a:solidFill>
              </a:rPr>
              <a:t>直接数字控制</a:t>
            </a:r>
            <a:r>
              <a:rPr lang="zh-CN" altLang="en-US" sz="2400" dirty="0"/>
              <a:t>、</a:t>
            </a:r>
            <a:r>
              <a:rPr lang="zh-CN" altLang="en-US" sz="2400" dirty="0">
                <a:solidFill>
                  <a:srgbClr val="C00000"/>
                </a:solidFill>
              </a:rPr>
              <a:t>集中型计算机控制</a:t>
            </a:r>
            <a:r>
              <a:rPr lang="zh-CN" altLang="en-US" sz="2400" dirty="0"/>
              <a:t>和</a:t>
            </a:r>
            <a:r>
              <a:rPr lang="zh-CN" altLang="en-US" sz="2400" dirty="0">
                <a:solidFill>
                  <a:srgbClr val="C00000"/>
                </a:solidFill>
              </a:rPr>
              <a:t>分层计算机控制</a:t>
            </a:r>
            <a:r>
              <a:rPr lang="zh-CN" altLang="en-US" sz="2400" dirty="0"/>
              <a:t>三个</a:t>
            </a:r>
            <a:r>
              <a:rPr lang="zh-CN" altLang="en-US" sz="2400" dirty="0" smtClean="0"/>
              <a:t>发展阶段</a:t>
            </a:r>
            <a:endParaRPr lang="en-US" altLang="zh-CN" sz="2400" dirty="0" smtClean="0"/>
          </a:p>
          <a:p>
            <a:pPr lvl="1" indent="-342900" eaLnBrk="1" hangingPunct="1">
              <a:lnSpc>
                <a:spcPct val="150000"/>
              </a:lnSpc>
              <a:buFont typeface="Wingdings" panose="05000000000000000000" pitchFamily="2" charset="2"/>
              <a:buChar char="Ø"/>
              <a:defRPr/>
            </a:pPr>
            <a:r>
              <a:rPr lang="zh-CN" altLang="en-US" sz="2400" dirty="0" smtClean="0"/>
              <a:t>使用计算机替代模拟控制器、控制室仪表盘等</a:t>
            </a:r>
            <a:endParaRPr lang="en-US" altLang="zh-CN" sz="2400" dirty="0" smtClean="0"/>
          </a:p>
          <a:p>
            <a:pPr lvl="1" indent="-342900" eaLnBrk="1" hangingPunct="1">
              <a:lnSpc>
                <a:spcPct val="150000"/>
              </a:lnSpc>
              <a:buFont typeface="Wingdings" panose="05000000000000000000" pitchFamily="2" charset="2"/>
              <a:buChar char="Ø"/>
              <a:defRPr/>
            </a:pPr>
            <a:r>
              <a:rPr lang="zh-CN" altLang="en-US" sz="2400" dirty="0" smtClean="0"/>
              <a:t>控制系统功能由分散趋于集中，又由集中趋于分散</a:t>
            </a:r>
            <a:endParaRPr lang="en-US" altLang="zh-CN" sz="2400" dirty="0" smtClean="0"/>
          </a:p>
          <a:p>
            <a:pPr lvl="1" indent="-342900" eaLnBrk="1" hangingPunct="1">
              <a:lnSpc>
                <a:spcPct val="150000"/>
              </a:lnSpc>
              <a:buFont typeface="Wingdings" panose="05000000000000000000" pitchFamily="2" charset="2"/>
              <a:buChar char="Ø"/>
              <a:defRPr/>
            </a:pPr>
            <a:r>
              <a:rPr lang="zh-CN" altLang="en-US" sz="2400" dirty="0" smtClean="0"/>
              <a:t>集中的优点在于信息的综合，控制效果的最优，人机接口的改善，但令系统更加脆弱，一旦某个环节产生故障，会使得生产过程瘫痪。</a:t>
            </a:r>
            <a:endParaRPr lang="en-US" altLang="zh-CN" sz="2400" dirty="0" smtClean="0"/>
          </a:p>
          <a:p>
            <a:pPr lvl="1" indent="-342900" eaLnBrk="1" hangingPunct="1">
              <a:buFont typeface="Wingdings" panose="05000000000000000000" pitchFamily="2" charset="2"/>
              <a:buChar char="Ø"/>
              <a:defRPr/>
            </a:pPr>
            <a:endParaRPr lang="en-US" altLang="zh-CN" sz="2400" dirty="0" smtClean="0"/>
          </a:p>
          <a:p>
            <a:pPr lvl="1" indent="-342900" eaLnBrk="1" hangingPunct="1">
              <a:buFont typeface="Wingdings" panose="05000000000000000000" pitchFamily="2" charset="2"/>
              <a:buChar char="Ø"/>
              <a:defRPr/>
            </a:pPr>
            <a:endParaRPr lang="en-US" altLang="zh-CN" sz="2400" dirty="0" smtClean="0"/>
          </a:p>
          <a:p>
            <a:pPr lvl="1" indent="-342900" eaLnBrk="1" hangingPunct="1">
              <a:buFont typeface="Wingdings" panose="05000000000000000000" pitchFamily="2" charset="2"/>
              <a:buChar char="Ø"/>
              <a:defRPr/>
            </a:pPr>
            <a:endParaRPr lang="en-US" altLang="zh-CN" sz="2400"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a:xfrm>
            <a:off x="107950" y="44450"/>
            <a:ext cx="7343775" cy="792163"/>
          </a:xfrm>
        </p:spPr>
        <p:txBody>
          <a:bodyPr/>
          <a:lstStyle/>
          <a:p>
            <a:pPr eaLnBrk="1" hangingPunct="1"/>
            <a:r>
              <a:rPr lang="en-US" altLang="zh-CN" dirty="0" smtClean="0"/>
              <a:t>1.1</a:t>
            </a:r>
            <a:r>
              <a:rPr lang="zh-CN" altLang="en-US" dirty="0" smtClean="0"/>
              <a:t>工业控制网络系统</a:t>
            </a:r>
          </a:p>
        </p:txBody>
      </p:sp>
      <p:sp>
        <p:nvSpPr>
          <p:cNvPr id="3" name="内容占位符 2"/>
          <p:cNvSpPr>
            <a:spLocks noGrp="1"/>
          </p:cNvSpPr>
          <p:nvPr>
            <p:ph idx="1"/>
          </p:nvPr>
        </p:nvSpPr>
        <p:spPr>
          <a:xfrm>
            <a:off x="107950" y="981075"/>
            <a:ext cx="8785225" cy="5256213"/>
          </a:xfrm>
        </p:spPr>
        <p:txBody>
          <a:bodyPr/>
          <a:lstStyle/>
          <a:p>
            <a:pPr eaLnBrk="1" hangingPunct="1">
              <a:buFont typeface="Wingdings" panose="05000000000000000000" pitchFamily="2" charset="2"/>
              <a:buChar char="n"/>
              <a:defRPr/>
            </a:pPr>
            <a:r>
              <a:rPr lang="zh-CN" altLang="en-US" sz="2800" b="1" dirty="0" smtClean="0">
                <a:solidFill>
                  <a:schemeClr val="accent5">
                    <a:lumMod val="50000"/>
                  </a:schemeClr>
                </a:solidFill>
                <a:latin typeface="楷体_GB2312" pitchFamily="49" charset="-122"/>
              </a:rPr>
              <a:t>集散控制系统</a:t>
            </a:r>
            <a:endParaRPr lang="en-US" altLang="zh-CN" sz="2800" b="1" dirty="0" smtClean="0">
              <a:solidFill>
                <a:schemeClr val="accent5">
                  <a:lumMod val="50000"/>
                </a:schemeClr>
              </a:solidFill>
              <a:latin typeface="楷体_GB2312" pitchFamily="49" charset="-122"/>
            </a:endParaRPr>
          </a:p>
          <a:p>
            <a:pPr lvl="1" eaLnBrk="1" hangingPunct="1">
              <a:buFont typeface="Wingdings" panose="05000000000000000000" pitchFamily="2" charset="2"/>
              <a:buChar char="Ø"/>
              <a:defRPr/>
            </a:pPr>
            <a:r>
              <a:rPr lang="en-US" altLang="zh-CN" sz="2400" dirty="0"/>
              <a:t>20</a:t>
            </a:r>
            <a:r>
              <a:rPr lang="zh-CN" altLang="en-US" sz="2400" dirty="0"/>
              <a:t>世纪</a:t>
            </a:r>
            <a:r>
              <a:rPr lang="en-US" altLang="zh-CN" sz="2400" dirty="0"/>
              <a:t>70</a:t>
            </a:r>
            <a:r>
              <a:rPr lang="zh-CN" altLang="en-US" sz="2400" dirty="0"/>
              <a:t>年代中期</a:t>
            </a:r>
            <a:endParaRPr lang="en-US" altLang="zh-CN" sz="2400" dirty="0"/>
          </a:p>
          <a:p>
            <a:pPr lvl="1" eaLnBrk="1" hangingPunct="1">
              <a:buFont typeface="Wingdings" panose="05000000000000000000" pitchFamily="2" charset="2"/>
              <a:buChar char="Ø"/>
              <a:defRPr/>
            </a:pPr>
            <a:r>
              <a:rPr lang="zh-CN" altLang="en-US" sz="2400" dirty="0"/>
              <a:t>把当时的微处理器、计算机数字通信等技术应用到工业控制领域，分为过程控制级、控制管理级和生产管理级，把控制功能分散到若干台控制站，在监控操作站进行集中监控操作。</a:t>
            </a:r>
          </a:p>
          <a:p>
            <a:pPr lvl="1" eaLnBrk="1" hangingPunct="1">
              <a:buFont typeface="Wingdings" panose="05000000000000000000" pitchFamily="2" charset="2"/>
              <a:buChar char="Ø"/>
              <a:defRPr/>
            </a:pPr>
            <a:r>
              <a:rPr lang="zh-CN" altLang="en-US" sz="2400" dirty="0"/>
              <a:t>系统由集中管理部分、分散控制监测部分和通信部分组成。系统软件是由实时多任务操作系统、数据库管理系统、数据通信软件、组态软件和各种应用软件组合而成</a:t>
            </a:r>
            <a:r>
              <a:rPr lang="zh-CN" altLang="en-US" sz="2400" dirty="0" smtClean="0"/>
              <a:t>。</a:t>
            </a:r>
            <a:endParaRPr lang="en-US" altLang="zh-CN" sz="2400" dirty="0"/>
          </a:p>
          <a:p>
            <a:pPr lvl="1" eaLnBrk="1" hangingPunct="1">
              <a:buFont typeface="Wingdings" panose="05000000000000000000" pitchFamily="2" charset="2"/>
              <a:buChar char="Ø"/>
              <a:defRPr/>
            </a:pPr>
            <a:r>
              <a:rPr lang="zh-CN" altLang="en-US" sz="2400" dirty="0" smtClean="0"/>
              <a:t>系统信息不完整，为模拟数字混合系统，且最大问题是各厂家产品软硬件不兼容。</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a:xfrm>
            <a:off x="107950" y="44450"/>
            <a:ext cx="7343775" cy="792163"/>
          </a:xfrm>
        </p:spPr>
        <p:txBody>
          <a:bodyPr/>
          <a:lstStyle/>
          <a:p>
            <a:pPr eaLnBrk="1" hangingPunct="1"/>
            <a:r>
              <a:rPr lang="en-US" altLang="zh-CN" dirty="0" smtClean="0"/>
              <a:t>1.1</a:t>
            </a:r>
            <a:r>
              <a:rPr lang="zh-CN" altLang="en-US" dirty="0" smtClean="0"/>
              <a:t>工业控制网络系统</a:t>
            </a:r>
          </a:p>
        </p:txBody>
      </p:sp>
      <p:sp>
        <p:nvSpPr>
          <p:cNvPr id="3" name="内容占位符 2"/>
          <p:cNvSpPr>
            <a:spLocks noGrp="1"/>
          </p:cNvSpPr>
          <p:nvPr>
            <p:ph idx="1"/>
          </p:nvPr>
        </p:nvSpPr>
        <p:spPr>
          <a:xfrm>
            <a:off x="107950" y="981075"/>
            <a:ext cx="8785225" cy="5256213"/>
          </a:xfrm>
        </p:spPr>
        <p:txBody>
          <a:bodyPr/>
          <a:lstStyle/>
          <a:p>
            <a:pPr eaLnBrk="1" hangingPunct="1">
              <a:buFont typeface="Wingdings" panose="05000000000000000000" pitchFamily="2" charset="2"/>
              <a:buChar char="n"/>
              <a:defRPr/>
            </a:pPr>
            <a:r>
              <a:rPr lang="zh-CN" altLang="en-US" b="1" dirty="0" smtClean="0">
                <a:solidFill>
                  <a:schemeClr val="accent5">
                    <a:lumMod val="50000"/>
                  </a:schemeClr>
                </a:solidFill>
                <a:latin typeface="楷体_GB2312" pitchFamily="49" charset="-122"/>
              </a:rPr>
              <a:t>现场总线控制系统</a:t>
            </a:r>
            <a:endParaRPr lang="en-US" altLang="zh-CN" b="1" dirty="0" smtClean="0">
              <a:solidFill>
                <a:schemeClr val="accent5">
                  <a:lumMod val="50000"/>
                </a:schemeClr>
              </a:solidFill>
              <a:latin typeface="楷体_GB2312" pitchFamily="49" charset="-122"/>
            </a:endParaRPr>
          </a:p>
          <a:p>
            <a:pPr lvl="1" eaLnBrk="1" hangingPunct="1">
              <a:lnSpc>
                <a:spcPct val="150000"/>
              </a:lnSpc>
              <a:buFont typeface="Wingdings" panose="05000000000000000000" pitchFamily="2" charset="2"/>
              <a:buChar char="Ø"/>
              <a:defRPr/>
            </a:pPr>
            <a:r>
              <a:rPr lang="en-US" altLang="zh-CN" dirty="0"/>
              <a:t>20</a:t>
            </a:r>
            <a:r>
              <a:rPr lang="zh-CN" altLang="en-US" dirty="0"/>
              <a:t>世纪</a:t>
            </a:r>
            <a:r>
              <a:rPr lang="en-US" altLang="zh-CN" dirty="0"/>
              <a:t>80</a:t>
            </a:r>
            <a:r>
              <a:rPr lang="zh-CN" altLang="en-US" dirty="0"/>
              <a:t>年代中后期</a:t>
            </a:r>
            <a:endParaRPr lang="en-US" altLang="zh-CN" dirty="0"/>
          </a:p>
          <a:p>
            <a:pPr lvl="1" eaLnBrk="1" hangingPunct="1">
              <a:lnSpc>
                <a:spcPct val="150000"/>
              </a:lnSpc>
              <a:buFont typeface="Wingdings" panose="05000000000000000000" pitchFamily="2" charset="2"/>
              <a:buChar char="Ø"/>
              <a:defRPr/>
            </a:pPr>
            <a:r>
              <a:rPr lang="zh-CN" altLang="en-US" dirty="0"/>
              <a:t>全分布式测控系统</a:t>
            </a:r>
            <a:endParaRPr lang="en-US" altLang="zh-CN" dirty="0"/>
          </a:p>
          <a:p>
            <a:pPr lvl="1" eaLnBrk="1" hangingPunct="1">
              <a:lnSpc>
                <a:spcPct val="150000"/>
              </a:lnSpc>
              <a:buFont typeface="Wingdings" panose="05000000000000000000" pitchFamily="2" charset="2"/>
              <a:buChar char="Ø"/>
              <a:defRPr/>
            </a:pPr>
            <a:r>
              <a:rPr lang="zh-CN" altLang="en-US" dirty="0"/>
              <a:t>全数字控制系统</a:t>
            </a:r>
            <a:endParaRPr lang="en-US" altLang="zh-CN" dirty="0"/>
          </a:p>
          <a:p>
            <a:pPr lvl="1" eaLnBrk="1" hangingPunct="1">
              <a:lnSpc>
                <a:spcPct val="150000"/>
              </a:lnSpc>
              <a:buFont typeface="Wingdings" panose="05000000000000000000" pitchFamily="2" charset="2"/>
              <a:buChar char="Ø"/>
              <a:defRPr/>
            </a:pPr>
            <a:r>
              <a:rPr lang="zh-CN" altLang="en-US" dirty="0"/>
              <a:t>协议的完全开放，不同厂商的产品之间可以互换和互</a:t>
            </a:r>
            <a:r>
              <a:rPr lang="zh-CN" altLang="en-US" dirty="0" smtClean="0"/>
              <a:t>操作</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a:xfrm>
            <a:off x="107950" y="44450"/>
            <a:ext cx="7343775" cy="792163"/>
          </a:xfrm>
        </p:spPr>
        <p:txBody>
          <a:bodyPr/>
          <a:lstStyle/>
          <a:p>
            <a:pPr eaLnBrk="1" hangingPunct="1"/>
            <a:r>
              <a:rPr lang="en-US" altLang="zh-CN" dirty="0" smtClean="0"/>
              <a:t>1.1</a:t>
            </a:r>
            <a:r>
              <a:rPr lang="zh-CN" altLang="en-US" dirty="0" smtClean="0"/>
              <a:t>工业控制网络系统</a:t>
            </a:r>
          </a:p>
        </p:txBody>
      </p:sp>
      <p:sp>
        <p:nvSpPr>
          <p:cNvPr id="3" name="内容占位符 2"/>
          <p:cNvSpPr>
            <a:spLocks noGrp="1"/>
          </p:cNvSpPr>
          <p:nvPr>
            <p:ph idx="1"/>
          </p:nvPr>
        </p:nvSpPr>
        <p:spPr>
          <a:xfrm>
            <a:off x="107950" y="981075"/>
            <a:ext cx="8785225" cy="5256213"/>
          </a:xfrm>
        </p:spPr>
        <p:txBody>
          <a:bodyPr/>
          <a:lstStyle/>
          <a:p>
            <a:pPr marL="0" indent="0" eaLnBrk="1" hangingPunct="1">
              <a:buFont typeface="Arial" charset="0"/>
              <a:buNone/>
              <a:defRPr/>
            </a:pPr>
            <a:r>
              <a:rPr lang="zh-CN" altLang="en-US" b="1" dirty="0" smtClean="0">
                <a:solidFill>
                  <a:schemeClr val="accent5">
                    <a:lumMod val="50000"/>
                  </a:schemeClr>
                </a:solidFill>
                <a:latin typeface="楷体_GB2312" pitchFamily="49" charset="-122"/>
              </a:rPr>
              <a:t>工业控制网络系统</a:t>
            </a:r>
            <a:r>
              <a:rPr lang="zh-CN" altLang="en-US" b="1" dirty="0">
                <a:solidFill>
                  <a:schemeClr val="accent5">
                    <a:lumMod val="50000"/>
                  </a:schemeClr>
                </a:solidFill>
                <a:latin typeface="楷体_GB2312" pitchFamily="49" charset="-122"/>
              </a:rPr>
              <a:t>的发展过程具有以下特点</a:t>
            </a:r>
            <a:r>
              <a:rPr lang="zh-CN" altLang="en-US" dirty="0" smtClean="0">
                <a:latin typeface="楷体_GB2312" pitchFamily="49" charset="-122"/>
              </a:rPr>
              <a:t>：</a:t>
            </a:r>
            <a:endParaRPr lang="en-US" altLang="zh-CN" dirty="0" smtClean="0">
              <a:latin typeface="楷体_GB2312" pitchFamily="49" charset="-122"/>
            </a:endParaRPr>
          </a:p>
          <a:p>
            <a:pPr eaLnBrk="1" hangingPunct="1">
              <a:lnSpc>
                <a:spcPct val="150000"/>
              </a:lnSpc>
              <a:spcBef>
                <a:spcPct val="30000"/>
              </a:spcBef>
              <a:buClr>
                <a:schemeClr val="tx1"/>
              </a:buClr>
              <a:buFont typeface="Wingdings" pitchFamily="2" charset="2"/>
              <a:buChar char="Ø"/>
              <a:defRPr/>
            </a:pPr>
            <a:r>
              <a:rPr lang="zh-CN" altLang="en-US" sz="2800" dirty="0" smtClean="0">
                <a:solidFill>
                  <a:srgbClr val="C00000"/>
                </a:solidFill>
              </a:rPr>
              <a:t>计算机网络技术</a:t>
            </a:r>
            <a:r>
              <a:rPr lang="zh-CN" altLang="en-US" sz="2800" dirty="0"/>
              <a:t>在工业控制系统中起到越来越重要的作用</a:t>
            </a:r>
          </a:p>
          <a:p>
            <a:pPr eaLnBrk="1" hangingPunct="1">
              <a:lnSpc>
                <a:spcPct val="150000"/>
              </a:lnSpc>
              <a:spcBef>
                <a:spcPct val="30000"/>
              </a:spcBef>
              <a:buClr>
                <a:schemeClr val="tx1"/>
              </a:buClr>
              <a:buFont typeface="Wingdings" pitchFamily="2" charset="2"/>
              <a:buChar char="Ø"/>
              <a:defRPr/>
            </a:pPr>
            <a:r>
              <a:rPr lang="zh-CN" altLang="en-US" sz="2800" dirty="0" smtClean="0">
                <a:solidFill>
                  <a:srgbClr val="C00000"/>
                </a:solidFill>
              </a:rPr>
              <a:t>信息</a:t>
            </a:r>
            <a:r>
              <a:rPr lang="zh-CN" altLang="en-US" sz="2800" dirty="0">
                <a:solidFill>
                  <a:srgbClr val="C00000"/>
                </a:solidFill>
              </a:rPr>
              <a:t>的集成度</a:t>
            </a:r>
            <a:r>
              <a:rPr lang="zh-CN" altLang="en-US" sz="2800" dirty="0"/>
              <a:t>越来越高</a:t>
            </a:r>
          </a:p>
          <a:p>
            <a:pPr eaLnBrk="1" hangingPunct="1">
              <a:lnSpc>
                <a:spcPct val="150000"/>
              </a:lnSpc>
              <a:spcBef>
                <a:spcPct val="30000"/>
              </a:spcBef>
              <a:buClr>
                <a:schemeClr val="tx1"/>
              </a:buClr>
              <a:buFont typeface="Wingdings" pitchFamily="2" charset="2"/>
              <a:buChar char="Ø"/>
              <a:defRPr/>
            </a:pPr>
            <a:r>
              <a:rPr lang="zh-CN" altLang="en-US" sz="2800" dirty="0" smtClean="0">
                <a:solidFill>
                  <a:srgbClr val="C00000"/>
                </a:solidFill>
              </a:rPr>
              <a:t>控制功能</a:t>
            </a:r>
            <a:r>
              <a:rPr lang="zh-CN" altLang="en-US" sz="2800" dirty="0"/>
              <a:t>越来越“接近”现场</a:t>
            </a:r>
          </a:p>
          <a:p>
            <a:pPr eaLnBrk="1" hangingPunct="1">
              <a:lnSpc>
                <a:spcPct val="150000"/>
              </a:lnSpc>
              <a:spcBef>
                <a:spcPct val="30000"/>
              </a:spcBef>
              <a:buClr>
                <a:schemeClr val="tx1"/>
              </a:buClr>
              <a:buFont typeface="Wingdings" pitchFamily="2" charset="2"/>
              <a:buChar char="Ø"/>
              <a:defRPr/>
            </a:pPr>
            <a:r>
              <a:rPr lang="zh-CN" altLang="en-US" sz="2800" dirty="0" smtClean="0"/>
              <a:t>现场</a:t>
            </a:r>
            <a:r>
              <a:rPr lang="zh-CN" altLang="en-US" sz="2800" dirty="0"/>
              <a:t>仪表的</a:t>
            </a:r>
            <a:r>
              <a:rPr lang="zh-CN" altLang="en-US" sz="2800" dirty="0" smtClean="0">
                <a:solidFill>
                  <a:srgbClr val="C00000"/>
                </a:solidFill>
              </a:rPr>
              <a:t>测量、控制与通信</a:t>
            </a:r>
            <a:r>
              <a:rPr lang="zh-CN" altLang="en-US" sz="2800" dirty="0"/>
              <a:t>能力越来越强</a:t>
            </a:r>
          </a:p>
          <a:p>
            <a:pPr marL="0" lvl="1" indent="0" eaLnBrk="1" hangingPunct="1">
              <a:buNone/>
              <a:defRPr/>
            </a:pPr>
            <a:r>
              <a:rPr lang="zh-CN" altLang="en-US" sz="3600" dirty="0">
                <a:solidFill>
                  <a:schemeClr val="accent6">
                    <a:lumMod val="50000"/>
                  </a:schemeClr>
                </a:solidFill>
              </a:rPr>
              <a:t>发展趋势：工业以太网</a:t>
            </a:r>
            <a:r>
              <a:rPr lang="zh-CN" altLang="en-US" sz="3600" dirty="0" smtClean="0">
                <a:solidFill>
                  <a:schemeClr val="accent6">
                    <a:lumMod val="50000"/>
                  </a:schemeClr>
                </a:solidFill>
              </a:rPr>
              <a:t>控制系统</a:t>
            </a:r>
            <a:endParaRPr lang="en-US" altLang="zh-CN" sz="3600" dirty="0">
              <a:solidFill>
                <a:schemeClr val="accent6">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a:xfrm>
            <a:off x="107950" y="44450"/>
            <a:ext cx="7343775" cy="792163"/>
          </a:xfrm>
        </p:spPr>
        <p:txBody>
          <a:bodyPr/>
          <a:lstStyle/>
          <a:p>
            <a:pPr eaLnBrk="1" hangingPunct="1"/>
            <a:r>
              <a:rPr lang="en-US" altLang="zh-CN" dirty="0" smtClean="0"/>
              <a:t>1.1 </a:t>
            </a:r>
            <a:r>
              <a:rPr lang="zh-CN" altLang="en-US" dirty="0" smtClean="0"/>
              <a:t>工业控制</a:t>
            </a:r>
            <a:r>
              <a:rPr lang="zh-CN" altLang="en-US" dirty="0"/>
              <a:t>网络系统</a:t>
            </a:r>
            <a:endParaRPr lang="zh-CN" altLang="en-US" dirty="0" smtClean="0"/>
          </a:p>
        </p:txBody>
      </p:sp>
      <p:sp>
        <p:nvSpPr>
          <p:cNvPr id="3" name="内容占位符 2"/>
          <p:cNvSpPr>
            <a:spLocks noGrp="1"/>
          </p:cNvSpPr>
          <p:nvPr>
            <p:ph idx="1"/>
          </p:nvPr>
        </p:nvSpPr>
        <p:spPr>
          <a:xfrm>
            <a:off x="107950" y="981075"/>
            <a:ext cx="8785225" cy="5256213"/>
          </a:xfrm>
        </p:spPr>
        <p:txBody>
          <a:bodyPr/>
          <a:lstStyle/>
          <a:p>
            <a:pPr marL="0" indent="0" eaLnBrk="1" hangingPunct="1">
              <a:buFont typeface="Arial" charset="0"/>
              <a:buNone/>
              <a:defRPr/>
            </a:pPr>
            <a:r>
              <a:rPr lang="zh-CN" altLang="en-US" dirty="0" smtClean="0"/>
              <a:t>二、</a:t>
            </a:r>
            <a:r>
              <a:rPr lang="zh-CN" altLang="en-US" b="1" dirty="0" smtClean="0">
                <a:solidFill>
                  <a:srgbClr val="0070C0"/>
                </a:solidFill>
              </a:rPr>
              <a:t>工业控制网络</a:t>
            </a:r>
            <a:r>
              <a:rPr lang="zh-CN" altLang="en-US" dirty="0" smtClean="0"/>
              <a:t>  </a:t>
            </a:r>
            <a:r>
              <a:rPr lang="en-US" altLang="zh-CN" dirty="0" smtClean="0"/>
              <a:t>VS </a:t>
            </a:r>
            <a:r>
              <a:rPr lang="zh-CN" altLang="en-US" b="1" dirty="0" smtClean="0">
                <a:solidFill>
                  <a:srgbClr val="0070C0"/>
                </a:solidFill>
              </a:rPr>
              <a:t>计算机网络</a:t>
            </a:r>
            <a:endParaRPr lang="en-US" altLang="zh-CN" b="1" dirty="0" smtClean="0">
              <a:solidFill>
                <a:srgbClr val="0070C0"/>
              </a:solidFill>
            </a:endParaRPr>
          </a:p>
          <a:p>
            <a:pPr marL="0" indent="0" eaLnBrk="1" hangingPunct="1">
              <a:buFont typeface="Arial" charset="0"/>
              <a:buNone/>
              <a:defRPr/>
            </a:pPr>
            <a:endParaRPr lang="en-US" altLang="zh-CN" b="1" dirty="0" smtClean="0">
              <a:solidFill>
                <a:srgbClr val="0070C0"/>
              </a:solidFill>
            </a:endParaRPr>
          </a:p>
          <a:p>
            <a:pPr eaLnBrk="1" hangingPunct="1">
              <a:buFont typeface="Wingdings" panose="05000000000000000000" pitchFamily="2" charset="2"/>
              <a:buChar char="p"/>
              <a:defRPr/>
            </a:pPr>
            <a:r>
              <a:rPr lang="zh-CN" altLang="en-US" dirty="0" smtClean="0">
                <a:solidFill>
                  <a:srgbClr val="C00000"/>
                </a:solidFill>
              </a:rPr>
              <a:t>计算机网络 </a:t>
            </a:r>
            <a:endParaRPr lang="en-US" altLang="zh-CN" dirty="0" smtClean="0">
              <a:solidFill>
                <a:srgbClr val="C00000"/>
              </a:solidFill>
            </a:endParaRPr>
          </a:p>
          <a:p>
            <a:pPr marL="0" indent="0" eaLnBrk="1" hangingPunct="1">
              <a:buFont typeface="Arial" charset="0"/>
              <a:buNone/>
              <a:defRPr/>
            </a:pPr>
            <a:endParaRPr lang="en-US" altLang="zh-CN" dirty="0" smtClean="0"/>
          </a:p>
          <a:p>
            <a:pPr eaLnBrk="1" hangingPunct="1">
              <a:buFont typeface="Wingdings" panose="05000000000000000000" pitchFamily="2" charset="2"/>
              <a:buChar char="p"/>
              <a:defRPr/>
            </a:pPr>
            <a:r>
              <a:rPr lang="zh-CN" altLang="en-US" dirty="0" smtClean="0">
                <a:solidFill>
                  <a:srgbClr val="C00000"/>
                </a:solidFill>
              </a:rPr>
              <a:t>工业控制网络</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4" dur="500"/>
                                        <p:tgtEl>
                                          <p:spTgt spid="3">
                                            <p:txEl>
                                              <p:pRg st="2" end="2"/>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4" presetClass="entr" presetSubtype="1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a:xfrm>
            <a:off x="107950" y="44450"/>
            <a:ext cx="7343775" cy="792163"/>
          </a:xfrm>
        </p:spPr>
        <p:txBody>
          <a:bodyPr/>
          <a:lstStyle/>
          <a:p>
            <a:pPr eaLnBrk="1" hangingPunct="1"/>
            <a:r>
              <a:rPr lang="en-US" altLang="zh-CN" dirty="0" smtClean="0"/>
              <a:t>1.1 </a:t>
            </a:r>
            <a:r>
              <a:rPr lang="zh-CN" altLang="en-US" dirty="0" smtClean="0"/>
              <a:t>工业控制</a:t>
            </a:r>
            <a:r>
              <a:rPr lang="zh-CN" altLang="en-US" dirty="0"/>
              <a:t>网络系统</a:t>
            </a:r>
            <a:endParaRPr lang="zh-CN" altLang="en-US" dirty="0" smtClean="0"/>
          </a:p>
        </p:txBody>
      </p:sp>
      <p:sp>
        <p:nvSpPr>
          <p:cNvPr id="3" name="内容占位符 2"/>
          <p:cNvSpPr>
            <a:spLocks noGrp="1"/>
          </p:cNvSpPr>
          <p:nvPr>
            <p:ph idx="1"/>
          </p:nvPr>
        </p:nvSpPr>
        <p:spPr>
          <a:xfrm>
            <a:off x="107950" y="981075"/>
            <a:ext cx="8785225" cy="5256213"/>
          </a:xfrm>
        </p:spPr>
        <p:txBody>
          <a:bodyPr/>
          <a:lstStyle/>
          <a:p>
            <a:pPr marL="0" indent="0" eaLnBrk="1" hangingPunct="1">
              <a:buFont typeface="Arial" charset="0"/>
              <a:buNone/>
              <a:defRPr/>
            </a:pPr>
            <a:r>
              <a:rPr lang="zh-CN" altLang="en-US" sz="3600" dirty="0" smtClean="0"/>
              <a:t>三、工业控制网络</a:t>
            </a:r>
            <a:endParaRPr lang="en-US" altLang="zh-CN" sz="3600" b="1" dirty="0" smtClean="0">
              <a:solidFill>
                <a:srgbClr val="0070C0"/>
              </a:solidFill>
            </a:endParaRPr>
          </a:p>
          <a:p>
            <a:pPr marL="457200" indent="-457200" eaLnBrk="1" hangingPunct="1">
              <a:buFont typeface="Arial" charset="0"/>
              <a:buAutoNum type="arabicPeriod"/>
              <a:defRPr/>
            </a:pPr>
            <a:r>
              <a:rPr lang="zh-CN" altLang="en-US" dirty="0" smtClean="0"/>
              <a:t>控制网络的</a:t>
            </a:r>
            <a:r>
              <a:rPr lang="zh-CN" altLang="en-US" b="1" dirty="0" smtClean="0">
                <a:solidFill>
                  <a:srgbClr val="0070C0"/>
                </a:solidFill>
              </a:rPr>
              <a:t>节点</a:t>
            </a:r>
            <a:endParaRPr lang="en-US" altLang="zh-CN" b="1" dirty="0" smtClean="0">
              <a:solidFill>
                <a:srgbClr val="0070C0"/>
              </a:solidFill>
            </a:endParaRPr>
          </a:p>
          <a:p>
            <a:pPr marL="0" indent="0" eaLnBrk="1" hangingPunct="1">
              <a:buFont typeface="Arial" charset="0"/>
              <a:buNone/>
              <a:defRPr/>
            </a:pPr>
            <a:endParaRPr lang="en-US" altLang="zh-CN" sz="2400" b="1" dirty="0" smtClean="0">
              <a:solidFill>
                <a:srgbClr val="0070C0"/>
              </a:solidFill>
            </a:endParaRPr>
          </a:p>
          <a:p>
            <a:pPr algn="just" eaLnBrk="1" hangingPunct="1">
              <a:buFont typeface="Wingdings" panose="05000000000000000000" pitchFamily="2" charset="2"/>
              <a:buChar char="p"/>
              <a:defRPr/>
            </a:pPr>
            <a:r>
              <a:rPr lang="zh-CN" altLang="en-US" sz="2800" b="1" dirty="0" smtClean="0">
                <a:solidFill>
                  <a:srgbClr val="0070C0"/>
                </a:solidFill>
              </a:rPr>
              <a:t>  设备类型</a:t>
            </a:r>
            <a:endParaRPr lang="en-US" altLang="zh-CN" sz="2800" b="1" dirty="0" smtClean="0">
              <a:solidFill>
                <a:srgbClr val="0070C0"/>
              </a:solidFill>
            </a:endParaRPr>
          </a:p>
          <a:p>
            <a:pPr marL="0" indent="0" algn="just" eaLnBrk="1" hangingPunct="1">
              <a:buFont typeface="Arial" charset="0"/>
              <a:buNone/>
              <a:defRPr/>
            </a:pPr>
            <a:endParaRPr lang="en-US" altLang="zh-CN" sz="2800" b="1" dirty="0" smtClean="0">
              <a:solidFill>
                <a:srgbClr val="0070C0"/>
              </a:solidFill>
            </a:endParaRPr>
          </a:p>
          <a:p>
            <a:pPr algn="just" eaLnBrk="1" hangingPunct="1">
              <a:buFont typeface="Wingdings" panose="05000000000000000000" pitchFamily="2" charset="2"/>
              <a:buChar char="p"/>
              <a:defRPr/>
            </a:pPr>
            <a:r>
              <a:rPr lang="en-US" altLang="zh-CN" sz="2800" b="1" dirty="0">
                <a:solidFill>
                  <a:srgbClr val="0070C0"/>
                </a:solidFill>
              </a:rPr>
              <a:t> </a:t>
            </a:r>
            <a:r>
              <a:rPr lang="en-US" altLang="zh-CN" sz="2800" b="1" dirty="0" smtClean="0">
                <a:solidFill>
                  <a:srgbClr val="0070C0"/>
                </a:solidFill>
              </a:rPr>
              <a:t> </a:t>
            </a:r>
            <a:r>
              <a:rPr lang="zh-CN" altLang="en-US" sz="2800" b="1" dirty="0" smtClean="0">
                <a:solidFill>
                  <a:srgbClr val="0070C0"/>
                </a:solidFill>
              </a:rPr>
              <a:t>功能特点</a:t>
            </a:r>
            <a:endParaRPr lang="en-US" altLang="zh-CN" sz="2800" b="1" dirty="0" smtClean="0">
              <a:solidFill>
                <a:srgbClr val="0070C0"/>
              </a:solidFill>
            </a:endParaRPr>
          </a:p>
          <a:p>
            <a:pPr marL="0" indent="0" algn="just" eaLnBrk="1" hangingPunct="1">
              <a:buFont typeface="Arial" charset="0"/>
              <a:buNone/>
              <a:defRPr/>
            </a:pPr>
            <a:endParaRPr lang="en-US" altLang="zh-CN" sz="2800" b="1" dirty="0" smtClean="0">
              <a:solidFill>
                <a:srgbClr val="0070C0"/>
              </a:solidFill>
            </a:endParaRPr>
          </a:p>
          <a:p>
            <a:pPr algn="just" eaLnBrk="1" hangingPunct="1">
              <a:buFont typeface="Wingdings" panose="05000000000000000000" pitchFamily="2" charset="2"/>
              <a:buChar char="p"/>
              <a:defRPr/>
            </a:pPr>
            <a:r>
              <a:rPr lang="en-US" altLang="zh-CN" sz="2800" b="1" dirty="0">
                <a:solidFill>
                  <a:srgbClr val="0070C0"/>
                </a:solidFill>
              </a:rPr>
              <a:t> </a:t>
            </a:r>
            <a:r>
              <a:rPr lang="en-US" altLang="zh-CN" sz="2800" b="1" dirty="0" smtClean="0">
                <a:solidFill>
                  <a:srgbClr val="0070C0"/>
                </a:solidFill>
              </a:rPr>
              <a:t> </a:t>
            </a:r>
            <a:r>
              <a:rPr lang="zh-CN" altLang="en-US" sz="2800" b="1" dirty="0" smtClean="0">
                <a:solidFill>
                  <a:srgbClr val="0070C0"/>
                </a:solidFill>
              </a:rPr>
              <a:t>典型设备</a:t>
            </a:r>
            <a:endParaRPr lang="en-US" altLang="zh-CN" sz="2800" b="1" dirty="0">
              <a:solidFill>
                <a:srgbClr val="0070C0"/>
              </a:solidFill>
            </a:endParaRPr>
          </a:p>
          <a:p>
            <a:pPr marL="0" indent="0" eaLnBrk="1" hangingPunct="1">
              <a:buFont typeface="Arial" charset="0"/>
              <a:buNone/>
              <a:defRPr/>
            </a:pPr>
            <a:endParaRPr lang="en-US" altLang="zh-CN" sz="2400" b="1" dirty="0" smtClean="0">
              <a:solidFill>
                <a:srgbClr val="0070C0"/>
              </a:solidFill>
            </a:endParaRPr>
          </a:p>
          <a:p>
            <a:pPr marL="0" indent="0" eaLnBrk="1" hangingPunct="1">
              <a:buFont typeface="Arial" charset="0"/>
              <a:buNone/>
              <a:defRPr/>
            </a:pP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3" dur="500"/>
                                        <p:tgtEl>
                                          <p:spTgt spid="3">
                                            <p:txEl>
                                              <p:pRg st="1" end="1"/>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8" dur="500"/>
                                        <p:tgtEl>
                                          <p:spTgt spid="3">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4" presetClass="entr" presetSubtype="1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3" dur="500"/>
                                        <p:tgtEl>
                                          <p:spTgt spid="3">
                                            <p:txEl>
                                              <p:pRg st="5" end="5"/>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4" presetClass="entr" presetSubtype="10" fill="hold" grpId="0" nodeType="click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randombar(horizontal)">
                                      <p:cBhvr>
                                        <p:cTn id="2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a:xfrm>
            <a:off x="107950" y="44450"/>
            <a:ext cx="7343775" cy="792163"/>
          </a:xfrm>
        </p:spPr>
        <p:txBody>
          <a:bodyPr/>
          <a:lstStyle/>
          <a:p>
            <a:pPr eaLnBrk="1" hangingPunct="1"/>
            <a:r>
              <a:rPr lang="en-US" altLang="zh-CN" dirty="0" smtClean="0"/>
              <a:t>1.1 </a:t>
            </a:r>
            <a:r>
              <a:rPr lang="zh-CN" altLang="en-US" dirty="0" smtClean="0"/>
              <a:t>工业控制</a:t>
            </a:r>
            <a:r>
              <a:rPr lang="zh-CN" altLang="en-US" dirty="0"/>
              <a:t>网络系统</a:t>
            </a:r>
            <a:endParaRPr lang="zh-CN" altLang="en-US" dirty="0" smtClean="0"/>
          </a:p>
        </p:txBody>
      </p:sp>
      <p:sp>
        <p:nvSpPr>
          <p:cNvPr id="3" name="内容占位符 2"/>
          <p:cNvSpPr>
            <a:spLocks noGrp="1"/>
          </p:cNvSpPr>
          <p:nvPr>
            <p:ph idx="1"/>
          </p:nvPr>
        </p:nvSpPr>
        <p:spPr>
          <a:xfrm>
            <a:off x="107950" y="981075"/>
            <a:ext cx="8928100" cy="5761038"/>
          </a:xfrm>
        </p:spPr>
        <p:txBody>
          <a:bodyPr/>
          <a:lstStyle/>
          <a:p>
            <a:pPr lvl="1" algn="just" eaLnBrk="1" hangingPunct="1">
              <a:buFont typeface="Wingdings" panose="05000000000000000000" pitchFamily="2" charset="2"/>
              <a:buChar char="Ø"/>
              <a:defRPr/>
            </a:pPr>
            <a:r>
              <a:rPr lang="zh-CN" altLang="en-US" sz="2400" dirty="0" smtClean="0"/>
              <a:t>限位开关、感应开关等各类开关</a:t>
            </a:r>
          </a:p>
          <a:p>
            <a:pPr lvl="1" algn="just" eaLnBrk="1" hangingPunct="1">
              <a:buFont typeface="Wingdings" panose="05000000000000000000" pitchFamily="2" charset="2"/>
              <a:buChar char="Ø"/>
              <a:defRPr/>
            </a:pPr>
            <a:r>
              <a:rPr lang="zh-CN" altLang="en-US" sz="2400" dirty="0" smtClean="0"/>
              <a:t> 条形码阅读器</a:t>
            </a:r>
          </a:p>
          <a:p>
            <a:pPr lvl="1" algn="just" eaLnBrk="1" hangingPunct="1">
              <a:buFont typeface="Wingdings" panose="05000000000000000000" pitchFamily="2" charset="2"/>
              <a:buChar char="Ø"/>
              <a:defRPr/>
            </a:pPr>
            <a:r>
              <a:rPr lang="zh-CN" altLang="en-US" sz="2400" dirty="0" smtClean="0"/>
              <a:t> 光电传感器</a:t>
            </a:r>
          </a:p>
          <a:p>
            <a:pPr lvl="1" algn="just" eaLnBrk="1" hangingPunct="1">
              <a:buFont typeface="Wingdings" panose="05000000000000000000" pitchFamily="2" charset="2"/>
              <a:buChar char="Ø"/>
              <a:defRPr/>
            </a:pPr>
            <a:r>
              <a:rPr lang="zh-CN" altLang="en-US" sz="2400" dirty="0" smtClean="0"/>
              <a:t> 温度、压力、流量、物位等各种传感器、变送器</a:t>
            </a:r>
          </a:p>
          <a:p>
            <a:pPr lvl="1" algn="just" eaLnBrk="1" hangingPunct="1">
              <a:buFont typeface="Wingdings" panose="05000000000000000000" pitchFamily="2" charset="2"/>
              <a:buChar char="Ø"/>
              <a:defRPr/>
            </a:pPr>
            <a:r>
              <a:rPr lang="zh-CN" altLang="en-US" sz="2400" dirty="0" smtClean="0"/>
              <a:t> 可编程控制器</a:t>
            </a:r>
            <a:r>
              <a:rPr lang="en-US" altLang="zh-CN" sz="2400" dirty="0" smtClean="0"/>
              <a:t>PLC</a:t>
            </a:r>
          </a:p>
          <a:p>
            <a:pPr lvl="1" algn="just" eaLnBrk="1" hangingPunct="1">
              <a:buFont typeface="Wingdings" panose="05000000000000000000" pitchFamily="2" charset="2"/>
              <a:buChar char="Ø"/>
              <a:defRPr/>
            </a:pPr>
            <a:r>
              <a:rPr lang="en-US" altLang="zh-CN" sz="2400" dirty="0" smtClean="0"/>
              <a:t> PID</a:t>
            </a:r>
            <a:r>
              <a:rPr lang="zh-CN" altLang="en-US" sz="2400" dirty="0" smtClean="0"/>
              <a:t>等数字控制器</a:t>
            </a:r>
          </a:p>
          <a:p>
            <a:pPr lvl="1" algn="just" eaLnBrk="1" hangingPunct="1">
              <a:buFont typeface="Wingdings" panose="05000000000000000000" pitchFamily="2" charset="2"/>
              <a:buChar char="Ø"/>
              <a:defRPr/>
            </a:pPr>
            <a:r>
              <a:rPr lang="zh-CN" altLang="en-US" sz="2400" dirty="0" smtClean="0"/>
              <a:t> 各种数据采集装置</a:t>
            </a:r>
          </a:p>
          <a:p>
            <a:pPr lvl="1" algn="just" eaLnBrk="1" hangingPunct="1">
              <a:buFont typeface="Wingdings" panose="05000000000000000000" pitchFamily="2" charset="2"/>
              <a:buChar char="Ø"/>
              <a:defRPr/>
            </a:pPr>
            <a:r>
              <a:rPr lang="zh-CN" altLang="en-US" sz="2400" dirty="0" smtClean="0"/>
              <a:t> 作为监视操作设备的监控计算机、工作站及其外设</a:t>
            </a:r>
          </a:p>
          <a:p>
            <a:pPr lvl="1" algn="just" eaLnBrk="1" hangingPunct="1">
              <a:buFont typeface="Wingdings" panose="05000000000000000000" pitchFamily="2" charset="2"/>
              <a:buChar char="Ø"/>
              <a:defRPr/>
            </a:pPr>
            <a:r>
              <a:rPr lang="zh-CN" altLang="en-US" sz="2400" dirty="0" smtClean="0"/>
              <a:t> 各种调节阀</a:t>
            </a:r>
          </a:p>
          <a:p>
            <a:pPr lvl="1" algn="just" eaLnBrk="1" hangingPunct="1">
              <a:buFont typeface="Wingdings" panose="05000000000000000000" pitchFamily="2" charset="2"/>
              <a:buChar char="Ø"/>
              <a:defRPr/>
            </a:pPr>
            <a:r>
              <a:rPr lang="zh-CN" altLang="en-US" sz="2400" dirty="0" smtClean="0"/>
              <a:t> 马达控制设备</a:t>
            </a:r>
          </a:p>
          <a:p>
            <a:pPr lvl="1" algn="just" eaLnBrk="1" hangingPunct="1">
              <a:buFont typeface="Wingdings" panose="05000000000000000000" pitchFamily="2" charset="2"/>
              <a:buChar char="Ø"/>
              <a:defRPr/>
            </a:pPr>
            <a:r>
              <a:rPr lang="zh-CN" altLang="en-US" sz="2400" dirty="0" smtClean="0"/>
              <a:t> 变频器</a:t>
            </a:r>
          </a:p>
          <a:p>
            <a:pPr lvl="1" algn="just" eaLnBrk="1" hangingPunct="1">
              <a:buFont typeface="Wingdings" panose="05000000000000000000" pitchFamily="2" charset="2"/>
              <a:buChar char="Ø"/>
              <a:defRPr/>
            </a:pPr>
            <a:r>
              <a:rPr lang="zh-CN" altLang="en-US" sz="2400" dirty="0" smtClean="0"/>
              <a:t> 机器人（臂）</a:t>
            </a:r>
          </a:p>
          <a:p>
            <a:pPr lvl="1" algn="just" eaLnBrk="1" hangingPunct="1">
              <a:buFont typeface="Wingdings" panose="05000000000000000000" pitchFamily="2" charset="2"/>
              <a:buChar char="Ø"/>
              <a:defRPr/>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 calcmode="lin" valueType="num">
                                      <p:cBhvr additive="base">
                                        <p:cTn id="3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 calcmode="lin" valueType="num">
                                      <p:cBhvr additive="base">
                                        <p:cTn id="4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anim calcmode="lin" valueType="num">
                                      <p:cBhvr additive="base">
                                        <p:cTn id="5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xfrm>
            <a:off x="107950" y="44450"/>
            <a:ext cx="7343775" cy="792163"/>
          </a:xfrm>
        </p:spPr>
        <p:txBody>
          <a:bodyPr/>
          <a:lstStyle/>
          <a:p>
            <a:pPr eaLnBrk="1" hangingPunct="1"/>
            <a:r>
              <a:rPr lang="en-US" altLang="zh-CN" dirty="0" smtClean="0"/>
              <a:t>1.1 </a:t>
            </a:r>
            <a:r>
              <a:rPr lang="zh-CN" altLang="en-US" dirty="0" smtClean="0"/>
              <a:t>工业控制</a:t>
            </a:r>
            <a:r>
              <a:rPr lang="zh-CN" altLang="en-US" dirty="0"/>
              <a:t>网络系统</a:t>
            </a:r>
            <a:endParaRPr lang="zh-CN" altLang="en-US" dirty="0" smtClean="0"/>
          </a:p>
        </p:txBody>
      </p:sp>
      <p:sp>
        <p:nvSpPr>
          <p:cNvPr id="3" name="内容占位符 2"/>
          <p:cNvSpPr>
            <a:spLocks noGrp="1"/>
          </p:cNvSpPr>
          <p:nvPr>
            <p:ph idx="1"/>
          </p:nvPr>
        </p:nvSpPr>
        <p:spPr>
          <a:xfrm>
            <a:off x="107950" y="981075"/>
            <a:ext cx="8785225" cy="5256213"/>
          </a:xfrm>
        </p:spPr>
        <p:txBody>
          <a:bodyPr/>
          <a:lstStyle/>
          <a:p>
            <a:pPr marL="0" indent="0" eaLnBrk="1" hangingPunct="1">
              <a:buFont typeface="Arial" charset="0"/>
              <a:buNone/>
              <a:defRPr/>
            </a:pPr>
            <a:r>
              <a:rPr lang="en-US" altLang="zh-CN" dirty="0" smtClean="0"/>
              <a:t>2. </a:t>
            </a:r>
            <a:r>
              <a:rPr lang="zh-CN" altLang="en-US" b="1" dirty="0">
                <a:solidFill>
                  <a:srgbClr val="0070C0"/>
                </a:solidFill>
              </a:rPr>
              <a:t>执</a:t>
            </a:r>
            <a:r>
              <a:rPr lang="zh-CN" altLang="en-US" b="1" dirty="0" smtClean="0">
                <a:solidFill>
                  <a:srgbClr val="0070C0"/>
                </a:solidFill>
              </a:rPr>
              <a:t>行的任务</a:t>
            </a:r>
            <a:r>
              <a:rPr lang="en-US" altLang="zh-CN" dirty="0" smtClean="0"/>
              <a:t>&amp;</a:t>
            </a:r>
            <a:r>
              <a:rPr lang="zh-CN" altLang="en-US" b="1" dirty="0" smtClean="0">
                <a:solidFill>
                  <a:srgbClr val="0070C0"/>
                </a:solidFill>
              </a:rPr>
              <a:t>工</a:t>
            </a:r>
            <a:r>
              <a:rPr lang="zh-CN" altLang="en-US" b="1" dirty="0">
                <a:solidFill>
                  <a:srgbClr val="0070C0"/>
                </a:solidFill>
              </a:rPr>
              <a:t>作环</a:t>
            </a:r>
            <a:r>
              <a:rPr lang="zh-CN" altLang="en-US" b="1" dirty="0" smtClean="0">
                <a:solidFill>
                  <a:srgbClr val="0070C0"/>
                </a:solidFill>
              </a:rPr>
              <a:t>境</a:t>
            </a:r>
            <a:endParaRPr lang="en-US" altLang="zh-CN" b="1" dirty="0" smtClean="0">
              <a:solidFill>
                <a:srgbClr val="0070C0"/>
              </a:solidFill>
            </a:endParaRPr>
          </a:p>
          <a:p>
            <a:pPr marL="0" indent="0" eaLnBrk="1" hangingPunct="1">
              <a:buFont typeface="Arial" charset="0"/>
              <a:buNone/>
              <a:defRPr/>
            </a:pPr>
            <a:endParaRPr lang="en-US" altLang="zh-CN" sz="2800" b="1" dirty="0">
              <a:solidFill>
                <a:srgbClr val="0070C0"/>
              </a:solidFill>
            </a:endParaRPr>
          </a:p>
          <a:p>
            <a:pPr eaLnBrk="1" hangingPunct="1">
              <a:buFont typeface="Wingdings" panose="05000000000000000000" pitchFamily="2" charset="2"/>
              <a:buChar char="n"/>
              <a:defRPr/>
            </a:pPr>
            <a:r>
              <a:rPr lang="zh-CN" altLang="en-US" sz="2800" b="1" dirty="0">
                <a:solidFill>
                  <a:srgbClr val="C00000"/>
                </a:solidFill>
              </a:rPr>
              <a:t>执行的</a:t>
            </a:r>
            <a:r>
              <a:rPr lang="zh-CN" altLang="en-US" sz="2800" b="1" dirty="0" smtClean="0">
                <a:solidFill>
                  <a:srgbClr val="C00000"/>
                </a:solidFill>
              </a:rPr>
              <a:t>任务</a:t>
            </a:r>
            <a:endParaRPr lang="en-US" altLang="zh-CN" sz="2800" dirty="0" smtClean="0"/>
          </a:p>
          <a:p>
            <a:pPr marL="857250" lvl="1" indent="-457200" eaLnBrk="1" hangingPunct="1">
              <a:buFont typeface="+mj-ea"/>
              <a:buAutoNum type="circleNumDbPlain"/>
              <a:defRPr/>
            </a:pPr>
            <a:r>
              <a:rPr lang="zh-CN" altLang="en-US" dirty="0" smtClean="0">
                <a:solidFill>
                  <a:srgbClr val="C00000"/>
                </a:solidFill>
                <a:latin typeface="楷体_GB2312" panose="02010609030101010101" pitchFamily="49" charset="-122"/>
              </a:rPr>
              <a:t>信息传送</a:t>
            </a:r>
            <a:endParaRPr lang="en-US" altLang="zh-CN" dirty="0" smtClean="0">
              <a:latin typeface="楷体_GB2312" panose="02010609030101010101" pitchFamily="49" charset="-122"/>
            </a:endParaRPr>
          </a:p>
          <a:p>
            <a:pPr marL="857250" lvl="1" indent="-457200" eaLnBrk="1" hangingPunct="1">
              <a:buFont typeface="+mj-ea"/>
              <a:buAutoNum type="circleNumDbPlain"/>
              <a:defRPr/>
            </a:pPr>
            <a:r>
              <a:rPr lang="zh-CN" altLang="en-US" dirty="0">
                <a:solidFill>
                  <a:srgbClr val="C00000"/>
                </a:solidFill>
                <a:latin typeface="楷体_GB2312" panose="02010609030101010101" pitchFamily="49" charset="-122"/>
              </a:rPr>
              <a:t>提供数据连接与信息共享服</a:t>
            </a:r>
            <a:r>
              <a:rPr lang="zh-CN" altLang="en-US" dirty="0" smtClean="0">
                <a:solidFill>
                  <a:srgbClr val="C00000"/>
                </a:solidFill>
                <a:latin typeface="楷体_GB2312" panose="02010609030101010101" pitchFamily="49" charset="-122"/>
              </a:rPr>
              <a:t>务</a:t>
            </a:r>
            <a:endParaRPr lang="en-US" altLang="zh-CN" dirty="0">
              <a:solidFill>
                <a:srgbClr val="C00000"/>
              </a:solidFill>
              <a:latin typeface="楷体_GB2312" panose="02010609030101010101" pitchFamily="49" charset="-122"/>
            </a:endParaRPr>
          </a:p>
          <a:p>
            <a:pPr marL="857250" lvl="1" indent="-457200" eaLnBrk="1" hangingPunct="1">
              <a:buFont typeface="+mj-ea"/>
              <a:buAutoNum type="circleNumDbPlain"/>
              <a:defRPr/>
            </a:pPr>
            <a:r>
              <a:rPr lang="zh-CN" altLang="en-US" dirty="0" smtClean="0">
                <a:solidFill>
                  <a:srgbClr val="C00000"/>
                </a:solidFill>
                <a:latin typeface="楷体_GB2312" panose="02010609030101010101" pitchFamily="49" charset="-122"/>
              </a:rPr>
              <a:t>供电</a:t>
            </a:r>
            <a:endParaRPr lang="en-US" altLang="zh-CN" dirty="0" smtClean="0">
              <a:solidFill>
                <a:srgbClr val="C00000"/>
              </a:solidFill>
              <a:latin typeface="楷体_GB2312" panose="02010609030101010101" pitchFamily="49" charset="-122"/>
            </a:endParaRPr>
          </a:p>
          <a:p>
            <a:pPr marL="0" indent="0" eaLnBrk="1" hangingPunct="1">
              <a:buFont typeface="Arial" charset="0"/>
              <a:buNone/>
              <a:defRPr/>
            </a:pPr>
            <a:endParaRPr lang="en-US" altLang="zh-CN" sz="2800" dirty="0"/>
          </a:p>
          <a:p>
            <a:pPr eaLnBrk="1" hangingPunct="1">
              <a:buFont typeface="Wingdings" panose="05000000000000000000" pitchFamily="2" charset="2"/>
              <a:buChar char="n"/>
              <a:defRPr/>
            </a:pPr>
            <a:r>
              <a:rPr lang="zh-CN" altLang="en-US" sz="2800" b="1" dirty="0" smtClean="0">
                <a:solidFill>
                  <a:srgbClr val="C00000"/>
                </a:solidFill>
              </a:rPr>
              <a:t>工</a:t>
            </a:r>
            <a:r>
              <a:rPr lang="zh-CN" altLang="en-US" sz="2800" b="1" dirty="0">
                <a:solidFill>
                  <a:srgbClr val="C00000"/>
                </a:solidFill>
              </a:rPr>
              <a:t>作环</a:t>
            </a:r>
            <a:r>
              <a:rPr lang="zh-CN" altLang="en-US" sz="2800" b="1" dirty="0" smtClean="0">
                <a:solidFill>
                  <a:srgbClr val="C00000"/>
                </a:solidFill>
              </a:rPr>
              <a:t>境</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a:xfrm>
            <a:off x="107950" y="44450"/>
            <a:ext cx="7343775" cy="792163"/>
          </a:xfrm>
        </p:spPr>
        <p:txBody>
          <a:bodyPr/>
          <a:lstStyle/>
          <a:p>
            <a:pPr eaLnBrk="1" hangingPunct="1"/>
            <a:r>
              <a:rPr lang="en-US" altLang="zh-CN" dirty="0" smtClean="0"/>
              <a:t>1.1 </a:t>
            </a:r>
            <a:r>
              <a:rPr lang="zh-CN" altLang="en-US" dirty="0" smtClean="0"/>
              <a:t>工业控制</a:t>
            </a:r>
            <a:r>
              <a:rPr lang="zh-CN" altLang="en-US" dirty="0"/>
              <a:t>网络系统</a:t>
            </a:r>
            <a:endParaRPr lang="zh-CN" altLang="en-US" dirty="0" smtClean="0"/>
          </a:p>
        </p:txBody>
      </p:sp>
      <p:sp>
        <p:nvSpPr>
          <p:cNvPr id="3" name="内容占位符 2"/>
          <p:cNvSpPr>
            <a:spLocks noGrp="1"/>
          </p:cNvSpPr>
          <p:nvPr>
            <p:ph idx="1"/>
          </p:nvPr>
        </p:nvSpPr>
        <p:spPr>
          <a:xfrm>
            <a:off x="107950" y="981075"/>
            <a:ext cx="8928100" cy="2592388"/>
          </a:xfrm>
        </p:spPr>
        <p:txBody>
          <a:bodyPr/>
          <a:lstStyle/>
          <a:p>
            <a:pPr marL="0" indent="0" eaLnBrk="1" hangingPunct="1">
              <a:buFont typeface="Arial" charset="0"/>
              <a:buNone/>
              <a:defRPr/>
            </a:pPr>
            <a:r>
              <a:rPr lang="en-US" altLang="zh-CN" dirty="0"/>
              <a:t>3</a:t>
            </a:r>
            <a:r>
              <a:rPr lang="en-US" altLang="zh-CN" dirty="0" smtClean="0"/>
              <a:t>. </a:t>
            </a:r>
            <a:r>
              <a:rPr lang="zh-CN" altLang="en-US" b="1" dirty="0" smtClean="0">
                <a:solidFill>
                  <a:srgbClr val="0070C0"/>
                </a:solidFill>
              </a:rPr>
              <a:t>通</a:t>
            </a:r>
            <a:r>
              <a:rPr lang="zh-CN" altLang="en-US" b="1" dirty="0">
                <a:solidFill>
                  <a:srgbClr val="0070C0"/>
                </a:solidFill>
              </a:rPr>
              <a:t>信</a:t>
            </a:r>
            <a:r>
              <a:rPr lang="zh-CN" altLang="en-US" b="1" dirty="0" smtClean="0">
                <a:solidFill>
                  <a:srgbClr val="0070C0"/>
                </a:solidFill>
              </a:rPr>
              <a:t>传输要求</a:t>
            </a:r>
            <a:endParaRPr lang="en-US" altLang="zh-CN" b="1" dirty="0" smtClean="0">
              <a:solidFill>
                <a:srgbClr val="0070C0"/>
              </a:solidFill>
            </a:endParaRPr>
          </a:p>
          <a:p>
            <a:pPr marL="514350" indent="-514350" eaLnBrk="1" hangingPunct="1">
              <a:lnSpc>
                <a:spcPct val="150000"/>
              </a:lnSpc>
              <a:buFont typeface="+mj-ea"/>
              <a:buAutoNum type="circleNumDbPlain"/>
              <a:defRPr/>
            </a:pPr>
            <a:r>
              <a:rPr lang="zh-CN" altLang="en-US" sz="2800" dirty="0">
                <a:solidFill>
                  <a:srgbClr val="C00000"/>
                </a:solidFill>
              </a:rPr>
              <a:t>数据</a:t>
            </a:r>
            <a:r>
              <a:rPr lang="zh-CN" altLang="en-US" sz="2800" dirty="0" smtClean="0">
                <a:solidFill>
                  <a:srgbClr val="C00000"/>
                </a:solidFill>
              </a:rPr>
              <a:t>传输量、传输速率</a:t>
            </a:r>
            <a:endParaRPr lang="en-US" altLang="zh-CN" sz="2800" dirty="0" smtClean="0"/>
          </a:p>
          <a:p>
            <a:pPr marL="514350" indent="-514350" eaLnBrk="1" hangingPunct="1">
              <a:lnSpc>
                <a:spcPct val="150000"/>
              </a:lnSpc>
              <a:buFont typeface="+mj-ea"/>
              <a:buAutoNum type="circleNumDbPlain"/>
              <a:defRPr/>
            </a:pPr>
            <a:r>
              <a:rPr lang="zh-CN" altLang="en-US" sz="2800" dirty="0" smtClean="0">
                <a:solidFill>
                  <a:srgbClr val="C00000"/>
                </a:solidFill>
              </a:rPr>
              <a:t>实时性</a:t>
            </a:r>
            <a:endParaRPr lang="en-US" altLang="zh-CN" sz="2800" dirty="0"/>
          </a:p>
          <a:p>
            <a:pPr marL="0" indent="0" eaLnBrk="1" hangingPunct="1">
              <a:buFont typeface="Arial" charset="0"/>
              <a:buNone/>
              <a:defRPr/>
            </a:pPr>
            <a:endParaRPr lang="en-US" altLang="zh-CN" sz="2800" dirty="0"/>
          </a:p>
          <a:p>
            <a:pPr marL="0" indent="0" eaLnBrk="1" hangingPunct="1">
              <a:buFont typeface="Arial" charset="0"/>
              <a:buNone/>
              <a:defRPr/>
            </a:pPr>
            <a:endParaRPr lang="zh-CN" altLang="en-US" sz="2800" dirty="0"/>
          </a:p>
        </p:txBody>
      </p:sp>
      <p:sp>
        <p:nvSpPr>
          <p:cNvPr id="6" name="矩形 5"/>
          <p:cNvSpPr/>
          <p:nvPr/>
        </p:nvSpPr>
        <p:spPr>
          <a:xfrm>
            <a:off x="220663" y="3860800"/>
            <a:ext cx="8764587" cy="1878013"/>
          </a:xfrm>
          <a:prstGeom prst="rect">
            <a:avLst/>
          </a:prstGeom>
          <a:ln w="25400">
            <a:solidFill>
              <a:schemeClr val="accent1">
                <a:shade val="50000"/>
              </a:schemeClr>
            </a:solidFill>
          </a:ln>
        </p:spPr>
        <p:txBody>
          <a:bodyPr>
            <a:spAutoFit/>
          </a:bodyPr>
          <a:lstStyle/>
          <a:p>
            <a:pPr>
              <a:defRPr/>
            </a:pPr>
            <a:r>
              <a:rPr lang="zh-CN" altLang="en-US" sz="3200" b="1" dirty="0">
                <a:solidFill>
                  <a:srgbClr val="00B0F0"/>
                </a:solidFill>
                <a:ea typeface="楷体_GB2312" panose="02010609030101010101" pitchFamily="49" charset="-122"/>
              </a:rPr>
              <a:t>实时性要求</a:t>
            </a:r>
            <a:endParaRPr lang="en-US" altLang="zh-CN" sz="3200" dirty="0">
              <a:ea typeface="楷体_GB2312" panose="02010609030101010101" pitchFamily="49" charset="-122"/>
            </a:endParaRPr>
          </a:p>
          <a:p>
            <a:pPr marL="514350" indent="-514350">
              <a:buFont typeface="+mj-ea"/>
              <a:buAutoNum type="circleNumDbPlain"/>
              <a:defRPr/>
            </a:pPr>
            <a:r>
              <a:rPr lang="zh-CN" altLang="en-US" sz="2800" b="1" dirty="0">
                <a:solidFill>
                  <a:schemeClr val="accent5">
                    <a:lumMod val="50000"/>
                  </a:schemeClr>
                </a:solidFill>
                <a:ea typeface="楷体_GB2312" panose="02010609030101010101" pitchFamily="49" charset="-122"/>
              </a:rPr>
              <a:t>硬实时</a:t>
            </a:r>
            <a:endParaRPr lang="en-US" altLang="zh-CN" sz="2800" b="1" dirty="0">
              <a:solidFill>
                <a:schemeClr val="accent5">
                  <a:lumMod val="50000"/>
                </a:schemeClr>
              </a:solidFill>
              <a:ea typeface="楷体_GB2312" panose="02010609030101010101" pitchFamily="49" charset="-122"/>
            </a:endParaRPr>
          </a:p>
          <a:p>
            <a:pPr marL="514350" indent="-514350">
              <a:buFont typeface="+mj-ea"/>
              <a:buAutoNum type="circleNumDbPlain"/>
              <a:defRPr/>
            </a:pPr>
            <a:endParaRPr lang="en-US" altLang="zh-CN" sz="2800" dirty="0">
              <a:ea typeface="楷体_GB2312" panose="02010609030101010101" pitchFamily="49" charset="-122"/>
            </a:endParaRPr>
          </a:p>
          <a:p>
            <a:pPr marL="514350" indent="-514350">
              <a:buFont typeface="+mj-ea"/>
              <a:buAutoNum type="circleNumDbPlain"/>
              <a:defRPr/>
            </a:pPr>
            <a:r>
              <a:rPr lang="zh-CN" altLang="en-US" sz="2800" b="1" dirty="0">
                <a:solidFill>
                  <a:schemeClr val="accent5">
                    <a:lumMod val="50000"/>
                  </a:schemeClr>
                </a:solidFill>
                <a:ea typeface="楷体_GB2312" panose="02010609030101010101" pitchFamily="49" charset="-122"/>
              </a:rPr>
              <a:t>软实时</a:t>
            </a:r>
            <a:endParaRPr lang="en-US" altLang="zh-CN" sz="2800" dirty="0">
              <a:ea typeface="楷体_GB2312" panose="0201060903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a:xfrm>
            <a:off x="107950" y="44450"/>
            <a:ext cx="7343775" cy="792163"/>
          </a:xfrm>
        </p:spPr>
        <p:txBody>
          <a:bodyPr/>
          <a:lstStyle/>
          <a:p>
            <a:pPr eaLnBrk="1" hangingPunct="1"/>
            <a:r>
              <a:rPr lang="zh-CN" altLang="en-US" smtClean="0"/>
              <a:t>第</a:t>
            </a:r>
            <a:r>
              <a:rPr lang="en-US" altLang="zh-CN" smtClean="0"/>
              <a:t>1</a:t>
            </a:r>
            <a:r>
              <a:rPr lang="zh-CN" altLang="en-US" smtClean="0"/>
              <a:t>章 概述</a:t>
            </a:r>
          </a:p>
        </p:txBody>
      </p:sp>
      <p:sp>
        <p:nvSpPr>
          <p:cNvPr id="3" name="内容占位符 2"/>
          <p:cNvSpPr>
            <a:spLocks noGrp="1"/>
          </p:cNvSpPr>
          <p:nvPr>
            <p:ph idx="1"/>
          </p:nvPr>
        </p:nvSpPr>
        <p:spPr>
          <a:xfrm>
            <a:off x="107950" y="981075"/>
            <a:ext cx="8928100" cy="5102225"/>
          </a:xfrm>
        </p:spPr>
        <p:txBody>
          <a:bodyPr/>
          <a:lstStyle/>
          <a:p>
            <a:pPr eaLnBrk="1" hangingPunct="1">
              <a:lnSpc>
                <a:spcPct val="150000"/>
              </a:lnSpc>
              <a:buFont typeface="Wingdings" panose="05000000000000000000" pitchFamily="2" charset="2"/>
              <a:buChar char="ü"/>
              <a:defRPr/>
            </a:pPr>
            <a:r>
              <a:rPr lang="en-US" altLang="zh-CN" sz="2800" dirty="0" smtClean="0"/>
              <a:t>1.1 </a:t>
            </a:r>
            <a:r>
              <a:rPr lang="zh-CN" altLang="en-US" sz="2800" dirty="0" smtClean="0"/>
              <a:t>工业控制网络</a:t>
            </a:r>
            <a:endParaRPr lang="en-US" altLang="zh-CN" sz="2800" dirty="0" smtClean="0"/>
          </a:p>
          <a:p>
            <a:pPr eaLnBrk="1" hangingPunct="1">
              <a:lnSpc>
                <a:spcPct val="150000"/>
              </a:lnSpc>
              <a:buFont typeface="Wingdings" panose="05000000000000000000" pitchFamily="2" charset="2"/>
              <a:buChar char="ü"/>
              <a:defRPr/>
            </a:pPr>
            <a:r>
              <a:rPr lang="en-US" altLang="zh-CN" sz="2800" dirty="0" smtClean="0">
                <a:solidFill>
                  <a:srgbClr val="FF0000"/>
                </a:solidFill>
              </a:rPr>
              <a:t>1.2 </a:t>
            </a:r>
            <a:r>
              <a:rPr lang="zh-CN" altLang="en-US" sz="2800" dirty="0">
                <a:solidFill>
                  <a:srgbClr val="FF0000"/>
                </a:solidFill>
              </a:rPr>
              <a:t>现场总线的概念</a:t>
            </a:r>
            <a:endParaRPr lang="en-US" altLang="zh-CN" sz="2800" dirty="0">
              <a:solidFill>
                <a:srgbClr val="FF0000"/>
              </a:solidFill>
            </a:endParaRPr>
          </a:p>
          <a:p>
            <a:pPr eaLnBrk="1" hangingPunct="1">
              <a:lnSpc>
                <a:spcPct val="150000"/>
              </a:lnSpc>
              <a:buFont typeface="Wingdings" panose="05000000000000000000" pitchFamily="2" charset="2"/>
              <a:buChar char="ü"/>
              <a:defRPr/>
            </a:pPr>
            <a:endParaRPr lang="zh-CN" altLang="en-US" sz="28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a:xfrm>
            <a:off x="107950" y="44450"/>
            <a:ext cx="7343775" cy="792163"/>
          </a:xfrm>
        </p:spPr>
        <p:txBody>
          <a:bodyPr/>
          <a:lstStyle/>
          <a:p>
            <a:pPr eaLnBrk="1" hangingPunct="1"/>
            <a:r>
              <a:rPr lang="en-US" altLang="zh-CN" smtClean="0"/>
              <a:t>1.2 </a:t>
            </a:r>
            <a:r>
              <a:rPr lang="zh-CN" altLang="en-US" smtClean="0"/>
              <a:t>现场总线的概念</a:t>
            </a:r>
          </a:p>
        </p:txBody>
      </p:sp>
      <p:sp>
        <p:nvSpPr>
          <p:cNvPr id="3" name="内容占位符 2"/>
          <p:cNvSpPr>
            <a:spLocks noGrp="1"/>
          </p:cNvSpPr>
          <p:nvPr>
            <p:ph idx="1"/>
          </p:nvPr>
        </p:nvSpPr>
        <p:spPr>
          <a:xfrm>
            <a:off x="107950" y="981075"/>
            <a:ext cx="8785225" cy="5256213"/>
          </a:xfrm>
        </p:spPr>
        <p:txBody>
          <a:bodyPr/>
          <a:lstStyle/>
          <a:p>
            <a:pPr marL="0" indent="0" algn="just" eaLnBrk="1" hangingPunct="1">
              <a:buClr>
                <a:schemeClr val="tx1"/>
              </a:buClr>
              <a:buFont typeface="Wingdings" pitchFamily="2" charset="2"/>
              <a:buNone/>
              <a:defRPr/>
            </a:pPr>
            <a:r>
              <a:rPr lang="zh-CN" altLang="en-US" sz="2800" b="1" dirty="0" smtClean="0">
                <a:solidFill>
                  <a:srgbClr val="FF0000"/>
                </a:solidFill>
                <a:latin typeface="Times New Roman" pitchFamily="18" charset="0"/>
              </a:rPr>
              <a:t>        工业控制网络系统中</a:t>
            </a:r>
            <a:r>
              <a:rPr lang="zh-CN" altLang="en-US" sz="2800" b="1" dirty="0">
                <a:latin typeface="Times New Roman" pitchFamily="18" charset="0"/>
              </a:rPr>
              <a:t>的各种设备</a:t>
            </a:r>
            <a:r>
              <a:rPr lang="zh-CN" altLang="en-US" sz="2800" b="1" dirty="0" smtClean="0">
                <a:latin typeface="Times New Roman" pitchFamily="18" charset="0"/>
              </a:rPr>
              <a:t>通过不同种类的</a:t>
            </a:r>
            <a:r>
              <a:rPr lang="zh-CN" altLang="en-US" sz="2800" b="1" dirty="0" smtClean="0">
                <a:solidFill>
                  <a:srgbClr val="FF0000"/>
                </a:solidFill>
                <a:latin typeface="Times New Roman" pitchFamily="18" charset="0"/>
              </a:rPr>
              <a:t>现场总线</a:t>
            </a:r>
            <a:r>
              <a:rPr lang="zh-CN" altLang="en-US" sz="2800" b="1" dirty="0" smtClean="0">
                <a:latin typeface="Times New Roman" pitchFamily="18" charset="0"/>
              </a:rPr>
              <a:t>连接。</a:t>
            </a:r>
            <a:endParaRPr lang="en-US" altLang="zh-CN" sz="2800" b="1" dirty="0" smtClean="0">
              <a:latin typeface="Times New Roman" pitchFamily="18" charset="0"/>
            </a:endParaRPr>
          </a:p>
          <a:p>
            <a:pPr marL="0" indent="0" algn="just" eaLnBrk="1" hangingPunct="1">
              <a:buClr>
                <a:schemeClr val="tx1"/>
              </a:buClr>
              <a:buFont typeface="Wingdings" pitchFamily="2" charset="2"/>
              <a:buNone/>
              <a:defRPr/>
            </a:pPr>
            <a:endParaRPr lang="en-US" altLang="zh-CN" sz="2800" b="1" dirty="0">
              <a:latin typeface="Times New Roman" pitchFamily="18" charset="0"/>
            </a:endParaRPr>
          </a:p>
          <a:p>
            <a:pPr marL="0" indent="0" algn="just" eaLnBrk="1" hangingPunct="1">
              <a:buClr>
                <a:schemeClr val="tx1"/>
              </a:buClr>
              <a:buFont typeface="Wingdings" pitchFamily="2" charset="2"/>
              <a:buNone/>
              <a:defRPr/>
            </a:pPr>
            <a:r>
              <a:rPr lang="zh-CN" altLang="en-US" sz="2800" b="1" dirty="0" smtClean="0">
                <a:latin typeface="Times New Roman" pitchFamily="18" charset="0"/>
              </a:rPr>
              <a:t>        使用</a:t>
            </a:r>
            <a:r>
              <a:rPr lang="zh-CN" altLang="en-US" sz="2800" b="1" dirty="0" smtClean="0">
                <a:solidFill>
                  <a:srgbClr val="FF0000"/>
                </a:solidFill>
                <a:latin typeface="Times New Roman" pitchFamily="18" charset="0"/>
              </a:rPr>
              <a:t>现场总线</a:t>
            </a:r>
            <a:r>
              <a:rPr lang="zh-CN" altLang="en-US" sz="2800" b="1" dirty="0" smtClean="0">
                <a:latin typeface="Times New Roman" pitchFamily="18" charset="0"/>
              </a:rPr>
              <a:t>的工业控制网络，可以应用于现场</a:t>
            </a:r>
            <a:r>
              <a:rPr lang="zh-CN" altLang="en-US" sz="2800" b="1" dirty="0" smtClean="0">
                <a:solidFill>
                  <a:srgbClr val="FF0000"/>
                </a:solidFill>
                <a:latin typeface="Times New Roman" pitchFamily="18" charset="0"/>
              </a:rPr>
              <a:t>测量</a:t>
            </a:r>
            <a:r>
              <a:rPr lang="zh-CN" altLang="en-US" sz="2800" b="1" dirty="0" smtClean="0">
                <a:latin typeface="Times New Roman" pitchFamily="18" charset="0"/>
              </a:rPr>
              <a:t>和</a:t>
            </a:r>
            <a:r>
              <a:rPr lang="en-US" altLang="zh-CN" sz="2800" b="1" dirty="0" smtClean="0">
                <a:latin typeface="Times New Roman" pitchFamily="18" charset="0"/>
              </a:rPr>
              <a:t>/</a:t>
            </a:r>
            <a:r>
              <a:rPr lang="zh-CN" altLang="en-US" sz="2800" b="1" dirty="0" smtClean="0">
                <a:latin typeface="Times New Roman" pitchFamily="18" charset="0"/>
              </a:rPr>
              <a:t>或</a:t>
            </a:r>
            <a:r>
              <a:rPr lang="zh-CN" altLang="en-US" sz="2800" b="1" dirty="0" smtClean="0">
                <a:solidFill>
                  <a:srgbClr val="FF0000"/>
                </a:solidFill>
                <a:latin typeface="Times New Roman" pitchFamily="18" charset="0"/>
              </a:rPr>
              <a:t>控制</a:t>
            </a:r>
            <a:r>
              <a:rPr lang="zh-CN" altLang="en-US" sz="2800" b="1" dirty="0" smtClean="0">
                <a:latin typeface="Times New Roman" pitchFamily="18" charset="0"/>
              </a:rPr>
              <a:t>目的，通常也被称为</a:t>
            </a:r>
          </a:p>
          <a:p>
            <a:pPr lvl="1" algn="just" eaLnBrk="1" hangingPunct="1">
              <a:buClr>
                <a:schemeClr val="tx1"/>
              </a:buClr>
              <a:buFont typeface="Wingdings" panose="05000000000000000000" pitchFamily="2" charset="2"/>
              <a:buChar char="Ø"/>
              <a:defRPr/>
            </a:pPr>
            <a:r>
              <a:rPr lang="zh-CN" altLang="en-US" b="1" dirty="0" smtClean="0">
                <a:solidFill>
                  <a:srgbClr val="C00000"/>
                </a:solidFill>
              </a:rPr>
              <a:t>现场总线系统</a:t>
            </a:r>
          </a:p>
          <a:p>
            <a:pPr lvl="1" algn="just" eaLnBrk="1" hangingPunct="1">
              <a:buClr>
                <a:schemeClr val="tx1"/>
              </a:buClr>
              <a:buFont typeface="Wingdings" panose="05000000000000000000" pitchFamily="2" charset="2"/>
              <a:buChar char="Ø"/>
              <a:defRPr/>
            </a:pPr>
            <a:r>
              <a:rPr lang="zh-CN" altLang="en-US" b="1" dirty="0" smtClean="0">
                <a:solidFill>
                  <a:srgbClr val="C00000"/>
                </a:solidFill>
              </a:rPr>
              <a:t>现场总线控制系统</a:t>
            </a:r>
            <a:r>
              <a:rPr lang="en-US" altLang="zh-CN" b="1" dirty="0" smtClean="0">
                <a:solidFill>
                  <a:srgbClr val="C00000"/>
                </a:solidFill>
              </a:rPr>
              <a:t>FCS</a:t>
            </a:r>
            <a:r>
              <a:rPr lang="zh-CN" altLang="en-US" b="1" dirty="0" smtClean="0">
                <a:solidFill>
                  <a:srgbClr val="C00000"/>
                </a:solidFill>
              </a:rPr>
              <a:t>（</a:t>
            </a:r>
            <a:r>
              <a:rPr lang="en-US" altLang="zh-CN" b="1" dirty="0" smtClean="0">
                <a:solidFill>
                  <a:srgbClr val="C00000"/>
                </a:solidFill>
              </a:rPr>
              <a:t>Fieldbus Control System</a:t>
            </a:r>
            <a:r>
              <a:rPr lang="zh-CN" altLang="en-US" b="1" dirty="0" smtClean="0">
                <a:solidFill>
                  <a:srgbClr val="C00000"/>
                </a:solidFill>
              </a:rPr>
              <a:t>）</a:t>
            </a:r>
          </a:p>
          <a:p>
            <a:pPr lvl="1" algn="just" eaLnBrk="1" hangingPunct="1">
              <a:buClr>
                <a:schemeClr val="tx1"/>
              </a:buClr>
              <a:buFont typeface="Wingdings" panose="05000000000000000000" pitchFamily="2" charset="2"/>
              <a:buChar char="Ø"/>
              <a:defRPr/>
            </a:pPr>
            <a:r>
              <a:rPr lang="zh-CN" altLang="en-US" b="1" dirty="0" smtClean="0">
                <a:solidFill>
                  <a:srgbClr val="C00000"/>
                </a:solidFill>
              </a:rPr>
              <a:t>网络控制系统</a:t>
            </a:r>
            <a:r>
              <a:rPr lang="en-US" altLang="zh-CN" b="1" dirty="0" smtClean="0">
                <a:solidFill>
                  <a:srgbClr val="C00000"/>
                </a:solidFill>
              </a:rPr>
              <a:t>NCS </a:t>
            </a:r>
            <a:r>
              <a:rPr lang="zh-CN" altLang="en-US" b="1" dirty="0" smtClean="0">
                <a:solidFill>
                  <a:srgbClr val="C00000"/>
                </a:solidFill>
              </a:rPr>
              <a:t>（</a:t>
            </a:r>
            <a:r>
              <a:rPr lang="en-US" altLang="zh-CN" b="1" dirty="0" smtClean="0">
                <a:solidFill>
                  <a:srgbClr val="C00000"/>
                </a:solidFill>
              </a:rPr>
              <a:t>Network Control System</a:t>
            </a:r>
            <a:r>
              <a:rPr lang="zh-CN" altLang="en-US" b="1" dirty="0" smtClean="0">
                <a:solidFill>
                  <a:srgbClr val="C00000"/>
                </a:solidFill>
              </a:rPr>
              <a:t>）</a:t>
            </a:r>
          </a:p>
          <a:p>
            <a:pPr eaLnBrk="1" hangingPunct="1">
              <a:defRPr/>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with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 calcmode="lin" valueType="num">
                                      <p:cBhvr additive="base">
                                        <p:cTn id="1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a:xfrm>
            <a:off x="107950" y="44450"/>
            <a:ext cx="7343775" cy="792163"/>
          </a:xfrm>
        </p:spPr>
        <p:txBody>
          <a:bodyPr/>
          <a:lstStyle/>
          <a:p>
            <a:pPr eaLnBrk="1" hangingPunct="1"/>
            <a:r>
              <a:rPr lang="en-US" altLang="zh-CN" smtClean="0"/>
              <a:t>1.2 </a:t>
            </a:r>
            <a:r>
              <a:rPr lang="zh-CN" altLang="en-US" smtClean="0"/>
              <a:t>现场总线的概念</a:t>
            </a:r>
          </a:p>
        </p:txBody>
      </p:sp>
      <p:sp>
        <p:nvSpPr>
          <p:cNvPr id="3" name="内容占位符 2"/>
          <p:cNvSpPr>
            <a:spLocks noGrp="1"/>
          </p:cNvSpPr>
          <p:nvPr>
            <p:ph idx="1"/>
          </p:nvPr>
        </p:nvSpPr>
        <p:spPr>
          <a:xfrm>
            <a:off x="107950" y="981075"/>
            <a:ext cx="8785225" cy="5256213"/>
          </a:xfrm>
        </p:spPr>
        <p:txBody>
          <a:bodyPr/>
          <a:lstStyle/>
          <a:p>
            <a:pPr algn="just" eaLnBrk="1" hangingPunct="1">
              <a:lnSpc>
                <a:spcPct val="160000"/>
              </a:lnSpc>
              <a:buClr>
                <a:schemeClr val="tx1"/>
              </a:buClr>
              <a:buFont typeface="Wingdings" panose="05000000000000000000" pitchFamily="2" charset="2"/>
              <a:buChar char="p"/>
              <a:defRPr/>
            </a:pPr>
            <a:r>
              <a:rPr lang="zh-CN" altLang="en-US" sz="2800" b="1" dirty="0">
                <a:solidFill>
                  <a:srgbClr val="FF0000"/>
                </a:solidFill>
                <a:latin typeface="楷体_GB2312" pitchFamily="49" charset="-122"/>
              </a:rPr>
              <a:t>国际电工委员</a:t>
            </a:r>
            <a:r>
              <a:rPr lang="zh-CN" altLang="en-US" sz="2800" b="1" dirty="0" smtClean="0">
                <a:solidFill>
                  <a:srgbClr val="FF0000"/>
                </a:solidFill>
                <a:latin typeface="楷体_GB2312" pitchFamily="49" charset="-122"/>
              </a:rPr>
              <a:t>会（</a:t>
            </a:r>
            <a:r>
              <a:rPr lang="en-US" altLang="zh-CN" sz="2800" b="1" dirty="0" smtClean="0">
                <a:solidFill>
                  <a:srgbClr val="FF0000"/>
                </a:solidFill>
                <a:latin typeface="楷体_GB2312" pitchFamily="49" charset="-122"/>
              </a:rPr>
              <a:t>IEC</a:t>
            </a:r>
            <a:r>
              <a:rPr lang="zh-CN" altLang="en-US" sz="2800" b="1" dirty="0" smtClean="0">
                <a:solidFill>
                  <a:srgbClr val="FF0000"/>
                </a:solidFill>
                <a:latin typeface="楷体_GB2312" pitchFamily="49" charset="-122"/>
              </a:rPr>
              <a:t>）</a:t>
            </a:r>
            <a:r>
              <a:rPr lang="zh-CN" altLang="en-US" sz="2800" b="1" dirty="0" smtClean="0">
                <a:solidFill>
                  <a:schemeClr val="accent5">
                    <a:lumMod val="50000"/>
                  </a:schemeClr>
                </a:solidFill>
                <a:latin typeface="楷体_GB2312" pitchFamily="49" charset="-122"/>
              </a:rPr>
              <a:t>国</a:t>
            </a:r>
            <a:r>
              <a:rPr lang="zh-CN" altLang="en-US" sz="2800" b="1" dirty="0">
                <a:solidFill>
                  <a:schemeClr val="accent5">
                    <a:lumMod val="50000"/>
                  </a:schemeClr>
                </a:solidFill>
                <a:latin typeface="楷体_GB2312" pitchFamily="49" charset="-122"/>
              </a:rPr>
              <a:t>际标准</a:t>
            </a:r>
            <a:r>
              <a:rPr lang="en-US" altLang="zh-CN" sz="2800" b="1" dirty="0" smtClean="0">
                <a:solidFill>
                  <a:srgbClr val="FF0000"/>
                </a:solidFill>
                <a:latin typeface="楷体_GB2312" pitchFamily="49" charset="-122"/>
              </a:rPr>
              <a:t>IEC61158</a:t>
            </a:r>
            <a:r>
              <a:rPr lang="zh-CN" altLang="en-US" sz="2800" b="1" dirty="0" smtClean="0">
                <a:solidFill>
                  <a:schemeClr val="accent5">
                    <a:lumMod val="50000"/>
                  </a:schemeClr>
                </a:solidFill>
                <a:latin typeface="楷体_GB2312" pitchFamily="49" charset="-122"/>
              </a:rPr>
              <a:t>中</a:t>
            </a:r>
            <a:r>
              <a:rPr lang="zh-CN" altLang="en-US" sz="2800" b="1" dirty="0">
                <a:solidFill>
                  <a:schemeClr val="accent5">
                    <a:lumMod val="50000"/>
                  </a:schemeClr>
                </a:solidFill>
                <a:latin typeface="楷体_GB2312" pitchFamily="49" charset="-122"/>
              </a:rPr>
              <a:t>的</a:t>
            </a:r>
            <a:r>
              <a:rPr lang="zh-CN" altLang="en-US" sz="2800" b="1" dirty="0" smtClean="0">
                <a:solidFill>
                  <a:schemeClr val="accent5">
                    <a:lumMod val="50000"/>
                  </a:schemeClr>
                </a:solidFill>
                <a:latin typeface="楷体_GB2312" pitchFamily="49" charset="-122"/>
              </a:rPr>
              <a:t>定义</a:t>
            </a:r>
            <a:endParaRPr lang="zh-CN" altLang="en-US" sz="2800" b="1" dirty="0">
              <a:solidFill>
                <a:schemeClr val="accent5">
                  <a:lumMod val="50000"/>
                </a:schemeClr>
              </a:solidFill>
              <a:latin typeface="楷体_GB2312" pitchFamily="49" charset="-122"/>
            </a:endParaRPr>
          </a:p>
          <a:p>
            <a:pPr marL="0" indent="0" algn="just" eaLnBrk="1" hangingPunct="1">
              <a:lnSpc>
                <a:spcPct val="160000"/>
              </a:lnSpc>
              <a:buClr>
                <a:schemeClr val="tx1"/>
              </a:buClr>
              <a:buFont typeface="Wingdings" pitchFamily="2" charset="2"/>
              <a:buNone/>
              <a:defRPr/>
            </a:pPr>
            <a:r>
              <a:rPr lang="zh-CN" altLang="en-US" sz="2800" b="1" dirty="0">
                <a:solidFill>
                  <a:schemeClr val="accent5">
                    <a:lumMod val="50000"/>
                  </a:schemeClr>
                </a:solidFill>
                <a:latin typeface="楷体_GB2312" pitchFamily="49" charset="-122"/>
              </a:rPr>
              <a:t>    </a:t>
            </a:r>
            <a:r>
              <a:rPr lang="zh-CN" altLang="en-US" sz="2800" b="1" dirty="0">
                <a:latin typeface="楷体_GB2312" pitchFamily="49" charset="-122"/>
              </a:rPr>
              <a:t>安装在制造或过程区域的</a:t>
            </a:r>
            <a:r>
              <a:rPr lang="zh-CN" altLang="en-US" sz="2800" b="1" dirty="0">
                <a:solidFill>
                  <a:srgbClr val="C00000"/>
                </a:solidFill>
                <a:latin typeface="楷体_GB2312" pitchFamily="49" charset="-122"/>
              </a:rPr>
              <a:t>现场装置</a:t>
            </a:r>
            <a:r>
              <a:rPr lang="zh-CN" altLang="en-US" sz="2800" b="1" dirty="0">
                <a:latin typeface="楷体_GB2312" pitchFamily="49" charset="-122"/>
              </a:rPr>
              <a:t>与控制室内的</a:t>
            </a:r>
            <a:r>
              <a:rPr lang="zh-CN" altLang="en-US" sz="2800" b="1" dirty="0">
                <a:solidFill>
                  <a:srgbClr val="C00000"/>
                </a:solidFill>
                <a:latin typeface="楷体_GB2312" pitchFamily="49" charset="-122"/>
              </a:rPr>
              <a:t>自动控制装置</a:t>
            </a:r>
            <a:r>
              <a:rPr lang="zh-CN" altLang="en-US" sz="2800" b="1" dirty="0">
                <a:latin typeface="楷体_GB2312" pitchFamily="49" charset="-122"/>
              </a:rPr>
              <a:t>之间的</a:t>
            </a:r>
            <a:r>
              <a:rPr lang="zh-CN" altLang="en-US" sz="2800" b="1" dirty="0">
                <a:solidFill>
                  <a:srgbClr val="C00000"/>
                </a:solidFill>
                <a:latin typeface="楷体_GB2312" pitchFamily="49" charset="-122"/>
              </a:rPr>
              <a:t>数字式、串行、多点通信</a:t>
            </a:r>
            <a:r>
              <a:rPr lang="zh-CN" altLang="en-US" sz="2800" b="1" dirty="0">
                <a:latin typeface="楷体_GB2312" pitchFamily="49" charset="-122"/>
              </a:rPr>
              <a:t>的</a:t>
            </a:r>
            <a:r>
              <a:rPr lang="zh-CN" altLang="en-US" sz="2800" b="1" dirty="0">
                <a:solidFill>
                  <a:srgbClr val="C00000"/>
                </a:solidFill>
                <a:latin typeface="楷体_GB2312" pitchFamily="49" charset="-122"/>
              </a:rPr>
              <a:t>数据总线</a:t>
            </a:r>
            <a:r>
              <a:rPr lang="zh-CN" altLang="en-US" sz="2800" b="1" dirty="0">
                <a:latin typeface="楷体_GB2312" pitchFamily="49" charset="-122"/>
              </a:rPr>
              <a:t>称为</a:t>
            </a:r>
            <a:r>
              <a:rPr lang="zh-CN" altLang="en-US" sz="2800" b="1" dirty="0">
                <a:solidFill>
                  <a:srgbClr val="C00000"/>
                </a:solidFill>
                <a:latin typeface="楷体_GB2312" pitchFamily="49" charset="-122"/>
              </a:rPr>
              <a:t>现场总线</a:t>
            </a:r>
            <a:r>
              <a:rPr lang="zh-CN" altLang="en-US" sz="2800" b="1" dirty="0" smtClean="0">
                <a:latin typeface="楷体_GB2312" pitchFamily="49" charset="-122"/>
              </a:rPr>
              <a:t>。</a:t>
            </a:r>
            <a:endParaRPr lang="zh-CN" altLang="en-US" sz="2800" b="1" dirty="0">
              <a:latin typeface="楷体_GB2312" pitchFamily="49" charset="-122"/>
            </a:endParaRPr>
          </a:p>
          <a:p>
            <a:pPr marL="0" indent="0" eaLnBrk="1" hangingPunct="1">
              <a:buFont typeface="Arial" charset="0"/>
              <a:buNone/>
              <a:defRPr/>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a:xfrm>
            <a:off x="107950" y="44450"/>
            <a:ext cx="7343775" cy="792163"/>
          </a:xfrm>
        </p:spPr>
        <p:txBody>
          <a:bodyPr/>
          <a:lstStyle/>
          <a:p>
            <a:pPr eaLnBrk="1" hangingPunct="1"/>
            <a:r>
              <a:rPr lang="en-US" altLang="zh-CN" smtClean="0"/>
              <a:t>1.2 </a:t>
            </a:r>
            <a:r>
              <a:rPr lang="zh-CN" altLang="en-US" smtClean="0"/>
              <a:t>现场总线的概念</a:t>
            </a:r>
          </a:p>
        </p:txBody>
      </p:sp>
      <p:sp>
        <p:nvSpPr>
          <p:cNvPr id="3" name="内容占位符 2"/>
          <p:cNvSpPr>
            <a:spLocks noGrp="1"/>
          </p:cNvSpPr>
          <p:nvPr>
            <p:ph idx="1"/>
          </p:nvPr>
        </p:nvSpPr>
        <p:spPr>
          <a:xfrm>
            <a:off x="107950" y="981075"/>
            <a:ext cx="8785225" cy="5256213"/>
          </a:xfrm>
        </p:spPr>
        <p:txBody>
          <a:bodyPr/>
          <a:lstStyle/>
          <a:p>
            <a:pPr algn="just" eaLnBrk="1" hangingPunct="1">
              <a:buFont typeface="Wingdings" panose="05000000000000000000" pitchFamily="2" charset="2"/>
              <a:buChar char="p"/>
              <a:defRPr/>
            </a:pPr>
            <a:r>
              <a:rPr lang="zh-CN" altLang="en-US" sz="2800" b="1" dirty="0">
                <a:solidFill>
                  <a:schemeClr val="accent5">
                    <a:lumMod val="50000"/>
                  </a:schemeClr>
                </a:solidFill>
                <a:latin typeface="楷体_GB2312" pitchFamily="49" charset="-122"/>
              </a:rPr>
              <a:t>第</a:t>
            </a:r>
            <a:r>
              <a:rPr lang="en-US" altLang="zh-CN" sz="2800" b="1" dirty="0">
                <a:solidFill>
                  <a:schemeClr val="accent5">
                    <a:lumMod val="50000"/>
                  </a:schemeClr>
                </a:solidFill>
              </a:rPr>
              <a:t>2</a:t>
            </a:r>
            <a:r>
              <a:rPr lang="zh-CN" altLang="en-US" sz="2800" b="1" dirty="0">
                <a:solidFill>
                  <a:schemeClr val="accent5">
                    <a:lumMod val="50000"/>
                  </a:schemeClr>
                </a:solidFill>
                <a:latin typeface="楷体_GB2312" pitchFamily="49" charset="-122"/>
              </a:rPr>
              <a:t>版</a:t>
            </a:r>
            <a:r>
              <a:rPr lang="en-US" altLang="zh-CN" sz="2800" b="1" dirty="0">
                <a:solidFill>
                  <a:srgbClr val="FF0000"/>
                </a:solidFill>
              </a:rPr>
              <a:t>IEC61158-2</a:t>
            </a:r>
            <a:r>
              <a:rPr lang="zh-CN" altLang="en-US" sz="2800" b="1" dirty="0">
                <a:solidFill>
                  <a:schemeClr val="accent5">
                    <a:lumMod val="50000"/>
                  </a:schemeClr>
                </a:solidFill>
                <a:latin typeface="楷体_GB2312" pitchFamily="49" charset="-122"/>
              </a:rPr>
              <a:t>用于工业控制系统中的</a:t>
            </a:r>
            <a:r>
              <a:rPr lang="zh-CN" altLang="en-US" sz="2800" b="1" dirty="0">
                <a:solidFill>
                  <a:srgbClr val="FF0000"/>
                </a:solidFill>
                <a:latin typeface="楷体_GB2312" pitchFamily="49" charset="-122"/>
              </a:rPr>
              <a:t>现场总线标准</a:t>
            </a:r>
            <a:r>
              <a:rPr lang="en-US" altLang="zh-CN" sz="2800" b="1" dirty="0">
                <a:solidFill>
                  <a:srgbClr val="FF0000"/>
                </a:solidFill>
                <a:latin typeface="楷体_GB2312" pitchFamily="49" charset="-122"/>
              </a:rPr>
              <a:t>—</a:t>
            </a:r>
            <a:r>
              <a:rPr lang="zh-CN" altLang="en-US" sz="2800" b="1" dirty="0">
                <a:solidFill>
                  <a:srgbClr val="FF0000"/>
                </a:solidFill>
                <a:latin typeface="楷体_GB2312" pitchFamily="49" charset="-122"/>
              </a:rPr>
              <a:t>第</a:t>
            </a:r>
            <a:r>
              <a:rPr lang="en-US" altLang="zh-CN" sz="2800" b="1" dirty="0">
                <a:solidFill>
                  <a:srgbClr val="FF0000"/>
                </a:solidFill>
                <a:latin typeface="楷体_GB2312" pitchFamily="49" charset="-122"/>
              </a:rPr>
              <a:t>2</a:t>
            </a:r>
            <a:r>
              <a:rPr lang="zh-CN" altLang="en-US" sz="2800" b="1" dirty="0">
                <a:solidFill>
                  <a:srgbClr val="FF0000"/>
                </a:solidFill>
                <a:latin typeface="楷体_GB2312" pitchFamily="49" charset="-122"/>
              </a:rPr>
              <a:t>部分</a:t>
            </a:r>
            <a:r>
              <a:rPr lang="zh-CN" altLang="en-US" sz="2800" b="1" dirty="0">
                <a:solidFill>
                  <a:schemeClr val="accent5">
                    <a:lumMod val="50000"/>
                  </a:schemeClr>
                </a:solidFill>
                <a:latin typeface="楷体_GB2312" pitchFamily="49" charset="-122"/>
              </a:rPr>
              <a:t>：</a:t>
            </a:r>
            <a:r>
              <a:rPr lang="zh-CN" altLang="en-US" sz="2800" b="1" dirty="0">
                <a:solidFill>
                  <a:srgbClr val="FF0000"/>
                </a:solidFill>
                <a:latin typeface="楷体_GB2312" pitchFamily="49" charset="-122"/>
              </a:rPr>
              <a:t>物理层规范与服务定义</a:t>
            </a:r>
            <a:r>
              <a:rPr lang="zh-CN" altLang="en-US" sz="2800" b="1" dirty="0">
                <a:solidFill>
                  <a:schemeClr val="accent5">
                    <a:lumMod val="50000"/>
                  </a:schemeClr>
                </a:solidFill>
                <a:latin typeface="楷体_GB2312" pitchFamily="49" charset="-122"/>
              </a:rPr>
              <a:t>中，进一步指出：</a:t>
            </a:r>
            <a:endParaRPr lang="en-US" altLang="zh-CN" sz="2800" b="1" dirty="0">
              <a:solidFill>
                <a:schemeClr val="accent5">
                  <a:lumMod val="50000"/>
                </a:schemeClr>
              </a:solidFill>
              <a:latin typeface="楷体_GB2312" pitchFamily="49" charset="-122"/>
            </a:endParaRPr>
          </a:p>
          <a:p>
            <a:pPr marL="0" indent="0" eaLnBrk="1" hangingPunct="1">
              <a:buFont typeface="Arial" charset="0"/>
              <a:buNone/>
              <a:defRPr/>
            </a:pPr>
            <a:endParaRPr lang="zh-CN" altLang="en-US" sz="2400" dirty="0">
              <a:latin typeface="Times New Roman" pitchFamily="18" charset="0"/>
            </a:endParaRPr>
          </a:p>
          <a:p>
            <a:pPr marL="0" indent="0" algn="just" eaLnBrk="1" hangingPunct="1">
              <a:buFont typeface="Arial" charset="0"/>
              <a:buNone/>
              <a:defRPr/>
            </a:pPr>
            <a:r>
              <a:rPr lang="zh-CN" altLang="en-US" sz="2800" dirty="0" smtClean="0">
                <a:latin typeface="Times New Roman" pitchFamily="18" charset="0"/>
              </a:rPr>
              <a:t>        </a:t>
            </a:r>
            <a:r>
              <a:rPr lang="zh-CN" altLang="en-US" sz="2800" b="1" dirty="0" smtClean="0">
                <a:latin typeface="Times New Roman" pitchFamily="18" charset="0"/>
              </a:rPr>
              <a:t>现场总线是一种用于</a:t>
            </a:r>
            <a:r>
              <a:rPr lang="zh-CN" altLang="en-US" sz="2800" b="1" dirty="0" smtClean="0">
                <a:solidFill>
                  <a:srgbClr val="C00000"/>
                </a:solidFill>
                <a:latin typeface="Times New Roman" pitchFamily="18" charset="0"/>
              </a:rPr>
              <a:t>底层工业控制和测量设备</a:t>
            </a:r>
            <a:r>
              <a:rPr lang="zh-CN" altLang="en-US" sz="2800" b="1" dirty="0" smtClean="0">
                <a:latin typeface="Times New Roman" pitchFamily="18" charset="0"/>
              </a:rPr>
              <a:t>，如变送器（</a:t>
            </a:r>
            <a:r>
              <a:rPr lang="en-US" altLang="zh-CN" sz="2800" b="1" dirty="0" smtClean="0">
                <a:latin typeface="Times New Roman" pitchFamily="18" charset="0"/>
              </a:rPr>
              <a:t>transducers</a:t>
            </a:r>
            <a:r>
              <a:rPr lang="zh-CN" altLang="en-US" sz="2800" b="1" dirty="0" smtClean="0">
                <a:latin typeface="Times New Roman" pitchFamily="18" charset="0"/>
              </a:rPr>
              <a:t>）、执行器（</a:t>
            </a:r>
            <a:r>
              <a:rPr lang="en-US" altLang="zh-CN" sz="2800" b="1" dirty="0" smtClean="0">
                <a:latin typeface="Times New Roman" pitchFamily="18" charset="0"/>
              </a:rPr>
              <a:t>actuators</a:t>
            </a:r>
            <a:r>
              <a:rPr lang="zh-CN" altLang="en-US" sz="2800" b="1" dirty="0" smtClean="0">
                <a:latin typeface="Times New Roman" pitchFamily="18" charset="0"/>
              </a:rPr>
              <a:t>）和本地控制器（</a:t>
            </a:r>
            <a:r>
              <a:rPr lang="en-US" altLang="zh-CN" sz="2800" b="1" dirty="0" smtClean="0">
                <a:latin typeface="Times New Roman" pitchFamily="18" charset="0"/>
              </a:rPr>
              <a:t>local controllers</a:t>
            </a:r>
            <a:r>
              <a:rPr lang="zh-CN" altLang="en-US" sz="2800" b="1" dirty="0" smtClean="0">
                <a:latin typeface="Times New Roman" pitchFamily="18" charset="0"/>
              </a:rPr>
              <a:t>）之间的</a:t>
            </a:r>
            <a:r>
              <a:rPr lang="zh-CN" altLang="en-US" sz="2800" b="1" dirty="0" smtClean="0">
                <a:solidFill>
                  <a:srgbClr val="C00000"/>
                </a:solidFill>
                <a:latin typeface="Times New Roman" pitchFamily="18" charset="0"/>
              </a:rPr>
              <a:t>数字式、串行、多点通信</a:t>
            </a:r>
            <a:r>
              <a:rPr lang="zh-CN" altLang="en-US" sz="2800" b="1" dirty="0" smtClean="0">
                <a:latin typeface="Times New Roman" pitchFamily="18" charset="0"/>
              </a:rPr>
              <a:t>的</a:t>
            </a:r>
            <a:r>
              <a:rPr lang="zh-CN" altLang="en-US" sz="2800" b="1" dirty="0" smtClean="0">
                <a:solidFill>
                  <a:srgbClr val="C00000"/>
                </a:solidFill>
                <a:latin typeface="Times New Roman" pitchFamily="18" charset="0"/>
              </a:rPr>
              <a:t>数据总线</a:t>
            </a:r>
            <a:r>
              <a:rPr lang="zh-CN" altLang="en-US" sz="2800" b="1" dirty="0" smtClean="0">
                <a:latin typeface="Times New Roman" pitchFamily="18" charset="0"/>
              </a:rPr>
              <a:t>。</a:t>
            </a:r>
            <a:endParaRPr lang="zh-CN" altLang="en-US" sz="2800" b="1"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a:xfrm>
            <a:off x="107950" y="44450"/>
            <a:ext cx="7343775" cy="792163"/>
          </a:xfrm>
        </p:spPr>
        <p:txBody>
          <a:bodyPr/>
          <a:lstStyle/>
          <a:p>
            <a:pPr eaLnBrk="1" hangingPunct="1"/>
            <a:r>
              <a:rPr lang="zh-CN" altLang="en-US" smtClean="0"/>
              <a:t>第</a:t>
            </a:r>
            <a:r>
              <a:rPr lang="en-US" altLang="zh-CN" smtClean="0"/>
              <a:t>1</a:t>
            </a:r>
            <a:r>
              <a:rPr lang="zh-CN" altLang="en-US" smtClean="0"/>
              <a:t>章 概述</a:t>
            </a:r>
          </a:p>
        </p:txBody>
      </p:sp>
      <p:sp>
        <p:nvSpPr>
          <p:cNvPr id="3" name="内容占位符 2"/>
          <p:cNvSpPr>
            <a:spLocks noGrp="1"/>
          </p:cNvSpPr>
          <p:nvPr>
            <p:ph idx="1"/>
          </p:nvPr>
        </p:nvSpPr>
        <p:spPr>
          <a:xfrm>
            <a:off x="107950" y="981075"/>
            <a:ext cx="8928100" cy="5102225"/>
          </a:xfrm>
        </p:spPr>
        <p:txBody>
          <a:bodyPr/>
          <a:lstStyle/>
          <a:p>
            <a:pPr eaLnBrk="1" hangingPunct="1">
              <a:lnSpc>
                <a:spcPct val="150000"/>
              </a:lnSpc>
              <a:buFont typeface="Wingdings" panose="05000000000000000000" pitchFamily="2" charset="2"/>
              <a:buChar char="ü"/>
              <a:defRPr/>
            </a:pPr>
            <a:r>
              <a:rPr lang="en-US" altLang="zh-CN" sz="2800" dirty="0" smtClean="0"/>
              <a:t>1.1 </a:t>
            </a:r>
            <a:r>
              <a:rPr lang="zh-CN" altLang="en-US" sz="2800" dirty="0" smtClean="0"/>
              <a:t>工业控制网络</a:t>
            </a:r>
            <a:endParaRPr lang="en-US" altLang="zh-CN" sz="2800" dirty="0" smtClean="0"/>
          </a:p>
          <a:p>
            <a:pPr eaLnBrk="1" hangingPunct="1">
              <a:lnSpc>
                <a:spcPct val="150000"/>
              </a:lnSpc>
              <a:buFont typeface="Wingdings" panose="05000000000000000000" pitchFamily="2" charset="2"/>
              <a:buChar char="ü"/>
              <a:defRPr/>
            </a:pPr>
            <a:r>
              <a:rPr lang="en-US" altLang="zh-CN" sz="2800" dirty="0" smtClean="0"/>
              <a:t>1.2 </a:t>
            </a:r>
            <a:r>
              <a:rPr lang="zh-CN" altLang="en-US" sz="2800" dirty="0"/>
              <a:t>现场总线的概念</a:t>
            </a:r>
            <a:endParaRPr lang="en-US" altLang="zh-CN" sz="2800" dirty="0"/>
          </a:p>
          <a:p>
            <a:pPr eaLnBrk="1" hangingPunct="1">
              <a:lnSpc>
                <a:spcPct val="150000"/>
              </a:lnSpc>
              <a:buFont typeface="Wingdings" panose="05000000000000000000" pitchFamily="2" charset="2"/>
              <a:buChar char="ü"/>
              <a:defRPr/>
            </a:pPr>
            <a:r>
              <a:rPr lang="en-US" altLang="zh-CN" sz="2800" dirty="0" smtClean="0">
                <a:solidFill>
                  <a:srgbClr val="FF0000"/>
                </a:solidFill>
              </a:rPr>
              <a:t>1.3 </a:t>
            </a:r>
            <a:r>
              <a:rPr lang="zh-CN" altLang="en-US" sz="2800" dirty="0" smtClean="0">
                <a:solidFill>
                  <a:srgbClr val="FF0000"/>
                </a:solidFill>
              </a:rPr>
              <a:t>现场总线系统的组成与体系结构</a:t>
            </a:r>
            <a:endParaRPr lang="en-US" altLang="zh-CN" sz="2800" dirty="0" smtClean="0">
              <a:solidFill>
                <a:srgbClr val="FF0000"/>
              </a:solidFill>
            </a:endParaRPr>
          </a:p>
          <a:p>
            <a:pPr eaLnBrk="1" hangingPunct="1">
              <a:lnSpc>
                <a:spcPct val="150000"/>
              </a:lnSpc>
              <a:buFont typeface="Wingdings" panose="05000000000000000000" pitchFamily="2" charset="2"/>
              <a:buChar char="ü"/>
              <a:defRPr/>
            </a:pPr>
            <a:endParaRPr lang="zh-CN" altLang="en-US" sz="28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a:xfrm>
            <a:off x="107950" y="44450"/>
            <a:ext cx="7343775" cy="792163"/>
          </a:xfrm>
        </p:spPr>
        <p:txBody>
          <a:bodyPr/>
          <a:lstStyle/>
          <a:p>
            <a:pPr eaLnBrk="1" hangingPunct="1"/>
            <a:r>
              <a:rPr lang="en-US" altLang="zh-CN" smtClean="0"/>
              <a:t>1.3 </a:t>
            </a:r>
            <a:r>
              <a:rPr lang="zh-CN" altLang="en-US" smtClean="0"/>
              <a:t>现场总线系统的组成与体系结构</a:t>
            </a:r>
          </a:p>
        </p:txBody>
      </p:sp>
      <p:sp>
        <p:nvSpPr>
          <p:cNvPr id="3" name="内容占位符 2"/>
          <p:cNvSpPr>
            <a:spLocks noGrp="1"/>
          </p:cNvSpPr>
          <p:nvPr>
            <p:ph idx="1"/>
          </p:nvPr>
        </p:nvSpPr>
        <p:spPr>
          <a:xfrm>
            <a:off x="107950" y="981075"/>
            <a:ext cx="8785225" cy="647700"/>
          </a:xfrm>
        </p:spPr>
        <p:txBody>
          <a:bodyPr/>
          <a:lstStyle/>
          <a:p>
            <a:pPr marL="0" indent="0" eaLnBrk="1" hangingPunct="1">
              <a:buFont typeface="Arial" charset="0"/>
              <a:buNone/>
              <a:defRPr/>
            </a:pPr>
            <a:r>
              <a:rPr lang="en-US" altLang="zh-CN" dirty="0" smtClean="0"/>
              <a:t>1.3.1 </a:t>
            </a:r>
            <a:r>
              <a:rPr lang="zh-CN" altLang="en-US" dirty="0" smtClean="0"/>
              <a:t>现场总线系统的</a:t>
            </a:r>
            <a:r>
              <a:rPr lang="zh-CN" altLang="en-US" b="1" dirty="0" smtClean="0">
                <a:solidFill>
                  <a:srgbClr val="0070C0"/>
                </a:solidFill>
              </a:rPr>
              <a:t>组成</a:t>
            </a:r>
            <a:endParaRPr lang="zh-CN" altLang="en-US" b="1" dirty="0">
              <a:solidFill>
                <a:srgbClr val="0070C0"/>
              </a:solidFill>
            </a:endParaRPr>
          </a:p>
        </p:txBody>
      </p:sp>
      <p:pic>
        <p:nvPicPr>
          <p:cNvPr id="512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1628775"/>
            <a:ext cx="8362950" cy="4537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124"/>
                                        </p:tgtEl>
                                        <p:attrNameLst>
                                          <p:attrName>style.visibility</p:attrName>
                                        </p:attrNameLst>
                                      </p:cBhvr>
                                      <p:to>
                                        <p:strVal val="visible"/>
                                      </p:to>
                                    </p:set>
                                    <p:anim calcmode="lin" valueType="num">
                                      <p:cBhvr additive="base">
                                        <p:cTn id="7" dur="500" fill="hold"/>
                                        <p:tgtEl>
                                          <p:spTgt spid="5124"/>
                                        </p:tgtEl>
                                        <p:attrNameLst>
                                          <p:attrName>ppt_x</p:attrName>
                                        </p:attrNameLst>
                                      </p:cBhvr>
                                      <p:tavLst>
                                        <p:tav tm="0">
                                          <p:val>
                                            <p:strVal val="#ppt_x"/>
                                          </p:val>
                                        </p:tav>
                                        <p:tav tm="100000">
                                          <p:val>
                                            <p:strVal val="#ppt_x"/>
                                          </p:val>
                                        </p:tav>
                                      </p:tavLst>
                                    </p:anim>
                                    <p:anim calcmode="lin" valueType="num">
                                      <p:cBhvr additive="base">
                                        <p:cTn id="8" dur="500" fill="hold"/>
                                        <p:tgtEl>
                                          <p:spTgt spid="51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a:xfrm>
            <a:off x="107950" y="44450"/>
            <a:ext cx="7343775" cy="792163"/>
          </a:xfrm>
        </p:spPr>
        <p:txBody>
          <a:bodyPr/>
          <a:lstStyle/>
          <a:p>
            <a:pPr eaLnBrk="1" hangingPunct="1"/>
            <a:r>
              <a:rPr lang="en-US" altLang="zh-CN" smtClean="0"/>
              <a:t>1.3.1 </a:t>
            </a:r>
            <a:r>
              <a:rPr lang="zh-CN" altLang="en-US" smtClean="0"/>
              <a:t>现场总线系统的组成</a:t>
            </a:r>
          </a:p>
        </p:txBody>
      </p:sp>
      <p:sp>
        <p:nvSpPr>
          <p:cNvPr id="3" name="内容占位符 2"/>
          <p:cNvSpPr>
            <a:spLocks noGrp="1"/>
          </p:cNvSpPr>
          <p:nvPr>
            <p:ph idx="1"/>
          </p:nvPr>
        </p:nvSpPr>
        <p:spPr>
          <a:xfrm>
            <a:off x="107950" y="981075"/>
            <a:ext cx="8785225" cy="5256213"/>
          </a:xfrm>
        </p:spPr>
        <p:txBody>
          <a:bodyPr/>
          <a:lstStyle/>
          <a:p>
            <a:pPr algn="just" eaLnBrk="1" hangingPunct="1">
              <a:lnSpc>
                <a:spcPct val="150000"/>
              </a:lnSpc>
              <a:buClr>
                <a:schemeClr val="tx1"/>
              </a:buClr>
              <a:buFont typeface="Wingdings" panose="05000000000000000000" pitchFamily="2" charset="2"/>
              <a:buChar char="p"/>
              <a:defRPr/>
            </a:pPr>
            <a:r>
              <a:rPr lang="zh-CN" altLang="en-US" dirty="0" smtClean="0">
                <a:solidFill>
                  <a:srgbClr val="0070C0"/>
                </a:solidFill>
                <a:latin typeface="宋体" pitchFamily="2" charset="-122"/>
              </a:rPr>
              <a:t> </a:t>
            </a:r>
            <a:r>
              <a:rPr lang="zh-CN" altLang="en-US" b="1" dirty="0" smtClean="0">
                <a:solidFill>
                  <a:srgbClr val="FF0000"/>
                </a:solidFill>
                <a:latin typeface="宋体" pitchFamily="2" charset="-122"/>
              </a:rPr>
              <a:t>硬件</a:t>
            </a:r>
            <a:r>
              <a:rPr lang="zh-CN" altLang="en-US" b="1" dirty="0">
                <a:latin typeface="宋体" pitchFamily="2" charset="-122"/>
              </a:rPr>
              <a:t>包括</a:t>
            </a:r>
            <a:r>
              <a:rPr lang="zh-CN" altLang="en-US" b="1" dirty="0" smtClean="0">
                <a:solidFill>
                  <a:srgbClr val="FF0000"/>
                </a:solidFill>
                <a:latin typeface="宋体" pitchFamily="2" charset="-122"/>
              </a:rPr>
              <a:t>：</a:t>
            </a:r>
          </a:p>
          <a:p>
            <a:pPr lvl="1" algn="just" eaLnBrk="1" hangingPunct="1">
              <a:lnSpc>
                <a:spcPct val="150000"/>
              </a:lnSpc>
              <a:buClr>
                <a:schemeClr val="tx1"/>
              </a:buClr>
              <a:buSzPct val="80000"/>
              <a:buFont typeface="Wingdings" panose="05000000000000000000" pitchFamily="2" charset="2"/>
              <a:buChar char="Ø"/>
              <a:defRPr/>
            </a:pPr>
            <a:r>
              <a:rPr lang="zh-CN" altLang="en-US" b="1" dirty="0" smtClean="0">
                <a:solidFill>
                  <a:srgbClr val="C00000"/>
                </a:solidFill>
                <a:latin typeface="楷体_GB2312" panose="02010609030101010101" pitchFamily="49" charset="-122"/>
              </a:rPr>
              <a:t>总线电缆</a:t>
            </a:r>
            <a:endParaRPr lang="en-US" altLang="zh-CN" b="1" dirty="0" smtClean="0">
              <a:latin typeface="楷体_GB2312" panose="02010609030101010101" pitchFamily="49" charset="-122"/>
            </a:endParaRPr>
          </a:p>
          <a:p>
            <a:pPr lvl="1" algn="just" eaLnBrk="1" hangingPunct="1">
              <a:lnSpc>
                <a:spcPct val="150000"/>
              </a:lnSpc>
              <a:buClr>
                <a:schemeClr val="tx1"/>
              </a:buClr>
              <a:buSzPct val="80000"/>
              <a:buFont typeface="Wingdings" panose="05000000000000000000" pitchFamily="2" charset="2"/>
              <a:buChar char="Ø"/>
              <a:defRPr/>
            </a:pPr>
            <a:endParaRPr lang="en-US" altLang="zh-CN" b="1" dirty="0">
              <a:solidFill>
                <a:srgbClr val="C00000"/>
              </a:solidFill>
              <a:latin typeface="楷体_GB2312" panose="02010609030101010101" pitchFamily="49" charset="-122"/>
            </a:endParaRPr>
          </a:p>
          <a:p>
            <a:pPr lvl="1" algn="just" eaLnBrk="1" hangingPunct="1">
              <a:lnSpc>
                <a:spcPct val="150000"/>
              </a:lnSpc>
              <a:buClr>
                <a:schemeClr val="tx1"/>
              </a:buClr>
              <a:buSzPct val="80000"/>
              <a:buFont typeface="Wingdings" panose="05000000000000000000" pitchFamily="2" charset="2"/>
              <a:buChar char="Ø"/>
              <a:defRPr/>
            </a:pPr>
            <a:r>
              <a:rPr lang="zh-CN" altLang="en-US" b="1" dirty="0" smtClean="0">
                <a:solidFill>
                  <a:srgbClr val="C00000"/>
                </a:solidFill>
                <a:latin typeface="楷体_GB2312" panose="02010609030101010101" pitchFamily="49" charset="-122"/>
              </a:rPr>
              <a:t>总线设备</a:t>
            </a:r>
            <a:endParaRPr lang="zh-CN" altLang="en-US" dirty="0" smtClean="0">
              <a:latin typeface="楷体_GB2312" panose="02010609030101010101" pitchFamily="49" charset="-122"/>
            </a:endParaRPr>
          </a:p>
          <a:p>
            <a:pPr eaLnBrk="1" hangingPunct="1">
              <a:defRPr/>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a:xfrm>
            <a:off x="107950" y="44450"/>
            <a:ext cx="7343775" cy="792163"/>
          </a:xfrm>
        </p:spPr>
        <p:txBody>
          <a:bodyPr/>
          <a:lstStyle/>
          <a:p>
            <a:pPr eaLnBrk="1" hangingPunct="1"/>
            <a:r>
              <a:rPr lang="en-US" altLang="zh-CN" smtClean="0"/>
              <a:t>1.3.1 </a:t>
            </a:r>
            <a:r>
              <a:rPr lang="zh-CN" altLang="en-US" smtClean="0"/>
              <a:t>现场总线系统的组成</a:t>
            </a:r>
          </a:p>
        </p:txBody>
      </p:sp>
      <p:sp>
        <p:nvSpPr>
          <p:cNvPr id="3" name="内容占位符 2"/>
          <p:cNvSpPr>
            <a:spLocks noGrp="1"/>
          </p:cNvSpPr>
          <p:nvPr>
            <p:ph idx="1"/>
          </p:nvPr>
        </p:nvSpPr>
        <p:spPr>
          <a:xfrm>
            <a:off x="107950" y="981075"/>
            <a:ext cx="8785225" cy="5256213"/>
          </a:xfrm>
        </p:spPr>
        <p:txBody>
          <a:bodyPr/>
          <a:lstStyle/>
          <a:p>
            <a:pPr algn="just" eaLnBrk="1" hangingPunct="1">
              <a:buClr>
                <a:schemeClr val="tx1"/>
              </a:buClr>
              <a:buFont typeface="Wingdings" panose="05000000000000000000" pitchFamily="2" charset="2"/>
              <a:buChar char="p"/>
              <a:defRPr/>
            </a:pPr>
            <a:r>
              <a:rPr lang="zh-CN" altLang="en-US" dirty="0" smtClean="0">
                <a:solidFill>
                  <a:srgbClr val="0070C0"/>
                </a:solidFill>
                <a:latin typeface="宋体" pitchFamily="2" charset="-122"/>
              </a:rPr>
              <a:t> </a:t>
            </a:r>
            <a:r>
              <a:rPr lang="zh-CN" altLang="en-US" b="1" dirty="0" smtClean="0">
                <a:solidFill>
                  <a:srgbClr val="FF0000"/>
                </a:solidFill>
                <a:latin typeface="宋体" pitchFamily="2" charset="-122"/>
              </a:rPr>
              <a:t>软件</a:t>
            </a:r>
            <a:r>
              <a:rPr lang="zh-CN" altLang="en-US" b="1" dirty="0" smtClean="0">
                <a:latin typeface="宋体" pitchFamily="2" charset="-122"/>
              </a:rPr>
              <a:t>包括</a:t>
            </a:r>
            <a:r>
              <a:rPr lang="zh-CN" altLang="en-US" b="1" dirty="0" smtClean="0">
                <a:solidFill>
                  <a:srgbClr val="FF0000"/>
                </a:solidFill>
                <a:latin typeface="宋体" pitchFamily="2" charset="-122"/>
              </a:rPr>
              <a:t>：</a:t>
            </a:r>
          </a:p>
          <a:p>
            <a:pPr lvl="1" algn="just" eaLnBrk="1" hangingPunct="1">
              <a:lnSpc>
                <a:spcPct val="150000"/>
              </a:lnSpc>
              <a:buClr>
                <a:schemeClr val="tx1"/>
              </a:buClr>
              <a:buFont typeface="Wingdings" pitchFamily="2" charset="2"/>
              <a:buChar char="Ø"/>
              <a:defRPr/>
            </a:pPr>
            <a:r>
              <a:rPr lang="zh-CN" altLang="en-US" b="1" dirty="0">
                <a:solidFill>
                  <a:srgbClr val="C00000"/>
                </a:solidFill>
                <a:latin typeface="楷体_GB2312" panose="02010609030101010101" pitchFamily="49" charset="-122"/>
              </a:rPr>
              <a:t>系统平台软</a:t>
            </a:r>
            <a:r>
              <a:rPr lang="zh-CN" altLang="en-US" b="1" dirty="0" smtClean="0">
                <a:solidFill>
                  <a:srgbClr val="C00000"/>
                </a:solidFill>
                <a:latin typeface="楷体_GB2312" panose="02010609030101010101" pitchFamily="49" charset="-122"/>
              </a:rPr>
              <a:t>件</a:t>
            </a:r>
            <a:endParaRPr lang="en-US" altLang="zh-CN" dirty="0" smtClean="0">
              <a:latin typeface="楷体_GB2312" panose="02010609030101010101" pitchFamily="49" charset="-122"/>
            </a:endParaRPr>
          </a:p>
          <a:p>
            <a:pPr marL="457200" lvl="1" indent="0" algn="just" eaLnBrk="1" hangingPunct="1">
              <a:lnSpc>
                <a:spcPct val="150000"/>
              </a:lnSpc>
              <a:buClr>
                <a:schemeClr val="tx1"/>
              </a:buClr>
              <a:buFont typeface="Arial" charset="0"/>
              <a:buNone/>
              <a:defRPr/>
            </a:pPr>
            <a:endParaRPr lang="zh-CN" altLang="en-US" b="1" dirty="0">
              <a:latin typeface="楷体_GB2312" panose="02010609030101010101" pitchFamily="49" charset="-122"/>
            </a:endParaRPr>
          </a:p>
          <a:p>
            <a:pPr lvl="1" algn="just" eaLnBrk="1" hangingPunct="1">
              <a:lnSpc>
                <a:spcPct val="150000"/>
              </a:lnSpc>
              <a:buClr>
                <a:schemeClr val="tx1"/>
              </a:buClr>
              <a:buFont typeface="Wingdings" pitchFamily="2" charset="2"/>
              <a:buChar char="Ø"/>
              <a:defRPr/>
            </a:pPr>
            <a:r>
              <a:rPr lang="zh-CN" altLang="en-US" b="1" dirty="0">
                <a:solidFill>
                  <a:srgbClr val="C00000"/>
                </a:solidFill>
                <a:latin typeface="楷体_GB2312" panose="02010609030101010101" pitchFamily="49" charset="-122"/>
              </a:rPr>
              <a:t>系统应用软</a:t>
            </a:r>
            <a:r>
              <a:rPr lang="zh-CN" altLang="en-US" b="1" dirty="0" smtClean="0">
                <a:solidFill>
                  <a:srgbClr val="C00000"/>
                </a:solidFill>
                <a:latin typeface="楷体_GB2312" panose="02010609030101010101" pitchFamily="49" charset="-122"/>
              </a:rPr>
              <a:t>件</a:t>
            </a:r>
            <a:endParaRPr lang="zh-CN" altLang="en-US" b="1" dirty="0">
              <a:latin typeface="楷体_GB2312" panose="02010609030101010101" pitchFamily="49" charset="-122"/>
            </a:endParaRPr>
          </a:p>
          <a:p>
            <a:pPr lvl="1" algn="just" eaLnBrk="1" hangingPunct="1">
              <a:lnSpc>
                <a:spcPct val="130000"/>
              </a:lnSpc>
              <a:buClr>
                <a:schemeClr val="tx1"/>
              </a:buClr>
              <a:buSzPct val="80000"/>
              <a:buFont typeface="Wingdings" panose="05000000000000000000" pitchFamily="2" charset="2"/>
              <a:buChar char="Ø"/>
              <a:defRPr/>
            </a:pPr>
            <a:endParaRPr lang="zh-CN" altLang="en-US" dirty="0" smtClean="0">
              <a:latin typeface="楷体_GB2312" panose="02010609030101010101" pitchFamily="49" charset="-122"/>
            </a:endParaRPr>
          </a:p>
          <a:p>
            <a:pPr eaLnBrk="1" hangingPunct="1">
              <a:defRPr/>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a:xfrm>
            <a:off x="107950" y="44450"/>
            <a:ext cx="7343775" cy="792163"/>
          </a:xfrm>
        </p:spPr>
        <p:txBody>
          <a:bodyPr/>
          <a:lstStyle/>
          <a:p>
            <a:pPr eaLnBrk="1" hangingPunct="1"/>
            <a:r>
              <a:rPr lang="en-US" altLang="zh-CN" smtClean="0"/>
              <a:t>1.3.1 </a:t>
            </a:r>
            <a:r>
              <a:rPr lang="zh-CN" altLang="en-US" smtClean="0"/>
              <a:t>现场总线系统的组成</a:t>
            </a:r>
          </a:p>
        </p:txBody>
      </p:sp>
      <p:sp>
        <p:nvSpPr>
          <p:cNvPr id="3" name="内容占位符 2"/>
          <p:cNvSpPr>
            <a:spLocks noGrp="1"/>
          </p:cNvSpPr>
          <p:nvPr>
            <p:ph idx="1"/>
          </p:nvPr>
        </p:nvSpPr>
        <p:spPr>
          <a:xfrm>
            <a:off x="107950" y="981075"/>
            <a:ext cx="8785225" cy="5256213"/>
          </a:xfrm>
        </p:spPr>
        <p:txBody>
          <a:bodyPr/>
          <a:lstStyle/>
          <a:p>
            <a:pPr algn="just" eaLnBrk="1" hangingPunct="1">
              <a:lnSpc>
                <a:spcPct val="150000"/>
              </a:lnSpc>
              <a:buClr>
                <a:schemeClr val="tx1"/>
              </a:buClr>
              <a:buFont typeface="Wingdings" pitchFamily="2" charset="2"/>
              <a:buChar char="Ø"/>
            </a:pPr>
            <a:r>
              <a:rPr lang="zh-CN" altLang="en-US" b="1" smtClean="0">
                <a:solidFill>
                  <a:srgbClr val="FF0000"/>
                </a:solidFill>
                <a:latin typeface="楷体_GB2312" pitchFamily="49" charset="-122"/>
              </a:rPr>
              <a:t>系统平台软件</a:t>
            </a:r>
            <a:endParaRPr lang="en-US" altLang="zh-CN" b="1" smtClean="0">
              <a:solidFill>
                <a:srgbClr val="FF0000"/>
              </a:solidFill>
              <a:latin typeface="楷体_GB2312" pitchFamily="49" charset="-122"/>
            </a:endParaRPr>
          </a:p>
          <a:p>
            <a:pPr lvl="1" algn="just" eaLnBrk="1" hangingPunct="1">
              <a:lnSpc>
                <a:spcPct val="150000"/>
              </a:lnSpc>
              <a:buClr>
                <a:schemeClr val="tx1"/>
              </a:buClr>
              <a:buFont typeface="Wingdings" pitchFamily="2" charset="2"/>
              <a:buChar char="u"/>
            </a:pPr>
            <a:r>
              <a:rPr lang="zh-CN" altLang="en-US" b="1" smtClean="0">
                <a:solidFill>
                  <a:srgbClr val="C00000"/>
                </a:solidFill>
                <a:latin typeface="楷体_GB2312" pitchFamily="49" charset="-122"/>
              </a:rPr>
              <a:t>网络配置软件</a:t>
            </a:r>
            <a:endParaRPr lang="en-US" altLang="zh-CN" b="1" smtClean="0">
              <a:solidFill>
                <a:srgbClr val="C00000"/>
              </a:solidFill>
              <a:latin typeface="楷体_GB2312" pitchFamily="49" charset="-122"/>
            </a:endParaRPr>
          </a:p>
          <a:p>
            <a:pPr lvl="1" algn="just" eaLnBrk="1" hangingPunct="1">
              <a:lnSpc>
                <a:spcPct val="150000"/>
              </a:lnSpc>
              <a:buClr>
                <a:schemeClr val="tx1"/>
              </a:buClr>
              <a:buFont typeface="Wingdings" pitchFamily="2" charset="2"/>
              <a:buChar char="u"/>
            </a:pPr>
            <a:r>
              <a:rPr lang="zh-CN" altLang="en-US" b="1" smtClean="0">
                <a:solidFill>
                  <a:srgbClr val="C00000"/>
                </a:solidFill>
                <a:latin typeface="楷体_GB2312" pitchFamily="49" charset="-122"/>
              </a:rPr>
              <a:t>通信工具软件</a:t>
            </a:r>
            <a:endParaRPr lang="en-US" altLang="zh-CN" b="1" smtClean="0">
              <a:solidFill>
                <a:srgbClr val="C00000"/>
              </a:solidFill>
              <a:latin typeface="楷体_GB2312" pitchFamily="49" charset="-122"/>
            </a:endParaRPr>
          </a:p>
          <a:p>
            <a:pPr lvl="1" algn="just" eaLnBrk="1" hangingPunct="1">
              <a:lnSpc>
                <a:spcPct val="150000"/>
              </a:lnSpc>
              <a:buClr>
                <a:schemeClr val="tx1"/>
              </a:buClr>
              <a:buFont typeface="Wingdings" pitchFamily="2" charset="2"/>
              <a:buChar char="u"/>
            </a:pPr>
            <a:r>
              <a:rPr lang="zh-CN" altLang="en-US" b="1" smtClean="0">
                <a:solidFill>
                  <a:srgbClr val="C00000"/>
                </a:solidFill>
                <a:latin typeface="楷体_GB2312" pitchFamily="49" charset="-122"/>
              </a:rPr>
              <a:t>监控组态软件</a:t>
            </a:r>
            <a:endParaRPr lang="en-US" altLang="zh-CN" b="1" smtClean="0">
              <a:solidFill>
                <a:srgbClr val="C00000"/>
              </a:solidFill>
              <a:latin typeface="楷体_GB2312" pitchFamily="49" charset="-122"/>
            </a:endParaRPr>
          </a:p>
          <a:p>
            <a:pPr lvl="1" algn="just" eaLnBrk="1" hangingPunct="1">
              <a:lnSpc>
                <a:spcPct val="150000"/>
              </a:lnSpc>
              <a:buClr>
                <a:schemeClr val="tx1"/>
              </a:buClr>
              <a:buFont typeface="Wingdings" pitchFamily="2" charset="2"/>
              <a:buChar char="u"/>
            </a:pPr>
            <a:r>
              <a:rPr lang="zh-CN" altLang="en-US" b="1" smtClean="0">
                <a:solidFill>
                  <a:srgbClr val="C00000"/>
                </a:solidFill>
                <a:latin typeface="楷体_GB2312" pitchFamily="49" charset="-122"/>
              </a:rPr>
              <a:t>设备编程软件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a:xfrm>
            <a:off x="107950" y="44450"/>
            <a:ext cx="7343775" cy="792163"/>
          </a:xfrm>
        </p:spPr>
        <p:txBody>
          <a:bodyPr/>
          <a:lstStyle/>
          <a:p>
            <a:pPr eaLnBrk="1" hangingPunct="1"/>
            <a:r>
              <a:rPr lang="en-US" altLang="zh-CN" smtClean="0"/>
              <a:t>1.3.1 </a:t>
            </a:r>
            <a:r>
              <a:rPr lang="zh-CN" altLang="en-US" smtClean="0"/>
              <a:t>现场总线系统的组成</a:t>
            </a:r>
          </a:p>
        </p:txBody>
      </p:sp>
      <p:sp>
        <p:nvSpPr>
          <p:cNvPr id="3" name="内容占位符 2"/>
          <p:cNvSpPr>
            <a:spLocks noGrp="1"/>
          </p:cNvSpPr>
          <p:nvPr>
            <p:ph idx="1"/>
          </p:nvPr>
        </p:nvSpPr>
        <p:spPr>
          <a:xfrm>
            <a:off x="107950" y="981075"/>
            <a:ext cx="8785225" cy="5256213"/>
          </a:xfrm>
        </p:spPr>
        <p:txBody>
          <a:bodyPr/>
          <a:lstStyle/>
          <a:p>
            <a:pPr algn="just" eaLnBrk="1" hangingPunct="1">
              <a:buClr>
                <a:schemeClr val="tx1"/>
              </a:buClr>
              <a:buFont typeface="Wingdings" panose="05000000000000000000" pitchFamily="2" charset="2"/>
              <a:buChar char="Ø"/>
              <a:defRPr/>
            </a:pPr>
            <a:r>
              <a:rPr lang="zh-CN" altLang="en-US" b="1" dirty="0" smtClean="0">
                <a:solidFill>
                  <a:srgbClr val="FF0000"/>
                </a:solidFill>
                <a:latin typeface="楷体_GB2312" panose="02010609030101010101" pitchFamily="49" charset="-122"/>
              </a:rPr>
              <a:t>系统</a:t>
            </a:r>
            <a:r>
              <a:rPr lang="zh-CN" altLang="en-US" b="1" dirty="0">
                <a:solidFill>
                  <a:srgbClr val="FF0000"/>
                </a:solidFill>
                <a:latin typeface="楷体_GB2312" panose="02010609030101010101" pitchFamily="49" charset="-122"/>
              </a:rPr>
              <a:t>应用</a:t>
            </a:r>
            <a:r>
              <a:rPr lang="zh-CN" altLang="en-US" b="1" dirty="0" smtClean="0">
                <a:solidFill>
                  <a:srgbClr val="FF0000"/>
                </a:solidFill>
                <a:latin typeface="楷体_GB2312" panose="02010609030101010101" pitchFamily="49" charset="-122"/>
              </a:rPr>
              <a:t>软件</a:t>
            </a:r>
            <a:endParaRPr lang="zh-CN" altLang="en-US" b="1" dirty="0" smtClean="0">
              <a:solidFill>
                <a:srgbClr val="FF0000"/>
              </a:solidFill>
              <a:latin typeface="宋体" pitchFamily="2" charset="-122"/>
            </a:endParaRPr>
          </a:p>
          <a:p>
            <a:pPr lvl="1" algn="just" eaLnBrk="1" hangingPunct="1">
              <a:lnSpc>
                <a:spcPct val="120000"/>
              </a:lnSpc>
              <a:buClr>
                <a:schemeClr val="tx1"/>
              </a:buClr>
              <a:buSzPct val="80000"/>
              <a:buFont typeface="Wingdings" pitchFamily="2" charset="2"/>
              <a:buChar char="u"/>
              <a:defRPr/>
            </a:pPr>
            <a:r>
              <a:rPr lang="zh-CN" altLang="en-US" b="1" dirty="0" smtClean="0">
                <a:solidFill>
                  <a:srgbClr val="C00000"/>
                </a:solidFill>
              </a:rPr>
              <a:t>系统用户程序软件</a:t>
            </a:r>
            <a:r>
              <a:rPr lang="en-US" altLang="zh-CN" dirty="0" smtClean="0"/>
              <a:t>—</a:t>
            </a:r>
            <a:r>
              <a:rPr lang="zh-CN" altLang="en-US" dirty="0" smtClean="0"/>
              <a:t>根据系统的工艺流程或功能及其他要求而编写的系统级的用户应用程序。该程序一般运行于作为主站的控制器或计算机中。</a:t>
            </a:r>
          </a:p>
          <a:p>
            <a:pPr lvl="1" algn="just" eaLnBrk="1" hangingPunct="1">
              <a:lnSpc>
                <a:spcPct val="120000"/>
              </a:lnSpc>
              <a:buClr>
                <a:schemeClr val="tx1"/>
              </a:buClr>
              <a:buSzPct val="80000"/>
              <a:buFont typeface="Wingdings" pitchFamily="2" charset="2"/>
              <a:buChar char="u"/>
              <a:defRPr/>
            </a:pPr>
            <a:r>
              <a:rPr lang="zh-CN" altLang="en-US" b="1" dirty="0" smtClean="0">
                <a:solidFill>
                  <a:srgbClr val="C00000"/>
                </a:solidFill>
              </a:rPr>
              <a:t>设备接口通信软件</a:t>
            </a:r>
            <a:r>
              <a:rPr lang="en-US" altLang="zh-CN" dirty="0" smtClean="0"/>
              <a:t>—</a:t>
            </a:r>
            <a:r>
              <a:rPr lang="zh-CN" altLang="en-US" dirty="0" smtClean="0"/>
              <a:t>根据现场总线协议</a:t>
            </a:r>
            <a:r>
              <a:rPr lang="en-US" altLang="zh-CN" dirty="0" smtClean="0"/>
              <a:t>/</a:t>
            </a:r>
            <a:r>
              <a:rPr lang="zh-CN" altLang="en-US" dirty="0" smtClean="0"/>
              <a:t>规范而编写的用于总线设备之间通过总线电缆进行通信的软件。</a:t>
            </a:r>
          </a:p>
          <a:p>
            <a:pPr lvl="1" algn="just" eaLnBrk="1" hangingPunct="1">
              <a:lnSpc>
                <a:spcPct val="120000"/>
              </a:lnSpc>
              <a:buClr>
                <a:schemeClr val="tx1"/>
              </a:buClr>
              <a:buSzPct val="80000"/>
              <a:buFont typeface="Wingdings" pitchFamily="2" charset="2"/>
              <a:buChar char="u"/>
              <a:defRPr/>
            </a:pPr>
            <a:r>
              <a:rPr lang="zh-CN" altLang="en-US" b="1" dirty="0" smtClean="0">
                <a:solidFill>
                  <a:srgbClr val="C00000"/>
                </a:solidFill>
              </a:rPr>
              <a:t>设备功能软件</a:t>
            </a:r>
            <a:r>
              <a:rPr lang="en-US" altLang="zh-CN" dirty="0" smtClean="0"/>
              <a:t>—</a:t>
            </a:r>
            <a:r>
              <a:rPr lang="zh-CN" altLang="en-US" dirty="0" smtClean="0"/>
              <a:t>使总线设备实现自身功能（不包括现场总线通信部分）的软件。</a:t>
            </a:r>
          </a:p>
          <a:p>
            <a:pPr algn="just" eaLnBrk="1" hangingPunct="1">
              <a:defRPr/>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a:xfrm>
            <a:off x="107950" y="44450"/>
            <a:ext cx="7343775" cy="792163"/>
          </a:xfrm>
        </p:spPr>
        <p:txBody>
          <a:bodyPr/>
          <a:lstStyle/>
          <a:p>
            <a:pPr eaLnBrk="1" hangingPunct="1"/>
            <a:r>
              <a:rPr lang="en-US" altLang="zh-CN" smtClean="0"/>
              <a:t>1.3.2 </a:t>
            </a:r>
            <a:r>
              <a:rPr lang="zh-CN" altLang="en-US" smtClean="0"/>
              <a:t>现场总线系统的体系结构</a:t>
            </a:r>
          </a:p>
        </p:txBody>
      </p:sp>
      <p:pic>
        <p:nvPicPr>
          <p:cNvPr id="30723" name="Picture 3"/>
          <p:cNvPicPr>
            <a:picLocks noChangeAspect="1" noChangeArrowheads="1"/>
          </p:cNvPicPr>
          <p:nvPr/>
        </p:nvPicPr>
        <p:blipFill>
          <a:blip r:embed="rId3">
            <a:extLst>
              <a:ext uri="{28A0092B-C50C-407E-A947-70E740481C1C}">
                <a14:useLocalDpi xmlns:a14="http://schemas.microsoft.com/office/drawing/2010/main" val="0"/>
              </a:ext>
            </a:extLst>
          </a:blip>
          <a:srcRect b="9573"/>
          <a:stretch>
            <a:fillRect/>
          </a:stretch>
        </p:blipFill>
        <p:spPr bwMode="auto">
          <a:xfrm>
            <a:off x="244475" y="1628775"/>
            <a:ext cx="8420100" cy="396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圆角矩形标注 10"/>
          <p:cNvSpPr/>
          <p:nvPr/>
        </p:nvSpPr>
        <p:spPr>
          <a:xfrm>
            <a:off x="1979613" y="1938338"/>
            <a:ext cx="6048375" cy="828675"/>
          </a:xfrm>
          <a:prstGeom prst="wedgeRoundRectCallout">
            <a:avLst>
              <a:gd name="adj1" fmla="val 30457"/>
              <a:gd name="adj2" fmla="val 23214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r>
              <a:rPr lang="zh-CN" altLang="en-US" sz="2400" b="1" dirty="0">
                <a:solidFill>
                  <a:schemeClr val="tx1"/>
                </a:solidFill>
                <a:latin typeface="Times New Roman" pitchFamily="18" charset="0"/>
                <a:ea typeface="楷体_GB2312" pitchFamily="49" charset="-122"/>
              </a:rPr>
              <a:t>变送器（</a:t>
            </a:r>
            <a:r>
              <a:rPr lang="en-US" altLang="zh-CN" sz="2400" b="1" dirty="0">
                <a:solidFill>
                  <a:schemeClr val="tx1"/>
                </a:solidFill>
                <a:latin typeface="Times New Roman" pitchFamily="18" charset="0"/>
                <a:ea typeface="楷体_GB2312" pitchFamily="49" charset="-122"/>
              </a:rPr>
              <a:t>Transducer</a:t>
            </a:r>
            <a:r>
              <a:rPr lang="zh-CN" altLang="en-US" sz="2400" b="1" dirty="0">
                <a:solidFill>
                  <a:schemeClr val="tx1"/>
                </a:solidFill>
                <a:latin typeface="Times New Roman" pitchFamily="18" charset="0"/>
                <a:ea typeface="楷体_GB2312" pitchFamily="49" charset="-122"/>
              </a:rPr>
              <a:t>）属于输入设备（如温度变送器、压力变送器等） </a:t>
            </a:r>
            <a:endParaRPr lang="zh-CN" altLang="en-US" sz="2400" dirty="0">
              <a:solidFill>
                <a:schemeClr val="tx1"/>
              </a:solidFill>
            </a:endParaRPr>
          </a:p>
        </p:txBody>
      </p:sp>
      <p:sp>
        <p:nvSpPr>
          <p:cNvPr id="12" name="圆角矩形标注 11"/>
          <p:cNvSpPr/>
          <p:nvPr/>
        </p:nvSpPr>
        <p:spPr>
          <a:xfrm>
            <a:off x="2616200" y="1938338"/>
            <a:ext cx="6048375" cy="828675"/>
          </a:xfrm>
          <a:prstGeom prst="wedgeRoundRectCallout">
            <a:avLst>
              <a:gd name="adj1" fmla="val -38050"/>
              <a:gd name="adj2" fmla="val 227958"/>
              <a:gd name="adj3" fmla="val 16667"/>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fontAlgn="ctr">
              <a:spcBef>
                <a:spcPct val="50000"/>
              </a:spcBef>
              <a:defRPr/>
            </a:pPr>
            <a:r>
              <a:rPr lang="en-US" altLang="zh-CN" sz="2400" b="1" dirty="0">
                <a:solidFill>
                  <a:schemeClr val="tx1"/>
                </a:solidFill>
                <a:latin typeface="Times New Roman" pitchFamily="18" charset="0"/>
                <a:ea typeface="楷体_GB2312" pitchFamily="49" charset="-122"/>
              </a:rPr>
              <a:t> </a:t>
            </a:r>
            <a:r>
              <a:rPr lang="zh-CN" altLang="en-US" sz="2400" b="1" dirty="0">
                <a:solidFill>
                  <a:schemeClr val="tx1"/>
                </a:solidFill>
                <a:latin typeface="Times New Roman" pitchFamily="18" charset="0"/>
                <a:ea typeface="楷体_GB2312" pitchFamily="49" charset="-122"/>
              </a:rPr>
              <a:t>光电传感器（</a:t>
            </a:r>
            <a:r>
              <a:rPr lang="en-US" altLang="zh-CN" sz="2400" b="1" dirty="0">
                <a:solidFill>
                  <a:schemeClr val="tx1"/>
                </a:solidFill>
                <a:latin typeface="Times New Roman" pitchFamily="18" charset="0"/>
                <a:ea typeface="楷体_GB2312" pitchFamily="49" charset="-122"/>
              </a:rPr>
              <a:t>Photoelectric Sensor</a:t>
            </a:r>
            <a:r>
              <a:rPr lang="zh-CN" altLang="en-US" sz="2400" b="1" dirty="0">
                <a:solidFill>
                  <a:schemeClr val="tx1"/>
                </a:solidFill>
                <a:latin typeface="Times New Roman" pitchFamily="18" charset="0"/>
                <a:ea typeface="楷体_GB2312" pitchFamily="49" charset="-122"/>
              </a:rPr>
              <a:t>）为一种检测用的开关 </a:t>
            </a:r>
          </a:p>
        </p:txBody>
      </p:sp>
      <p:sp>
        <p:nvSpPr>
          <p:cNvPr id="13" name="圆角矩形标注 12"/>
          <p:cNvSpPr/>
          <p:nvPr/>
        </p:nvSpPr>
        <p:spPr>
          <a:xfrm>
            <a:off x="395288" y="1209675"/>
            <a:ext cx="4968875" cy="1335088"/>
          </a:xfrm>
          <a:prstGeom prst="wedgeRoundRectCallout">
            <a:avLst>
              <a:gd name="adj1" fmla="val 29333"/>
              <a:gd name="adj2" fmla="val 162641"/>
              <a:gd name="adj3" fmla="val 16667"/>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fontAlgn="ctr">
              <a:spcBef>
                <a:spcPct val="50000"/>
              </a:spcBef>
              <a:defRPr/>
            </a:pPr>
            <a:r>
              <a:rPr lang="en-US" altLang="zh-CN" sz="2400" b="1" dirty="0">
                <a:solidFill>
                  <a:schemeClr val="tx1"/>
                </a:solidFill>
                <a:latin typeface="Times New Roman" pitchFamily="18" charset="0"/>
                <a:ea typeface="楷体_GB2312" pitchFamily="49" charset="-122"/>
              </a:rPr>
              <a:t> </a:t>
            </a:r>
            <a:r>
              <a:rPr lang="zh-CN" altLang="en-US" sz="2400" b="1" dirty="0">
                <a:solidFill>
                  <a:schemeClr val="tx1"/>
                </a:solidFill>
                <a:latin typeface="Times New Roman" pitchFamily="18" charset="0"/>
                <a:ea typeface="楷体_GB2312" pitchFamily="49" charset="-122"/>
              </a:rPr>
              <a:t>操作员接口（</a:t>
            </a:r>
            <a:r>
              <a:rPr lang="en-US" altLang="zh-CN" sz="2400" b="1" dirty="0">
                <a:solidFill>
                  <a:schemeClr val="tx1"/>
                </a:solidFill>
                <a:latin typeface="Times New Roman" pitchFamily="18" charset="0"/>
                <a:ea typeface="楷体_GB2312" pitchFamily="49" charset="-122"/>
              </a:rPr>
              <a:t>Operator Interface</a:t>
            </a:r>
            <a:r>
              <a:rPr lang="zh-CN" altLang="en-US" sz="2400" b="1" dirty="0">
                <a:solidFill>
                  <a:schemeClr val="tx1"/>
                </a:solidFill>
                <a:latin typeface="Times New Roman" pitchFamily="18" charset="0"/>
                <a:ea typeface="楷体_GB2312" pitchFamily="49" charset="-122"/>
              </a:rPr>
              <a:t>）为现场直接输入操作命令提供了条件 </a:t>
            </a:r>
          </a:p>
        </p:txBody>
      </p:sp>
      <p:sp>
        <p:nvSpPr>
          <p:cNvPr id="14" name="圆角矩形标注 13"/>
          <p:cNvSpPr/>
          <p:nvPr/>
        </p:nvSpPr>
        <p:spPr>
          <a:xfrm>
            <a:off x="395288" y="4178300"/>
            <a:ext cx="6048375" cy="1117600"/>
          </a:xfrm>
          <a:prstGeom prst="wedgeRoundRectCallout">
            <a:avLst>
              <a:gd name="adj1" fmla="val -1884"/>
              <a:gd name="adj2" fmla="val -171095"/>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fontAlgn="ctr">
              <a:spcBef>
                <a:spcPct val="50000"/>
              </a:spcBef>
              <a:defRPr/>
            </a:pPr>
            <a:r>
              <a:rPr lang="en-US" altLang="zh-CN" sz="2400" b="1" dirty="0">
                <a:solidFill>
                  <a:schemeClr val="tx1"/>
                </a:solidFill>
                <a:latin typeface="Times New Roman" pitchFamily="18" charset="0"/>
                <a:ea typeface="楷体_GB2312" pitchFamily="49" charset="-122"/>
              </a:rPr>
              <a:t> PLC1</a:t>
            </a:r>
            <a:r>
              <a:rPr lang="zh-CN" altLang="en-US" sz="2400" b="1" dirty="0">
                <a:solidFill>
                  <a:schemeClr val="tx1"/>
                </a:solidFill>
                <a:latin typeface="Times New Roman" pitchFamily="18" charset="0"/>
                <a:ea typeface="楷体_GB2312" pitchFamily="49" charset="-122"/>
              </a:rPr>
              <a:t>、</a:t>
            </a:r>
            <a:r>
              <a:rPr lang="en-US" altLang="zh-CN" sz="2400" b="1" dirty="0">
                <a:solidFill>
                  <a:schemeClr val="tx1"/>
                </a:solidFill>
                <a:latin typeface="Times New Roman" pitchFamily="18" charset="0"/>
                <a:ea typeface="楷体_GB2312" pitchFamily="49" charset="-122"/>
              </a:rPr>
              <a:t>PLC2</a:t>
            </a:r>
            <a:r>
              <a:rPr lang="zh-CN" altLang="en-US" sz="2400" b="1" dirty="0">
                <a:solidFill>
                  <a:schemeClr val="tx1"/>
                </a:solidFill>
                <a:latin typeface="Times New Roman" pitchFamily="18" charset="0"/>
                <a:ea typeface="楷体_GB2312" pitchFamily="49" charset="-122"/>
              </a:rPr>
              <a:t>均为控制器，可以配置成一个为主站，一个为从站，也可配制成两个均为主站 </a:t>
            </a:r>
          </a:p>
        </p:txBody>
      </p:sp>
      <p:sp>
        <p:nvSpPr>
          <p:cNvPr id="15" name="圆角矩形标注 14"/>
          <p:cNvSpPr/>
          <p:nvPr/>
        </p:nvSpPr>
        <p:spPr>
          <a:xfrm>
            <a:off x="1619250" y="3433763"/>
            <a:ext cx="6048375" cy="1490662"/>
          </a:xfrm>
          <a:prstGeom prst="wedgeRoundRectCallout">
            <a:avLst>
              <a:gd name="adj1" fmla="val 27778"/>
              <a:gd name="adj2" fmla="val -82818"/>
              <a:gd name="adj3" fmla="val 16667"/>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fontAlgn="ctr">
              <a:spcBef>
                <a:spcPct val="50000"/>
              </a:spcBef>
              <a:defRPr/>
            </a:pPr>
            <a:r>
              <a:rPr lang="en-US" altLang="zh-CN" sz="2400" b="1" dirty="0">
                <a:solidFill>
                  <a:schemeClr val="tx1"/>
                </a:solidFill>
                <a:latin typeface="Times New Roman" pitchFamily="18" charset="0"/>
                <a:ea typeface="楷体_GB2312" pitchFamily="49" charset="-122"/>
              </a:rPr>
              <a:t> </a:t>
            </a:r>
            <a:r>
              <a:rPr lang="zh-CN" altLang="en-US" sz="2400" b="1" dirty="0">
                <a:solidFill>
                  <a:schemeClr val="tx1"/>
                </a:solidFill>
                <a:latin typeface="Times New Roman" pitchFamily="18" charset="0"/>
                <a:ea typeface="楷体_GB2312" pitchFamily="49" charset="-122"/>
              </a:rPr>
              <a:t>人机界面（</a:t>
            </a:r>
            <a:r>
              <a:rPr lang="en-US" altLang="zh-CN" sz="2400" b="1" dirty="0">
                <a:solidFill>
                  <a:schemeClr val="tx1"/>
                </a:solidFill>
                <a:latin typeface="Times New Roman" pitchFamily="18" charset="0"/>
                <a:ea typeface="楷体_GB2312" pitchFamily="49" charset="-122"/>
              </a:rPr>
              <a:t>HMI—Human Machine Interface</a:t>
            </a:r>
            <a:r>
              <a:rPr lang="zh-CN" altLang="en-US" sz="2400" b="1" dirty="0">
                <a:solidFill>
                  <a:schemeClr val="tx1"/>
                </a:solidFill>
                <a:latin typeface="Times New Roman" pitchFamily="18" charset="0"/>
                <a:ea typeface="楷体_GB2312" pitchFamily="49" charset="-122"/>
              </a:rPr>
              <a:t>）是一种复杂的输入／输出设备，可以接受各种参数及命令并给出所需的文字／数字或图形显示 </a:t>
            </a:r>
          </a:p>
        </p:txBody>
      </p:sp>
      <p:sp>
        <p:nvSpPr>
          <p:cNvPr id="16" name="圆角矩形标注 15"/>
          <p:cNvSpPr/>
          <p:nvPr/>
        </p:nvSpPr>
        <p:spPr>
          <a:xfrm>
            <a:off x="971550" y="5445125"/>
            <a:ext cx="6048375" cy="1085850"/>
          </a:xfrm>
          <a:prstGeom prst="wedgeRoundRectCallout">
            <a:avLst>
              <a:gd name="adj1" fmla="val 28160"/>
              <a:gd name="adj2" fmla="val -91016"/>
              <a:gd name="adj3" fmla="val 16667"/>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fontAlgn="ctr">
              <a:spcBef>
                <a:spcPct val="50000"/>
              </a:spcBef>
              <a:defRPr/>
            </a:pPr>
            <a:r>
              <a:rPr lang="en-US" altLang="zh-CN" sz="2400" b="1" dirty="0">
                <a:solidFill>
                  <a:schemeClr val="tx1"/>
                </a:solidFill>
                <a:latin typeface="Times New Roman" pitchFamily="18" charset="0"/>
                <a:ea typeface="楷体_GB2312" pitchFamily="49" charset="-122"/>
              </a:rPr>
              <a:t> </a:t>
            </a:r>
            <a:r>
              <a:rPr lang="zh-CN" altLang="en-US" sz="2400" b="1" dirty="0">
                <a:solidFill>
                  <a:schemeClr val="tx1"/>
                </a:solidFill>
                <a:latin typeface="Times New Roman" pitchFamily="18" charset="0"/>
                <a:ea typeface="楷体_GB2312" pitchFamily="49" charset="-122"/>
              </a:rPr>
              <a:t>阀（</a:t>
            </a:r>
            <a:r>
              <a:rPr lang="en-US" altLang="zh-CN" sz="2400" b="1" dirty="0">
                <a:solidFill>
                  <a:schemeClr val="tx1"/>
                </a:solidFill>
                <a:latin typeface="Times New Roman" pitchFamily="18" charset="0"/>
                <a:ea typeface="楷体_GB2312" pitchFamily="49" charset="-122"/>
              </a:rPr>
              <a:t>Valve</a:t>
            </a:r>
            <a:r>
              <a:rPr lang="zh-CN" altLang="en-US" sz="2400" b="1" dirty="0">
                <a:solidFill>
                  <a:schemeClr val="tx1"/>
                </a:solidFill>
                <a:latin typeface="Times New Roman" pitchFamily="18" charset="0"/>
                <a:ea typeface="楷体_GB2312" pitchFamily="49" charset="-122"/>
              </a:rPr>
              <a:t>）和交流驱动器（</a:t>
            </a:r>
            <a:r>
              <a:rPr lang="en-US" altLang="zh-CN" sz="2400" b="1" dirty="0">
                <a:solidFill>
                  <a:schemeClr val="tx1"/>
                </a:solidFill>
                <a:latin typeface="Times New Roman" pitchFamily="18" charset="0"/>
                <a:ea typeface="楷体_GB2312" pitchFamily="49" charset="-122"/>
              </a:rPr>
              <a:t>AC Drive</a:t>
            </a:r>
            <a:r>
              <a:rPr lang="zh-CN" altLang="en-US" sz="2400" b="1" dirty="0">
                <a:solidFill>
                  <a:schemeClr val="tx1"/>
                </a:solidFill>
                <a:latin typeface="Times New Roman" pitchFamily="18" charset="0"/>
                <a:ea typeface="楷体_GB2312" pitchFamily="49" charset="-122"/>
              </a:rPr>
              <a:t>）为执行器（如电磁阀、变频器等），属于输出设备 </a:t>
            </a:r>
          </a:p>
        </p:txBody>
      </p:sp>
      <p:sp>
        <p:nvSpPr>
          <p:cNvPr id="17" name="圆角矩形标注 16"/>
          <p:cNvSpPr/>
          <p:nvPr/>
        </p:nvSpPr>
        <p:spPr>
          <a:xfrm>
            <a:off x="1835150" y="5876925"/>
            <a:ext cx="6049963" cy="828675"/>
          </a:xfrm>
          <a:prstGeom prst="wedgeRoundRectCallout">
            <a:avLst>
              <a:gd name="adj1" fmla="val -543"/>
              <a:gd name="adj2" fmla="val -50000"/>
              <a:gd name="adj3" fmla="val 16667"/>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fontAlgn="ctr">
              <a:spcBef>
                <a:spcPct val="50000"/>
              </a:spcBef>
              <a:defRPr/>
            </a:pPr>
            <a:r>
              <a:rPr lang="en-US" altLang="zh-CN" sz="2400" b="1" dirty="0">
                <a:solidFill>
                  <a:schemeClr val="tx1"/>
                </a:solidFill>
                <a:latin typeface="Times New Roman" pitchFamily="18" charset="0"/>
                <a:ea typeface="楷体_GB2312" pitchFamily="49" charset="-122"/>
              </a:rPr>
              <a:t> DeviceNet</a:t>
            </a:r>
            <a:r>
              <a:rPr lang="zh-CN" altLang="en-US" sz="2400" b="1" dirty="0">
                <a:solidFill>
                  <a:schemeClr val="tx1"/>
                </a:solidFill>
                <a:latin typeface="Times New Roman" pitchFamily="18" charset="0"/>
                <a:ea typeface="楷体_GB2312" pitchFamily="49" charset="-122"/>
              </a:rPr>
              <a:t>（设备网）</a:t>
            </a:r>
            <a:r>
              <a:rPr lang="en-US" altLang="zh-CN" sz="2400" b="1" dirty="0">
                <a:solidFill>
                  <a:schemeClr val="tx1"/>
                </a:solidFill>
                <a:latin typeface="Times New Roman" pitchFamily="18" charset="0"/>
                <a:ea typeface="楷体_GB2312" pitchFamily="49" charset="-122"/>
              </a:rPr>
              <a:t>-- </a:t>
            </a:r>
            <a:r>
              <a:rPr lang="zh-CN" altLang="en-US" sz="2400" b="1" dirty="0">
                <a:solidFill>
                  <a:schemeClr val="tx1"/>
                </a:solidFill>
                <a:latin typeface="Times New Roman" pitchFamily="18" charset="0"/>
                <a:ea typeface="楷体_GB2312" pitchFamily="49" charset="-122"/>
              </a:rPr>
              <a:t>一种适用于工业控制底层的现场总线</a:t>
            </a:r>
            <a:r>
              <a:rPr lang="zh-CN" altLang="en-US" sz="2800" b="1" dirty="0">
                <a:solidFill>
                  <a:schemeClr val="tx1"/>
                </a:solidFill>
                <a:latin typeface="Times New Roman" pitchFamily="18" charset="0"/>
                <a:ea typeface="楷体_GB2312" pitchFamily="49" charset="-122"/>
              </a:rPr>
              <a:t> </a:t>
            </a:r>
            <a:endParaRPr lang="zh-CN" altLang="en-US" sz="2400" b="1" dirty="0">
              <a:solidFill>
                <a:schemeClr val="tx1"/>
              </a:solidFill>
              <a:latin typeface="Times New Roman" pitchFamily="18" charset="0"/>
              <a:ea typeface="楷体_GB2312" pitchFamily="49" charset="-122"/>
            </a:endParaRPr>
          </a:p>
        </p:txBody>
      </p:sp>
      <p:sp>
        <p:nvSpPr>
          <p:cNvPr id="18" name="圆角矩形标注 17"/>
          <p:cNvSpPr/>
          <p:nvPr/>
        </p:nvSpPr>
        <p:spPr>
          <a:xfrm>
            <a:off x="1692275" y="2130425"/>
            <a:ext cx="6048375" cy="828675"/>
          </a:xfrm>
          <a:prstGeom prst="wedgeRoundRectCallout">
            <a:avLst>
              <a:gd name="adj1" fmla="val -38050"/>
              <a:gd name="adj2" fmla="val 227958"/>
              <a:gd name="adj3" fmla="val 16667"/>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fontAlgn="ctr">
              <a:spcBef>
                <a:spcPct val="50000"/>
              </a:spcBef>
              <a:defRPr/>
            </a:pPr>
            <a:r>
              <a:rPr lang="zh-CN" altLang="en-US" sz="2400" b="1" dirty="0">
                <a:solidFill>
                  <a:schemeClr val="tx1"/>
                </a:solidFill>
                <a:latin typeface="Times New Roman" pitchFamily="18" charset="0"/>
                <a:ea typeface="楷体_GB2312" pitchFamily="49" charset="-122"/>
              </a:rPr>
              <a:t>指示灯（</a:t>
            </a:r>
            <a:r>
              <a:rPr lang="en-US" altLang="zh-CN" sz="2400" b="1" dirty="0">
                <a:solidFill>
                  <a:schemeClr val="tx1"/>
                </a:solidFill>
                <a:latin typeface="Times New Roman" pitchFamily="18" charset="0"/>
                <a:ea typeface="楷体_GB2312" pitchFamily="49" charset="-122"/>
              </a:rPr>
              <a:t>Light</a:t>
            </a:r>
            <a:r>
              <a:rPr lang="zh-CN" altLang="en-US" sz="2400" b="1" dirty="0">
                <a:solidFill>
                  <a:schemeClr val="tx1"/>
                </a:solidFill>
                <a:latin typeface="Times New Roman" pitchFamily="18" charset="0"/>
                <a:ea typeface="楷体_GB2312" pitchFamily="49" charset="-122"/>
              </a:rPr>
              <a:t>）可以根据需要给出相应的状态指示 </a:t>
            </a:r>
          </a:p>
        </p:txBody>
      </p:sp>
      <p:sp>
        <p:nvSpPr>
          <p:cNvPr id="19" name="圆角矩形标注 18"/>
          <p:cNvSpPr/>
          <p:nvPr/>
        </p:nvSpPr>
        <p:spPr>
          <a:xfrm>
            <a:off x="244475" y="1697038"/>
            <a:ext cx="6049963" cy="828675"/>
          </a:xfrm>
          <a:prstGeom prst="wedgeRoundRectCallout">
            <a:avLst>
              <a:gd name="adj1" fmla="val -38050"/>
              <a:gd name="adj2" fmla="val 227958"/>
              <a:gd name="adj3" fmla="val 16667"/>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fontAlgn="ctr">
              <a:spcBef>
                <a:spcPct val="50000"/>
              </a:spcBef>
              <a:defRPr/>
            </a:pPr>
            <a:r>
              <a:rPr lang="en-US" altLang="zh-CN" sz="2400" b="1" dirty="0">
                <a:solidFill>
                  <a:schemeClr val="tx1"/>
                </a:solidFill>
                <a:latin typeface="Times New Roman" pitchFamily="18" charset="0"/>
                <a:ea typeface="楷体_GB2312" pitchFamily="49" charset="-122"/>
              </a:rPr>
              <a:t> </a:t>
            </a:r>
            <a:r>
              <a:rPr lang="zh-CN" altLang="en-US" sz="2400" b="1" dirty="0">
                <a:solidFill>
                  <a:schemeClr val="tx1"/>
                </a:solidFill>
                <a:latin typeface="Times New Roman" pitchFamily="18" charset="0"/>
                <a:ea typeface="楷体_GB2312" pitchFamily="49" charset="-122"/>
              </a:rPr>
              <a:t>输入／输出（</a:t>
            </a:r>
            <a:r>
              <a:rPr lang="en-US" altLang="zh-CN" sz="2400" b="1" dirty="0">
                <a:solidFill>
                  <a:schemeClr val="tx1"/>
                </a:solidFill>
                <a:latin typeface="Times New Roman" pitchFamily="18" charset="0"/>
                <a:ea typeface="楷体_GB2312" pitchFamily="49" charset="-122"/>
              </a:rPr>
              <a:t>I/O</a:t>
            </a:r>
            <a:r>
              <a:rPr lang="zh-CN" altLang="en-US" sz="2400" b="1" dirty="0">
                <a:solidFill>
                  <a:schemeClr val="tx1"/>
                </a:solidFill>
                <a:latin typeface="Times New Roman" pitchFamily="18" charset="0"/>
                <a:ea typeface="楷体_GB2312" pitchFamily="49" charset="-122"/>
              </a:rPr>
              <a:t>）可以外接现场的离散量和／或模拟量设备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xit" presetSubtype="0" fill="hold" grpId="1" nodeType="clickEffect">
                                  <p:stCondLst>
                                    <p:cond delay="0"/>
                                  </p:stCondLst>
                                  <p:childTnLst>
                                    <p:animEffect transition="out" filter="fade">
                                      <p:cBhvr>
                                        <p:cTn id="11" dur="500"/>
                                        <p:tgtEl>
                                          <p:spTgt spid="17"/>
                                        </p:tgtEl>
                                      </p:cBhvr>
                                    </p:animEffect>
                                    <p:set>
                                      <p:cBhvr>
                                        <p:cTn id="12" dur="1" fill="hold">
                                          <p:stCondLst>
                                            <p:cond delay="499"/>
                                          </p:stCondLst>
                                        </p:cTn>
                                        <p:tgtEl>
                                          <p:spTgt spid="17"/>
                                        </p:tgtEl>
                                        <p:attrNameLst>
                                          <p:attrName>style.visibility</p:attrName>
                                        </p:attrNameLst>
                                      </p:cBhvr>
                                      <p:to>
                                        <p:strVal val="hidden"/>
                                      </p:to>
                                    </p:set>
                                  </p:childTnLst>
                                </p:cTn>
                              </p:par>
                              <p:par>
                                <p:cTn id="13" presetID="2" presetClass="entr" presetSubtype="4"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xit" presetSubtype="4" fill="hold" grpId="1" nodeType="clickEffect">
                                  <p:stCondLst>
                                    <p:cond delay="0"/>
                                  </p:stCondLst>
                                  <p:childTnLst>
                                    <p:anim calcmode="lin" valueType="num">
                                      <p:cBhvr additive="base">
                                        <p:cTn id="20" dur="500"/>
                                        <p:tgtEl>
                                          <p:spTgt spid="14"/>
                                        </p:tgtEl>
                                        <p:attrNameLst>
                                          <p:attrName>ppt_x</p:attrName>
                                        </p:attrNameLst>
                                      </p:cBhvr>
                                      <p:tavLst>
                                        <p:tav tm="0">
                                          <p:val>
                                            <p:strVal val="ppt_x"/>
                                          </p:val>
                                        </p:tav>
                                        <p:tav tm="100000">
                                          <p:val>
                                            <p:strVal val="ppt_x"/>
                                          </p:val>
                                        </p:tav>
                                      </p:tavLst>
                                    </p:anim>
                                    <p:anim calcmode="lin" valueType="num">
                                      <p:cBhvr additive="base">
                                        <p:cTn id="21" dur="500"/>
                                        <p:tgtEl>
                                          <p:spTgt spid="14"/>
                                        </p:tgtEl>
                                        <p:attrNameLst>
                                          <p:attrName>ppt_y</p:attrName>
                                        </p:attrNameLst>
                                      </p:cBhvr>
                                      <p:tavLst>
                                        <p:tav tm="0">
                                          <p:val>
                                            <p:strVal val="ppt_y"/>
                                          </p:val>
                                        </p:tav>
                                        <p:tav tm="100000">
                                          <p:val>
                                            <p:strVal val="1+ppt_h/2"/>
                                          </p:val>
                                        </p:tav>
                                      </p:tavLst>
                                    </p:anim>
                                    <p:set>
                                      <p:cBhvr>
                                        <p:cTn id="22" dur="1" fill="hold">
                                          <p:stCondLst>
                                            <p:cond delay="499"/>
                                          </p:stCondLst>
                                        </p:cTn>
                                        <p:tgtEl>
                                          <p:spTgt spid="14"/>
                                        </p:tgtEl>
                                        <p:attrNameLst>
                                          <p:attrName>style.visibility</p:attrName>
                                        </p:attrNameLst>
                                      </p:cBhvr>
                                      <p:to>
                                        <p:strVal val="hidden"/>
                                      </p:to>
                                    </p:set>
                                  </p:childTnLst>
                                </p:cTn>
                              </p:par>
                              <p:par>
                                <p:cTn id="23" presetID="42"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1000"/>
                                        <p:tgtEl>
                                          <p:spTgt spid="13"/>
                                        </p:tgtEl>
                                      </p:cBhvr>
                                    </p:animEffect>
                                    <p:anim calcmode="lin" valueType="num">
                                      <p:cBhvr>
                                        <p:cTn id="26" dur="1000" fill="hold"/>
                                        <p:tgtEl>
                                          <p:spTgt spid="13"/>
                                        </p:tgtEl>
                                        <p:attrNameLst>
                                          <p:attrName>ppt_x</p:attrName>
                                        </p:attrNameLst>
                                      </p:cBhvr>
                                      <p:tavLst>
                                        <p:tav tm="0">
                                          <p:val>
                                            <p:strVal val="#ppt_x"/>
                                          </p:val>
                                        </p:tav>
                                        <p:tav tm="100000">
                                          <p:val>
                                            <p:strVal val="#ppt_x"/>
                                          </p:val>
                                        </p:tav>
                                      </p:tavLst>
                                    </p:anim>
                                    <p:anim calcmode="lin" valueType="num">
                                      <p:cBhvr>
                                        <p:cTn id="2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42" presetClass="exit" presetSubtype="0" fill="hold" grpId="1" nodeType="clickEffect">
                                  <p:stCondLst>
                                    <p:cond delay="0"/>
                                  </p:stCondLst>
                                  <p:childTnLst>
                                    <p:animEffect transition="out" filter="fade">
                                      <p:cBhvr>
                                        <p:cTn id="31" dur="1000"/>
                                        <p:tgtEl>
                                          <p:spTgt spid="13"/>
                                        </p:tgtEl>
                                      </p:cBhvr>
                                    </p:animEffect>
                                    <p:anim calcmode="lin" valueType="num">
                                      <p:cBhvr>
                                        <p:cTn id="32" dur="1000"/>
                                        <p:tgtEl>
                                          <p:spTgt spid="13"/>
                                        </p:tgtEl>
                                        <p:attrNameLst>
                                          <p:attrName>ppt_x</p:attrName>
                                        </p:attrNameLst>
                                      </p:cBhvr>
                                      <p:tavLst>
                                        <p:tav tm="0">
                                          <p:val>
                                            <p:strVal val="ppt_x"/>
                                          </p:val>
                                        </p:tav>
                                        <p:tav tm="100000">
                                          <p:val>
                                            <p:strVal val="ppt_x"/>
                                          </p:val>
                                        </p:tav>
                                      </p:tavLst>
                                    </p:anim>
                                    <p:anim calcmode="lin" valueType="num">
                                      <p:cBhvr>
                                        <p:cTn id="33" dur="1000"/>
                                        <p:tgtEl>
                                          <p:spTgt spid="13"/>
                                        </p:tgtEl>
                                        <p:attrNameLst>
                                          <p:attrName>ppt_y</p:attrName>
                                        </p:attrNameLst>
                                      </p:cBhvr>
                                      <p:tavLst>
                                        <p:tav tm="0">
                                          <p:val>
                                            <p:strVal val="ppt_y"/>
                                          </p:val>
                                        </p:tav>
                                        <p:tav tm="100000">
                                          <p:val>
                                            <p:strVal val="ppt_y+.1"/>
                                          </p:val>
                                        </p:tav>
                                      </p:tavLst>
                                    </p:anim>
                                    <p:set>
                                      <p:cBhvr>
                                        <p:cTn id="34" dur="1" fill="hold">
                                          <p:stCondLst>
                                            <p:cond delay="999"/>
                                          </p:stCondLst>
                                        </p:cTn>
                                        <p:tgtEl>
                                          <p:spTgt spid="13"/>
                                        </p:tgtEl>
                                        <p:attrNameLst>
                                          <p:attrName>style.visibility</p:attrName>
                                        </p:attrNameLst>
                                      </p:cBhvr>
                                      <p:to>
                                        <p:strVal val="hidden"/>
                                      </p:to>
                                    </p:set>
                                  </p:childTnLst>
                                </p:cTn>
                              </p:par>
                              <p:par>
                                <p:cTn id="35" presetID="16" presetClass="entr" presetSubtype="21"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barn(inVertical)">
                                      <p:cBhvr>
                                        <p:cTn id="37" dur="500"/>
                                        <p:tgtEl>
                                          <p:spTgt spid="1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6" presetClass="exit" presetSubtype="21" fill="hold" grpId="1" nodeType="clickEffect">
                                  <p:stCondLst>
                                    <p:cond delay="0"/>
                                  </p:stCondLst>
                                  <p:childTnLst>
                                    <p:animEffect transition="out" filter="barn(inVertical)">
                                      <p:cBhvr>
                                        <p:cTn id="41" dur="500"/>
                                        <p:tgtEl>
                                          <p:spTgt spid="11"/>
                                        </p:tgtEl>
                                      </p:cBhvr>
                                    </p:animEffect>
                                    <p:set>
                                      <p:cBhvr>
                                        <p:cTn id="42" dur="1" fill="hold">
                                          <p:stCondLst>
                                            <p:cond delay="499"/>
                                          </p:stCondLst>
                                        </p:cTn>
                                        <p:tgtEl>
                                          <p:spTgt spid="11"/>
                                        </p:tgtEl>
                                        <p:attrNameLst>
                                          <p:attrName>style.visibility</p:attrName>
                                        </p:attrNameLst>
                                      </p:cBhvr>
                                      <p:to>
                                        <p:strVal val="hidden"/>
                                      </p:to>
                                    </p:set>
                                  </p:childTnLst>
                                </p:cTn>
                              </p:par>
                              <p:par>
                                <p:cTn id="43" presetID="22" presetClass="entr" presetSubtype="4"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wipe(down)">
                                      <p:cBhvr>
                                        <p:cTn id="45" dur="500"/>
                                        <p:tgtEl>
                                          <p:spTgt spid="18"/>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xit" presetSubtype="4" fill="hold" grpId="1" nodeType="clickEffect">
                                  <p:stCondLst>
                                    <p:cond delay="0"/>
                                  </p:stCondLst>
                                  <p:childTnLst>
                                    <p:animEffect transition="out" filter="wipe(down)">
                                      <p:cBhvr>
                                        <p:cTn id="49" dur="500"/>
                                        <p:tgtEl>
                                          <p:spTgt spid="18"/>
                                        </p:tgtEl>
                                      </p:cBhvr>
                                    </p:animEffect>
                                    <p:set>
                                      <p:cBhvr>
                                        <p:cTn id="50" dur="1" fill="hold">
                                          <p:stCondLst>
                                            <p:cond delay="499"/>
                                          </p:stCondLst>
                                        </p:cTn>
                                        <p:tgtEl>
                                          <p:spTgt spid="18"/>
                                        </p:tgtEl>
                                        <p:attrNameLst>
                                          <p:attrName>style.visibility</p:attrName>
                                        </p:attrNameLst>
                                      </p:cBhvr>
                                      <p:to>
                                        <p:strVal val="hidden"/>
                                      </p:to>
                                    </p:set>
                                  </p:childTnLst>
                                </p:cTn>
                              </p:par>
                              <p:par>
                                <p:cTn id="51" presetID="6" presetClass="entr" presetSubtype="16"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circle(in)">
                                      <p:cBhvr>
                                        <p:cTn id="53" dur="2000"/>
                                        <p:tgtEl>
                                          <p:spTgt spid="12"/>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6" presetClass="exit" presetSubtype="32" fill="hold" grpId="1" nodeType="clickEffect">
                                  <p:stCondLst>
                                    <p:cond delay="0"/>
                                  </p:stCondLst>
                                  <p:childTnLst>
                                    <p:animEffect transition="out" filter="circle(out)">
                                      <p:cBhvr>
                                        <p:cTn id="57" dur="2000"/>
                                        <p:tgtEl>
                                          <p:spTgt spid="12"/>
                                        </p:tgtEl>
                                      </p:cBhvr>
                                    </p:animEffect>
                                    <p:set>
                                      <p:cBhvr>
                                        <p:cTn id="58" dur="1" fill="hold">
                                          <p:stCondLst>
                                            <p:cond delay="1999"/>
                                          </p:stCondLst>
                                        </p:cTn>
                                        <p:tgtEl>
                                          <p:spTgt spid="12"/>
                                        </p:tgtEl>
                                        <p:attrNameLst>
                                          <p:attrName>style.visibility</p:attrName>
                                        </p:attrNameLst>
                                      </p:cBhvr>
                                      <p:to>
                                        <p:strVal val="hidden"/>
                                      </p:to>
                                    </p:set>
                                  </p:childTnLst>
                                </p:cTn>
                              </p:par>
                              <p:par>
                                <p:cTn id="59" presetID="21" presetClass="entr" presetSubtype="1"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wheel(1)">
                                      <p:cBhvr>
                                        <p:cTn id="61" dur="2000"/>
                                        <p:tgtEl>
                                          <p:spTgt spid="15"/>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1" presetClass="exit" presetSubtype="1" fill="hold" grpId="1" nodeType="clickEffect">
                                  <p:stCondLst>
                                    <p:cond delay="0"/>
                                  </p:stCondLst>
                                  <p:childTnLst>
                                    <p:animEffect transition="out" filter="wheel(1)">
                                      <p:cBhvr>
                                        <p:cTn id="65" dur="2000"/>
                                        <p:tgtEl>
                                          <p:spTgt spid="15"/>
                                        </p:tgtEl>
                                      </p:cBhvr>
                                    </p:animEffect>
                                    <p:set>
                                      <p:cBhvr>
                                        <p:cTn id="66" dur="1" fill="hold">
                                          <p:stCondLst>
                                            <p:cond delay="1999"/>
                                          </p:stCondLst>
                                        </p:cTn>
                                        <p:tgtEl>
                                          <p:spTgt spid="15"/>
                                        </p:tgtEl>
                                        <p:attrNameLst>
                                          <p:attrName>style.visibility</p:attrName>
                                        </p:attrNameLst>
                                      </p:cBhvr>
                                      <p:to>
                                        <p:strVal val="hidden"/>
                                      </p:to>
                                    </p:set>
                                  </p:childTnLst>
                                </p:cTn>
                              </p:par>
                              <p:par>
                                <p:cTn id="67" presetID="14" presetClass="entr" presetSubtype="10" fill="hold" grpId="0" nodeType="with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randombar(horizontal)">
                                      <p:cBhvr>
                                        <p:cTn id="69" dur="500"/>
                                        <p:tgtEl>
                                          <p:spTgt spid="16"/>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14" presetClass="exit" presetSubtype="10" fill="hold" grpId="1" nodeType="clickEffect">
                                  <p:stCondLst>
                                    <p:cond delay="0"/>
                                  </p:stCondLst>
                                  <p:childTnLst>
                                    <p:animEffect transition="out" filter="randombar(horizontal)">
                                      <p:cBhvr>
                                        <p:cTn id="73" dur="500"/>
                                        <p:tgtEl>
                                          <p:spTgt spid="16"/>
                                        </p:tgtEl>
                                      </p:cBhvr>
                                    </p:animEffect>
                                    <p:set>
                                      <p:cBhvr>
                                        <p:cTn id="74" dur="1" fill="hold">
                                          <p:stCondLst>
                                            <p:cond delay="499"/>
                                          </p:stCondLst>
                                        </p:cTn>
                                        <p:tgtEl>
                                          <p:spTgt spid="16"/>
                                        </p:tgtEl>
                                        <p:attrNameLst>
                                          <p:attrName>style.visibility</p:attrName>
                                        </p:attrNameLst>
                                      </p:cBhvr>
                                      <p:to>
                                        <p:strVal val="hidden"/>
                                      </p:to>
                                    </p:set>
                                  </p:childTnLst>
                                </p:cTn>
                              </p:par>
                              <p:par>
                                <p:cTn id="75" presetID="22" presetClass="entr" presetSubtype="4" fill="hold" grpId="0" nodeType="with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wipe(down)">
                                      <p:cBhvr>
                                        <p:cTn id="77" dur="500"/>
                                        <p:tgtEl>
                                          <p:spTgt spid="19"/>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xit" presetSubtype="4" fill="hold" grpId="1" nodeType="clickEffect">
                                  <p:stCondLst>
                                    <p:cond delay="0"/>
                                  </p:stCondLst>
                                  <p:childTnLst>
                                    <p:animEffect transition="out" filter="wipe(down)">
                                      <p:cBhvr>
                                        <p:cTn id="81" dur="500"/>
                                        <p:tgtEl>
                                          <p:spTgt spid="19"/>
                                        </p:tgtEl>
                                      </p:cBhvr>
                                    </p:animEffect>
                                    <p:set>
                                      <p:cBhvr>
                                        <p:cTn id="82"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a:xfrm>
            <a:off x="107950" y="44450"/>
            <a:ext cx="7343775" cy="792163"/>
          </a:xfrm>
        </p:spPr>
        <p:txBody>
          <a:bodyPr/>
          <a:lstStyle/>
          <a:p>
            <a:pPr eaLnBrk="1" hangingPunct="1"/>
            <a:r>
              <a:rPr lang="en-US" altLang="zh-CN" smtClean="0"/>
              <a:t>1.3.2 </a:t>
            </a:r>
            <a:r>
              <a:rPr lang="zh-CN" altLang="en-US" smtClean="0"/>
              <a:t>现场总线系统的体系结构</a:t>
            </a:r>
          </a:p>
        </p:txBody>
      </p:sp>
      <p:pic>
        <p:nvPicPr>
          <p:cNvPr id="31747" name="Picture 3"/>
          <p:cNvPicPr>
            <a:picLocks noChangeAspect="1" noChangeArrowheads="1"/>
          </p:cNvPicPr>
          <p:nvPr/>
        </p:nvPicPr>
        <p:blipFill>
          <a:blip r:embed="rId2">
            <a:extLst>
              <a:ext uri="{28A0092B-C50C-407E-A947-70E740481C1C}">
                <a14:useLocalDpi xmlns:a14="http://schemas.microsoft.com/office/drawing/2010/main" val="0"/>
              </a:ext>
            </a:extLst>
          </a:blip>
          <a:srcRect b="6261"/>
          <a:stretch>
            <a:fillRect/>
          </a:stretch>
        </p:blipFill>
        <p:spPr bwMode="auto">
          <a:xfrm>
            <a:off x="900113" y="908050"/>
            <a:ext cx="7848600" cy="5476875"/>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1748" name="Line 22"/>
          <p:cNvSpPr>
            <a:spLocks noChangeShapeType="1"/>
          </p:cNvSpPr>
          <p:nvPr/>
        </p:nvSpPr>
        <p:spPr bwMode="auto">
          <a:xfrm>
            <a:off x="758825" y="1743075"/>
            <a:ext cx="0" cy="345598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49" name="TextBox 5"/>
          <p:cNvSpPr txBox="1">
            <a:spLocks noChangeArrowheads="1"/>
          </p:cNvSpPr>
          <p:nvPr/>
        </p:nvSpPr>
        <p:spPr bwMode="auto">
          <a:xfrm>
            <a:off x="107950" y="1916113"/>
            <a:ext cx="431800"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FontTx/>
              <a:buNone/>
            </a:pPr>
            <a:r>
              <a:rPr lang="zh-CN" altLang="en-US" sz="2800">
                <a:latin typeface="楷体_GB2312" pitchFamily="49" charset="-122"/>
              </a:rPr>
              <a:t>信息量减少</a:t>
            </a:r>
          </a:p>
        </p:txBody>
      </p:sp>
      <p:sp>
        <p:nvSpPr>
          <p:cNvPr id="20" name="圆角矩形标注 19"/>
          <p:cNvSpPr/>
          <p:nvPr/>
        </p:nvSpPr>
        <p:spPr>
          <a:xfrm>
            <a:off x="2555875" y="3181350"/>
            <a:ext cx="6405563" cy="908050"/>
          </a:xfrm>
          <a:prstGeom prst="wedgeRoundRectCallout">
            <a:avLst>
              <a:gd name="adj1" fmla="val -11076"/>
              <a:gd name="adj2" fmla="val 156288"/>
              <a:gd name="adj3" fmla="val 16667"/>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r>
              <a:rPr lang="zh-CN" altLang="en-US" sz="2400" b="1" dirty="0">
                <a:solidFill>
                  <a:schemeClr val="tx1"/>
                </a:solidFill>
                <a:latin typeface="楷体_GB2312" panose="02010609030101010101" pitchFamily="49" charset="-122"/>
                <a:ea typeface="楷体_GB2312" panose="02010609030101010101" pitchFamily="49" charset="-122"/>
              </a:rPr>
              <a:t>作为执行器（变频器）的智能速度控制器（</a:t>
            </a:r>
            <a:r>
              <a:rPr lang="en-US" altLang="zh-CN" sz="2400" b="1" dirty="0">
                <a:solidFill>
                  <a:schemeClr val="tx1"/>
                </a:solidFill>
                <a:latin typeface="楷体_GB2312" panose="02010609030101010101" pitchFamily="49" charset="-122"/>
                <a:ea typeface="楷体_GB2312" panose="02010609030101010101" pitchFamily="49" charset="-122"/>
              </a:rPr>
              <a:t>Smart Speed Controller</a:t>
            </a:r>
            <a:r>
              <a:rPr lang="zh-CN" altLang="en-US" sz="2400" b="1" dirty="0">
                <a:solidFill>
                  <a:schemeClr val="tx1"/>
                </a:solidFill>
                <a:latin typeface="楷体_GB2312" panose="02010609030101010101" pitchFamily="49" charset="-122"/>
                <a:ea typeface="楷体_GB2312" panose="02010609030101010101" pitchFamily="49" charset="-122"/>
              </a:rPr>
              <a:t>）</a:t>
            </a:r>
            <a:endParaRPr lang="zh-CN" altLang="en-US" sz="2400" dirty="0">
              <a:solidFill>
                <a:schemeClr val="tx1"/>
              </a:solidFill>
              <a:latin typeface="楷体_GB2312" panose="02010609030101010101" pitchFamily="49" charset="-122"/>
              <a:ea typeface="楷体_GB2312" panose="02010609030101010101" pitchFamily="49" charset="-122"/>
            </a:endParaRPr>
          </a:p>
        </p:txBody>
      </p:sp>
      <p:sp>
        <p:nvSpPr>
          <p:cNvPr id="21" name="圆角矩形标注 20"/>
          <p:cNvSpPr/>
          <p:nvPr/>
        </p:nvSpPr>
        <p:spPr>
          <a:xfrm>
            <a:off x="2139950" y="4833938"/>
            <a:ext cx="6407150" cy="1266825"/>
          </a:xfrm>
          <a:prstGeom prst="wedgeRoundRectCallout">
            <a:avLst>
              <a:gd name="adj1" fmla="val -9631"/>
              <a:gd name="adj2" fmla="val -94859"/>
              <a:gd name="adj3" fmla="val 16667"/>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r>
              <a:rPr lang="en-US" altLang="zh-CN" sz="2400" b="1" dirty="0">
                <a:solidFill>
                  <a:schemeClr val="tx1"/>
                </a:solidFill>
                <a:latin typeface="Times New Roman" pitchFamily="18" charset="0"/>
                <a:ea typeface="楷体_GB2312" pitchFamily="49" charset="-122"/>
              </a:rPr>
              <a:t> Controller1</a:t>
            </a:r>
            <a:r>
              <a:rPr lang="zh-CN" altLang="en-US" sz="2400" b="1" dirty="0">
                <a:solidFill>
                  <a:schemeClr val="tx1"/>
                </a:solidFill>
                <a:latin typeface="Times New Roman" pitchFamily="18" charset="0"/>
                <a:ea typeface="楷体_GB2312" pitchFamily="49" charset="-122"/>
              </a:rPr>
              <a:t>、</a:t>
            </a:r>
            <a:r>
              <a:rPr lang="en-US" altLang="zh-CN" sz="2400" b="1" dirty="0">
                <a:solidFill>
                  <a:schemeClr val="tx1"/>
                </a:solidFill>
                <a:latin typeface="Times New Roman" pitchFamily="18" charset="0"/>
                <a:ea typeface="楷体_GB2312" pitchFamily="49" charset="-122"/>
              </a:rPr>
              <a:t>Controller2</a:t>
            </a:r>
            <a:r>
              <a:rPr lang="zh-CN" altLang="en-US" sz="2400" b="1" dirty="0">
                <a:solidFill>
                  <a:schemeClr val="tx1"/>
                </a:solidFill>
                <a:latin typeface="Times New Roman" pitchFamily="18" charset="0"/>
                <a:ea typeface="楷体_GB2312" pitchFamily="49" charset="-122"/>
              </a:rPr>
              <a:t>接在</a:t>
            </a:r>
            <a:r>
              <a:rPr lang="en-US" altLang="zh-CN" sz="2400" b="1" dirty="0">
                <a:solidFill>
                  <a:schemeClr val="tx1"/>
                </a:solidFill>
                <a:latin typeface="Times New Roman" pitchFamily="18" charset="0"/>
                <a:ea typeface="楷体_GB2312" pitchFamily="49" charset="-122"/>
              </a:rPr>
              <a:t>DeviceNet</a:t>
            </a:r>
            <a:r>
              <a:rPr lang="zh-CN" altLang="en-US" sz="2400" b="1" dirty="0">
                <a:solidFill>
                  <a:schemeClr val="tx1"/>
                </a:solidFill>
                <a:latin typeface="Times New Roman" pitchFamily="18" charset="0"/>
                <a:ea typeface="楷体_GB2312" pitchFamily="49" charset="-122"/>
              </a:rPr>
              <a:t>与</a:t>
            </a:r>
            <a:r>
              <a:rPr lang="en-US" altLang="zh-CN" sz="2400" b="1" dirty="0" err="1">
                <a:solidFill>
                  <a:schemeClr val="tx1"/>
                </a:solidFill>
                <a:latin typeface="Times New Roman" pitchFamily="18" charset="0"/>
                <a:ea typeface="楷体_GB2312" pitchFamily="49" charset="-122"/>
              </a:rPr>
              <a:t>ControlNet</a:t>
            </a:r>
            <a:r>
              <a:rPr lang="zh-CN" altLang="en-US" sz="2400" b="1" dirty="0">
                <a:solidFill>
                  <a:schemeClr val="tx1"/>
                </a:solidFill>
                <a:latin typeface="Times New Roman" pitchFamily="18" charset="0"/>
                <a:ea typeface="楷体_GB2312" pitchFamily="49" charset="-122"/>
              </a:rPr>
              <a:t>之间，既起到控制作用，又沟通了</a:t>
            </a:r>
            <a:r>
              <a:rPr lang="en-US" altLang="zh-CN" sz="2400" b="1" dirty="0">
                <a:solidFill>
                  <a:schemeClr val="tx1"/>
                </a:solidFill>
                <a:latin typeface="Times New Roman" pitchFamily="18" charset="0"/>
                <a:ea typeface="楷体_GB2312" pitchFamily="49" charset="-122"/>
              </a:rPr>
              <a:t>DeviceNet</a:t>
            </a:r>
            <a:r>
              <a:rPr lang="zh-CN" altLang="en-US" sz="2400" b="1" dirty="0">
                <a:solidFill>
                  <a:schemeClr val="tx1"/>
                </a:solidFill>
                <a:latin typeface="Times New Roman" pitchFamily="18" charset="0"/>
                <a:ea typeface="楷体_GB2312" pitchFamily="49" charset="-122"/>
              </a:rPr>
              <a:t>与</a:t>
            </a:r>
            <a:r>
              <a:rPr lang="en-US" altLang="zh-CN" sz="2400" b="1" dirty="0" err="1">
                <a:solidFill>
                  <a:schemeClr val="tx1"/>
                </a:solidFill>
                <a:latin typeface="Times New Roman" pitchFamily="18" charset="0"/>
                <a:ea typeface="楷体_GB2312" pitchFamily="49" charset="-122"/>
              </a:rPr>
              <a:t>ContorlNet</a:t>
            </a:r>
            <a:r>
              <a:rPr lang="zh-CN" altLang="en-US" sz="2400" b="1" dirty="0">
                <a:solidFill>
                  <a:schemeClr val="tx1"/>
                </a:solidFill>
                <a:latin typeface="Times New Roman" pitchFamily="18" charset="0"/>
                <a:ea typeface="楷体_GB2312" pitchFamily="49" charset="-122"/>
              </a:rPr>
              <a:t>之间的联系 </a:t>
            </a:r>
            <a:endParaRPr lang="zh-CN" altLang="en-US" sz="2400" dirty="0">
              <a:solidFill>
                <a:schemeClr val="tx1"/>
              </a:solidFill>
              <a:latin typeface="楷体_GB2312" panose="02010609030101010101" pitchFamily="49" charset="-122"/>
              <a:ea typeface="楷体_GB2312" panose="02010609030101010101" pitchFamily="49" charset="-122"/>
            </a:endParaRPr>
          </a:p>
        </p:txBody>
      </p:sp>
      <p:sp>
        <p:nvSpPr>
          <p:cNvPr id="22" name="圆角矩形标注 21"/>
          <p:cNvSpPr/>
          <p:nvPr/>
        </p:nvSpPr>
        <p:spPr>
          <a:xfrm>
            <a:off x="1054100" y="3592513"/>
            <a:ext cx="6530975" cy="1579562"/>
          </a:xfrm>
          <a:prstGeom prst="wedgeRoundRectCallout">
            <a:avLst>
              <a:gd name="adj1" fmla="val -40668"/>
              <a:gd name="adj2" fmla="val -87708"/>
              <a:gd name="adj3" fmla="val 16667"/>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r>
              <a:rPr lang="en-US" altLang="zh-CN" sz="2400" b="1" dirty="0">
                <a:solidFill>
                  <a:schemeClr val="tx1"/>
                </a:solidFill>
                <a:latin typeface="Times New Roman" pitchFamily="18" charset="0"/>
                <a:ea typeface="楷体_GB2312" pitchFamily="49" charset="-122"/>
              </a:rPr>
              <a:t> Controller3</a:t>
            </a:r>
            <a:r>
              <a:rPr lang="zh-CN" altLang="en-US" sz="2400" b="1" dirty="0">
                <a:solidFill>
                  <a:schemeClr val="tx1"/>
                </a:solidFill>
                <a:latin typeface="Times New Roman" pitchFamily="18" charset="0"/>
                <a:ea typeface="楷体_GB2312" pitchFamily="49" charset="-122"/>
              </a:rPr>
              <a:t>、</a:t>
            </a:r>
            <a:r>
              <a:rPr lang="en-US" altLang="zh-CN" sz="2400" b="1" dirty="0">
                <a:solidFill>
                  <a:schemeClr val="tx1"/>
                </a:solidFill>
                <a:latin typeface="Times New Roman" pitchFamily="18" charset="0"/>
                <a:ea typeface="楷体_GB2312" pitchFamily="49" charset="-122"/>
              </a:rPr>
              <a:t>Computer1</a:t>
            </a:r>
            <a:r>
              <a:rPr lang="zh-CN" altLang="en-US" sz="2400" b="1" dirty="0">
                <a:solidFill>
                  <a:schemeClr val="tx1"/>
                </a:solidFill>
                <a:latin typeface="Times New Roman" pitchFamily="18" charset="0"/>
                <a:ea typeface="楷体_GB2312" pitchFamily="49" charset="-122"/>
              </a:rPr>
              <a:t>接在</a:t>
            </a:r>
            <a:r>
              <a:rPr lang="en-US" altLang="zh-CN" sz="2400" b="1" dirty="0" err="1">
                <a:solidFill>
                  <a:schemeClr val="tx1"/>
                </a:solidFill>
                <a:latin typeface="Times New Roman" pitchFamily="18" charset="0"/>
                <a:ea typeface="楷体_GB2312" pitchFamily="49" charset="-122"/>
              </a:rPr>
              <a:t>ControlNet</a:t>
            </a:r>
            <a:r>
              <a:rPr lang="zh-CN" altLang="en-US" sz="2400" b="1" dirty="0">
                <a:solidFill>
                  <a:schemeClr val="tx1"/>
                </a:solidFill>
                <a:latin typeface="Times New Roman" pitchFamily="18" charset="0"/>
                <a:ea typeface="楷体_GB2312" pitchFamily="49" charset="-122"/>
              </a:rPr>
              <a:t>和</a:t>
            </a:r>
            <a:r>
              <a:rPr lang="en-US" altLang="zh-CN" sz="2400" b="1" dirty="0" err="1">
                <a:solidFill>
                  <a:schemeClr val="tx1"/>
                </a:solidFill>
                <a:latin typeface="Times New Roman" pitchFamily="18" charset="0"/>
                <a:ea typeface="楷体_GB2312" pitchFamily="49" charset="-122"/>
              </a:rPr>
              <a:t>EtherNet</a:t>
            </a:r>
            <a:r>
              <a:rPr lang="zh-CN" altLang="en-US" sz="2400" b="1" dirty="0">
                <a:solidFill>
                  <a:schemeClr val="tx1"/>
                </a:solidFill>
                <a:latin typeface="Times New Roman" pitchFamily="18" charset="0"/>
                <a:ea typeface="楷体_GB2312" pitchFamily="49" charset="-122"/>
              </a:rPr>
              <a:t>之间，</a:t>
            </a:r>
            <a:r>
              <a:rPr lang="en-US" altLang="zh-CN" sz="2400" b="1" dirty="0">
                <a:solidFill>
                  <a:schemeClr val="tx1"/>
                </a:solidFill>
                <a:latin typeface="Times New Roman" pitchFamily="18" charset="0"/>
                <a:ea typeface="楷体_GB2312" pitchFamily="49" charset="-122"/>
              </a:rPr>
              <a:t>Controller3</a:t>
            </a:r>
            <a:r>
              <a:rPr lang="zh-CN" altLang="en-US" sz="2400" b="1" dirty="0">
                <a:solidFill>
                  <a:schemeClr val="tx1"/>
                </a:solidFill>
                <a:latin typeface="Times New Roman" pitchFamily="18" charset="0"/>
                <a:ea typeface="楷体_GB2312" pitchFamily="49" charset="-122"/>
              </a:rPr>
              <a:t>与</a:t>
            </a:r>
            <a:r>
              <a:rPr lang="en-US" altLang="zh-CN" sz="2400" b="1" dirty="0">
                <a:solidFill>
                  <a:schemeClr val="tx1"/>
                </a:solidFill>
                <a:latin typeface="Times New Roman" pitchFamily="18" charset="0"/>
                <a:ea typeface="楷体_GB2312" pitchFamily="49" charset="-122"/>
              </a:rPr>
              <a:t>Controller1</a:t>
            </a:r>
            <a:r>
              <a:rPr lang="zh-CN" altLang="en-US" sz="2400" b="1" dirty="0">
                <a:solidFill>
                  <a:schemeClr val="tx1"/>
                </a:solidFill>
                <a:latin typeface="Times New Roman" pitchFamily="18" charset="0"/>
                <a:ea typeface="楷体_GB2312" pitchFamily="49" charset="-122"/>
              </a:rPr>
              <a:t>、</a:t>
            </a:r>
            <a:r>
              <a:rPr lang="en-US" altLang="zh-CN" sz="2400" b="1" dirty="0">
                <a:solidFill>
                  <a:schemeClr val="tx1"/>
                </a:solidFill>
                <a:latin typeface="Times New Roman" pitchFamily="18" charset="0"/>
                <a:ea typeface="楷体_GB2312" pitchFamily="49" charset="-122"/>
              </a:rPr>
              <a:t>Controller2</a:t>
            </a:r>
            <a:r>
              <a:rPr lang="zh-CN" altLang="en-US" sz="2400" b="1" dirty="0">
                <a:solidFill>
                  <a:schemeClr val="tx1"/>
                </a:solidFill>
                <a:latin typeface="Times New Roman" pitchFamily="18" charset="0"/>
                <a:ea typeface="楷体_GB2312" pitchFamily="49" charset="-122"/>
              </a:rPr>
              <a:t>的作用类似，但它与</a:t>
            </a:r>
            <a:r>
              <a:rPr lang="en-US" altLang="zh-CN" sz="2400" b="1" dirty="0" err="1">
                <a:solidFill>
                  <a:schemeClr val="tx1"/>
                </a:solidFill>
                <a:latin typeface="Times New Roman" pitchFamily="18" charset="0"/>
                <a:ea typeface="楷体_GB2312" pitchFamily="49" charset="-122"/>
              </a:rPr>
              <a:t>EtherNet</a:t>
            </a:r>
            <a:r>
              <a:rPr lang="zh-CN" altLang="en-US" sz="2400" b="1" dirty="0">
                <a:solidFill>
                  <a:schemeClr val="tx1"/>
                </a:solidFill>
                <a:latin typeface="Times New Roman" pitchFamily="18" charset="0"/>
                <a:ea typeface="楷体_GB2312" pitchFamily="49" charset="-122"/>
              </a:rPr>
              <a:t>之间相互传输的信息允许更多。 </a:t>
            </a:r>
            <a:endParaRPr lang="zh-CN" altLang="en-US" sz="2400" dirty="0">
              <a:solidFill>
                <a:schemeClr val="tx1"/>
              </a:solidFill>
              <a:latin typeface="楷体_GB2312" panose="02010609030101010101" pitchFamily="49" charset="-122"/>
              <a:ea typeface="楷体_GB2312" panose="02010609030101010101" pitchFamily="49" charset="-122"/>
            </a:endParaRPr>
          </a:p>
        </p:txBody>
      </p:sp>
      <p:sp>
        <p:nvSpPr>
          <p:cNvPr id="23" name="圆角矩形标注 22"/>
          <p:cNvSpPr/>
          <p:nvPr/>
        </p:nvSpPr>
        <p:spPr>
          <a:xfrm>
            <a:off x="1403350" y="4789488"/>
            <a:ext cx="3536950" cy="1087437"/>
          </a:xfrm>
          <a:prstGeom prst="wedgeRoundRectCallout">
            <a:avLst>
              <a:gd name="adj1" fmla="val 67804"/>
              <a:gd name="adj2" fmla="val 848"/>
              <a:gd name="adj3" fmla="val 16667"/>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spcBef>
                <a:spcPct val="50000"/>
              </a:spcBef>
              <a:defRPr/>
            </a:pPr>
            <a:r>
              <a:rPr lang="zh-CN" altLang="en-US" sz="2400" b="1" dirty="0">
                <a:solidFill>
                  <a:schemeClr val="tx1"/>
                </a:solidFill>
                <a:latin typeface="Times New Roman" pitchFamily="18" charset="0"/>
                <a:ea typeface="楷体_GB2312" pitchFamily="49" charset="-122"/>
              </a:rPr>
              <a:t>属于输入设备的条形码识别器（</a:t>
            </a:r>
            <a:r>
              <a:rPr lang="en-US" altLang="zh-CN" sz="2400" b="1" dirty="0">
                <a:solidFill>
                  <a:schemeClr val="tx1"/>
                </a:solidFill>
                <a:latin typeface="Times New Roman" pitchFamily="18" charset="0"/>
                <a:ea typeface="楷体_GB2312" pitchFamily="49" charset="-122"/>
              </a:rPr>
              <a:t>Bar Code Reader0</a:t>
            </a:r>
            <a:r>
              <a:rPr lang="zh-CN" altLang="en-US" sz="2400" b="1" dirty="0">
                <a:solidFill>
                  <a:schemeClr val="tx1"/>
                </a:solidFill>
                <a:latin typeface="Times New Roman" pitchFamily="18" charset="0"/>
                <a:ea typeface="楷体_GB2312" pitchFamily="49" charset="-122"/>
              </a:rPr>
              <a:t>）  </a:t>
            </a:r>
          </a:p>
        </p:txBody>
      </p:sp>
      <p:sp>
        <p:nvSpPr>
          <p:cNvPr id="24" name="圆角矩形标注 23"/>
          <p:cNvSpPr/>
          <p:nvPr/>
        </p:nvSpPr>
        <p:spPr>
          <a:xfrm>
            <a:off x="2051050" y="2671763"/>
            <a:ext cx="5545138" cy="639762"/>
          </a:xfrm>
          <a:prstGeom prst="wedgeRoundRectCallout">
            <a:avLst>
              <a:gd name="adj1" fmla="val -36962"/>
              <a:gd name="adj2" fmla="val -133230"/>
              <a:gd name="adj3" fmla="val 16667"/>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r>
              <a:rPr lang="en-US" altLang="zh-CN" sz="2400" b="1" dirty="0">
                <a:solidFill>
                  <a:schemeClr val="tx1"/>
                </a:solidFill>
                <a:latin typeface="Times New Roman" pitchFamily="18" charset="0"/>
                <a:ea typeface="楷体_GB2312" pitchFamily="49" charset="-122"/>
              </a:rPr>
              <a:t> </a:t>
            </a:r>
            <a:r>
              <a:rPr lang="zh-CN" altLang="en-US" sz="2400" b="1" dirty="0">
                <a:solidFill>
                  <a:schemeClr val="tx1"/>
                </a:solidFill>
                <a:latin typeface="Times New Roman" pitchFamily="18" charset="0"/>
                <a:ea typeface="楷体_GB2312" pitchFamily="49" charset="-122"/>
              </a:rPr>
              <a:t>只与</a:t>
            </a:r>
            <a:r>
              <a:rPr lang="en-US" altLang="zh-CN" sz="2400" b="1" dirty="0" err="1">
                <a:solidFill>
                  <a:schemeClr val="tx1"/>
                </a:solidFill>
                <a:latin typeface="Times New Roman" pitchFamily="18" charset="0"/>
                <a:ea typeface="楷体_GB2312" pitchFamily="49" charset="-122"/>
              </a:rPr>
              <a:t>EtherNet</a:t>
            </a:r>
            <a:r>
              <a:rPr lang="zh-CN" altLang="en-US" sz="2400" b="1" dirty="0">
                <a:solidFill>
                  <a:schemeClr val="tx1"/>
                </a:solidFill>
                <a:latin typeface="Times New Roman" pitchFamily="18" charset="0"/>
                <a:ea typeface="楷体_GB2312" pitchFamily="49" charset="-122"/>
              </a:rPr>
              <a:t>相连的设备为</a:t>
            </a:r>
            <a:r>
              <a:rPr lang="en-US" altLang="zh-CN" sz="2400" b="1" dirty="0">
                <a:solidFill>
                  <a:schemeClr val="tx1"/>
                </a:solidFill>
                <a:latin typeface="Times New Roman" pitchFamily="18" charset="0"/>
                <a:ea typeface="楷体_GB2312" pitchFamily="49" charset="-122"/>
              </a:rPr>
              <a:t>Computer2 </a:t>
            </a:r>
            <a:endParaRPr lang="zh-CN" altLang="en-US" sz="2400" dirty="0">
              <a:solidFill>
                <a:schemeClr val="tx1"/>
              </a:solidFill>
              <a:latin typeface="楷体_GB2312" panose="02010609030101010101" pitchFamily="49" charset="-122"/>
              <a:ea typeface="楷体_GB2312" panose="02010609030101010101" pitchFamily="49" charset="-122"/>
            </a:endParaRPr>
          </a:p>
        </p:txBody>
      </p:sp>
      <p:sp>
        <p:nvSpPr>
          <p:cNvPr id="25" name="圆角矩形标注 24"/>
          <p:cNvSpPr/>
          <p:nvPr/>
        </p:nvSpPr>
        <p:spPr>
          <a:xfrm>
            <a:off x="2268538" y="4559300"/>
            <a:ext cx="2940050" cy="908050"/>
          </a:xfrm>
          <a:prstGeom prst="wedgeRoundRectCallout">
            <a:avLst>
              <a:gd name="adj1" fmla="val -42958"/>
              <a:gd name="adj2" fmla="val -91187"/>
              <a:gd name="adj3" fmla="val 16667"/>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spcBef>
                <a:spcPct val="50000"/>
              </a:spcBef>
              <a:defRPr/>
            </a:pPr>
            <a:r>
              <a:rPr lang="zh-CN" altLang="en-US" sz="2400" b="1" dirty="0">
                <a:solidFill>
                  <a:schemeClr val="tx1"/>
                </a:solidFill>
                <a:latin typeface="Times New Roman" pitchFamily="18" charset="0"/>
                <a:ea typeface="楷体_GB2312" pitchFamily="49" charset="-122"/>
              </a:rPr>
              <a:t>只与</a:t>
            </a:r>
            <a:r>
              <a:rPr lang="en-US" altLang="zh-CN" sz="2400" b="1" dirty="0" err="1">
                <a:solidFill>
                  <a:schemeClr val="tx1"/>
                </a:solidFill>
                <a:latin typeface="Times New Roman" pitchFamily="18" charset="0"/>
                <a:ea typeface="楷体_GB2312" pitchFamily="49" charset="-122"/>
              </a:rPr>
              <a:t>ControlNet</a:t>
            </a:r>
            <a:r>
              <a:rPr lang="en-US" altLang="zh-CN" sz="2400" b="1" dirty="0">
                <a:solidFill>
                  <a:schemeClr val="tx1"/>
                </a:solidFill>
                <a:latin typeface="Times New Roman" pitchFamily="18" charset="0"/>
                <a:ea typeface="楷体_GB2312" pitchFamily="49" charset="-122"/>
              </a:rPr>
              <a:t> </a:t>
            </a:r>
            <a:r>
              <a:rPr lang="zh-CN" altLang="en-US" sz="2400" b="1" dirty="0">
                <a:solidFill>
                  <a:schemeClr val="tx1"/>
                </a:solidFill>
                <a:latin typeface="Times New Roman" pitchFamily="18" charset="0"/>
                <a:ea typeface="楷体_GB2312" pitchFamily="49" charset="-122"/>
              </a:rPr>
              <a:t>相连的设备为</a:t>
            </a:r>
            <a:r>
              <a:rPr lang="en-US" altLang="zh-CN" sz="2400" b="1" dirty="0">
                <a:solidFill>
                  <a:schemeClr val="tx1"/>
                </a:solidFill>
                <a:latin typeface="Times New Roman" pitchFamily="18" charset="0"/>
                <a:ea typeface="楷体_GB2312" pitchFamily="49" charset="-122"/>
              </a:rPr>
              <a:t>I/O </a:t>
            </a:r>
          </a:p>
        </p:txBody>
      </p:sp>
      <p:sp>
        <p:nvSpPr>
          <p:cNvPr id="26" name="圆角矩形标注 25"/>
          <p:cNvSpPr/>
          <p:nvPr/>
        </p:nvSpPr>
        <p:spPr>
          <a:xfrm>
            <a:off x="5340350" y="1012825"/>
            <a:ext cx="3206750" cy="906463"/>
          </a:xfrm>
          <a:prstGeom prst="wedgeRoundRectCallout">
            <a:avLst>
              <a:gd name="adj1" fmla="val -39242"/>
              <a:gd name="adj2" fmla="val 115467"/>
              <a:gd name="adj3" fmla="val 16667"/>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r>
              <a:rPr lang="en-US" altLang="zh-CN" sz="2400" b="1" dirty="0">
                <a:solidFill>
                  <a:schemeClr val="tx1"/>
                </a:solidFill>
                <a:latin typeface="Times New Roman" pitchFamily="18" charset="0"/>
                <a:ea typeface="楷体_GB2312" pitchFamily="49" charset="-122"/>
              </a:rPr>
              <a:t> Computer1</a:t>
            </a:r>
            <a:r>
              <a:rPr lang="zh-CN" altLang="en-US" sz="2400" b="1" dirty="0">
                <a:solidFill>
                  <a:schemeClr val="tx1"/>
                </a:solidFill>
                <a:latin typeface="Times New Roman" pitchFamily="18" charset="0"/>
                <a:ea typeface="楷体_GB2312" pitchFamily="49" charset="-122"/>
              </a:rPr>
              <a:t>作为上位机，主要用于监控 </a:t>
            </a:r>
            <a:endParaRPr lang="zh-CN" altLang="en-US" sz="2400" dirty="0">
              <a:solidFill>
                <a:schemeClr val="tx1"/>
              </a:solidFill>
              <a:latin typeface="楷体_GB2312" panose="02010609030101010101" pitchFamily="49" charset="-122"/>
              <a:ea typeface="楷体_GB2312" panose="02010609030101010101" pitchFamily="49" charset="-122"/>
            </a:endParaRPr>
          </a:p>
        </p:txBody>
      </p:sp>
      <p:sp>
        <p:nvSpPr>
          <p:cNvPr id="27" name="圆角矩形标注 26"/>
          <p:cNvSpPr/>
          <p:nvPr/>
        </p:nvSpPr>
        <p:spPr>
          <a:xfrm>
            <a:off x="5557838" y="1743075"/>
            <a:ext cx="3168650" cy="1538288"/>
          </a:xfrm>
          <a:prstGeom prst="wedgeRoundRectCallout">
            <a:avLst>
              <a:gd name="adj1" fmla="val -81285"/>
              <a:gd name="adj2" fmla="val -1706"/>
              <a:gd name="adj3" fmla="val 1666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r>
              <a:rPr lang="en-US" altLang="zh-CN" sz="2400" b="1" dirty="0">
                <a:solidFill>
                  <a:schemeClr val="tx1"/>
                </a:solidFill>
                <a:latin typeface="Times New Roman" pitchFamily="18" charset="0"/>
                <a:ea typeface="楷体_GB2312" pitchFamily="49" charset="-122"/>
              </a:rPr>
              <a:t> Controller4</a:t>
            </a:r>
            <a:r>
              <a:rPr lang="zh-CN" altLang="en-US" sz="2400" b="1" dirty="0">
                <a:solidFill>
                  <a:schemeClr val="tx1"/>
                </a:solidFill>
                <a:latin typeface="Times New Roman" pitchFamily="18" charset="0"/>
                <a:ea typeface="楷体_GB2312" pitchFamily="49" charset="-122"/>
              </a:rPr>
              <a:t>与三层网络皆连接，网络功能最为强大，可处理来自三层网络的信息 </a:t>
            </a:r>
            <a:endParaRPr lang="zh-CN" altLang="en-US" sz="2400" dirty="0">
              <a:solidFill>
                <a:schemeClr val="tx1"/>
              </a:solidFill>
              <a:latin typeface="楷体_GB2312" panose="02010609030101010101" pitchFamily="49" charset="-122"/>
              <a:ea typeface="楷体_GB2312" panose="02010609030101010101" pitchFamily="49" charset="-122"/>
            </a:endParaRPr>
          </a:p>
        </p:txBody>
      </p:sp>
      <p:sp>
        <p:nvSpPr>
          <p:cNvPr id="28" name="圆角矩形标注 27"/>
          <p:cNvSpPr/>
          <p:nvPr/>
        </p:nvSpPr>
        <p:spPr>
          <a:xfrm>
            <a:off x="1116013" y="3290888"/>
            <a:ext cx="6407150" cy="1543050"/>
          </a:xfrm>
          <a:prstGeom prst="wedgeRoundRectCallout">
            <a:avLst>
              <a:gd name="adj1" fmla="val 11690"/>
              <a:gd name="adj2" fmla="val -139348"/>
              <a:gd name="adj3" fmla="val 16667"/>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r>
              <a:rPr lang="en-US" altLang="zh-CN" sz="2400" b="1" dirty="0">
                <a:solidFill>
                  <a:schemeClr val="tx1"/>
                </a:solidFill>
                <a:latin typeface="Times New Roman" pitchFamily="18" charset="0"/>
                <a:ea typeface="楷体_GB2312" pitchFamily="49" charset="-122"/>
              </a:rPr>
              <a:t> </a:t>
            </a:r>
            <a:r>
              <a:rPr lang="zh-CN" altLang="en-US" sz="2400" b="1" dirty="0">
                <a:solidFill>
                  <a:schemeClr val="tx1"/>
                </a:solidFill>
                <a:latin typeface="Times New Roman" pitchFamily="18" charset="0"/>
                <a:ea typeface="楷体_GB2312" pitchFamily="49" charset="-122"/>
              </a:rPr>
              <a:t>通过远程访问路由设备（</a:t>
            </a:r>
            <a:r>
              <a:rPr lang="en-US" altLang="zh-CN" sz="2400" b="1" dirty="0">
                <a:solidFill>
                  <a:schemeClr val="tx1"/>
                </a:solidFill>
                <a:latin typeface="Times New Roman" pitchFamily="18" charset="0"/>
                <a:ea typeface="楷体_GB2312" pitchFamily="49" charset="-122"/>
              </a:rPr>
              <a:t>Remote Access Router Device</a:t>
            </a:r>
            <a:r>
              <a:rPr lang="zh-CN" altLang="en-US" sz="2400" b="1" dirty="0">
                <a:solidFill>
                  <a:schemeClr val="tx1"/>
                </a:solidFill>
                <a:latin typeface="Times New Roman" pitchFamily="18" charset="0"/>
                <a:ea typeface="楷体_GB2312" pitchFamily="49" charset="-122"/>
              </a:rPr>
              <a:t>）可将</a:t>
            </a:r>
            <a:r>
              <a:rPr lang="en-US" altLang="zh-CN" sz="2400" b="1" dirty="0" err="1">
                <a:solidFill>
                  <a:schemeClr val="tx1"/>
                </a:solidFill>
                <a:latin typeface="Times New Roman" pitchFamily="18" charset="0"/>
                <a:ea typeface="楷体_GB2312" pitchFamily="49" charset="-122"/>
              </a:rPr>
              <a:t>EtherNet</a:t>
            </a:r>
            <a:r>
              <a:rPr lang="zh-CN" altLang="en-US" sz="2400" b="1" dirty="0">
                <a:solidFill>
                  <a:schemeClr val="tx1"/>
                </a:solidFill>
                <a:latin typeface="Times New Roman" pitchFamily="18" charset="0"/>
                <a:ea typeface="楷体_GB2312" pitchFamily="49" charset="-122"/>
              </a:rPr>
              <a:t>与</a:t>
            </a:r>
            <a:r>
              <a:rPr lang="en-US" altLang="zh-CN" sz="2400" b="1" dirty="0">
                <a:solidFill>
                  <a:schemeClr val="tx1"/>
                </a:solidFill>
                <a:latin typeface="Times New Roman" pitchFamily="18" charset="0"/>
                <a:ea typeface="楷体_GB2312" pitchFamily="49" charset="-122"/>
              </a:rPr>
              <a:t>Internet</a:t>
            </a:r>
            <a:r>
              <a:rPr lang="zh-CN" altLang="en-US" sz="2400" b="1" dirty="0">
                <a:solidFill>
                  <a:schemeClr val="tx1"/>
                </a:solidFill>
                <a:latin typeface="Times New Roman" pitchFamily="18" charset="0"/>
                <a:ea typeface="楷体_GB2312" pitchFamily="49" charset="-122"/>
              </a:rPr>
              <a:t>（互联网）连接起来，并将信息传送至</a:t>
            </a:r>
            <a:r>
              <a:rPr lang="en-US" altLang="zh-CN" sz="2400" b="1" dirty="0">
                <a:solidFill>
                  <a:schemeClr val="tx1"/>
                </a:solidFill>
                <a:latin typeface="Times New Roman" pitchFamily="18" charset="0"/>
                <a:ea typeface="楷体_GB2312" pitchFamily="49" charset="-122"/>
              </a:rPr>
              <a:t>Internet</a:t>
            </a:r>
            <a:r>
              <a:rPr lang="zh-CN" altLang="en-US" sz="2400" b="1" dirty="0">
                <a:solidFill>
                  <a:schemeClr val="tx1"/>
                </a:solidFill>
                <a:latin typeface="Times New Roman" pitchFamily="18" charset="0"/>
                <a:ea typeface="楷体_GB2312" pitchFamily="49" charset="-122"/>
              </a:rPr>
              <a:t>上的显示工作站（</a:t>
            </a:r>
            <a:r>
              <a:rPr lang="en-US" altLang="zh-CN" sz="2400" b="1" dirty="0">
                <a:solidFill>
                  <a:schemeClr val="tx1"/>
                </a:solidFill>
                <a:latin typeface="Times New Roman" pitchFamily="18" charset="0"/>
                <a:ea typeface="楷体_GB2312" pitchFamily="49" charset="-122"/>
              </a:rPr>
              <a:t>Display Station</a:t>
            </a:r>
            <a:r>
              <a:rPr lang="zh-CN" altLang="en-US" sz="2400" b="1" dirty="0">
                <a:solidFill>
                  <a:schemeClr val="tx1"/>
                </a:solidFill>
                <a:latin typeface="Times New Roman" pitchFamily="18" charset="0"/>
                <a:ea typeface="楷体_GB2312" pitchFamily="49" charset="-122"/>
              </a:rPr>
              <a:t>） </a:t>
            </a:r>
            <a:endParaRPr lang="zh-CN" altLang="en-US" sz="2400" dirty="0">
              <a:solidFill>
                <a:schemeClr val="tx1"/>
              </a:solidFill>
              <a:latin typeface="楷体_GB2312" panose="02010609030101010101" pitchFamily="49" charset="-122"/>
              <a:ea typeface="楷体_GB2312" panose="02010609030101010101" pitchFamily="49" charset="-122"/>
            </a:endParaRPr>
          </a:p>
        </p:txBody>
      </p:sp>
      <p:sp>
        <p:nvSpPr>
          <p:cNvPr id="29" name="圆角矩形标注 28"/>
          <p:cNvSpPr/>
          <p:nvPr/>
        </p:nvSpPr>
        <p:spPr>
          <a:xfrm>
            <a:off x="1620838" y="6183313"/>
            <a:ext cx="6405562" cy="619125"/>
          </a:xfrm>
          <a:prstGeom prst="wedgeRoundRectCallout">
            <a:avLst>
              <a:gd name="adj1" fmla="val -21013"/>
              <a:gd name="adj2" fmla="val -47424"/>
              <a:gd name="adj3" fmla="val 1666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2400" b="1" dirty="0">
                <a:solidFill>
                  <a:schemeClr val="tx2"/>
                </a:solidFill>
                <a:latin typeface="楷体_GB2312" pitchFamily="49" charset="-122"/>
                <a:ea typeface="楷体_GB2312" pitchFamily="49" charset="-122"/>
              </a:rPr>
              <a:t>罗克韦尔推出的现场总线控制系统体系结构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9"/>
                                        </p:tgtEl>
                                        <p:attrNameLst>
                                          <p:attrName>style.visibility</p:attrName>
                                        </p:attrNameLst>
                                      </p:cBhvr>
                                      <p:to>
                                        <p:strVal val="hidden"/>
                                      </p:to>
                                    </p:set>
                                  </p:childTnLst>
                                </p:cTn>
                              </p:par>
                              <p:par>
                                <p:cTn id="11" presetID="2" presetClass="entr" presetSubtype="4"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500" fill="hold"/>
                                        <p:tgtEl>
                                          <p:spTgt spid="20"/>
                                        </p:tgtEl>
                                        <p:attrNameLst>
                                          <p:attrName>ppt_x</p:attrName>
                                        </p:attrNameLst>
                                      </p:cBhvr>
                                      <p:tavLst>
                                        <p:tav tm="0">
                                          <p:val>
                                            <p:strVal val="#ppt_x"/>
                                          </p:val>
                                        </p:tav>
                                        <p:tav tm="100000">
                                          <p:val>
                                            <p:strVal val="#ppt_x"/>
                                          </p:val>
                                        </p:tav>
                                      </p:tavLst>
                                    </p:anim>
                                    <p:anim calcmode="lin" valueType="num">
                                      <p:cBhvr additive="base">
                                        <p:cTn id="1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xit" presetSubtype="4" fill="hold" grpId="1" nodeType="clickEffect">
                                  <p:stCondLst>
                                    <p:cond delay="0"/>
                                  </p:stCondLst>
                                  <p:childTnLst>
                                    <p:anim calcmode="lin" valueType="num">
                                      <p:cBhvr additive="base">
                                        <p:cTn id="18" dur="500"/>
                                        <p:tgtEl>
                                          <p:spTgt spid="20"/>
                                        </p:tgtEl>
                                        <p:attrNameLst>
                                          <p:attrName>ppt_x</p:attrName>
                                        </p:attrNameLst>
                                      </p:cBhvr>
                                      <p:tavLst>
                                        <p:tav tm="0">
                                          <p:val>
                                            <p:strVal val="ppt_x"/>
                                          </p:val>
                                        </p:tav>
                                        <p:tav tm="100000">
                                          <p:val>
                                            <p:strVal val="ppt_x"/>
                                          </p:val>
                                        </p:tav>
                                      </p:tavLst>
                                    </p:anim>
                                    <p:anim calcmode="lin" valueType="num">
                                      <p:cBhvr additive="base">
                                        <p:cTn id="19" dur="500"/>
                                        <p:tgtEl>
                                          <p:spTgt spid="20"/>
                                        </p:tgtEl>
                                        <p:attrNameLst>
                                          <p:attrName>ppt_y</p:attrName>
                                        </p:attrNameLst>
                                      </p:cBhvr>
                                      <p:tavLst>
                                        <p:tav tm="0">
                                          <p:val>
                                            <p:strVal val="ppt_y"/>
                                          </p:val>
                                        </p:tav>
                                        <p:tav tm="100000">
                                          <p:val>
                                            <p:strVal val="1+ppt_h/2"/>
                                          </p:val>
                                        </p:tav>
                                      </p:tavLst>
                                    </p:anim>
                                    <p:set>
                                      <p:cBhvr>
                                        <p:cTn id="20" dur="1" fill="hold">
                                          <p:stCondLst>
                                            <p:cond delay="499"/>
                                          </p:stCondLst>
                                        </p:cTn>
                                        <p:tgtEl>
                                          <p:spTgt spid="20"/>
                                        </p:tgtEl>
                                        <p:attrNameLst>
                                          <p:attrName>style.visibility</p:attrName>
                                        </p:attrNameLst>
                                      </p:cBhvr>
                                      <p:to>
                                        <p:strVal val="hidden"/>
                                      </p:to>
                                    </p:set>
                                  </p:childTnLst>
                                </p:cTn>
                              </p:par>
                              <p:par>
                                <p:cTn id="21" presetID="42"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1000"/>
                                        <p:tgtEl>
                                          <p:spTgt spid="23"/>
                                        </p:tgtEl>
                                      </p:cBhvr>
                                    </p:animEffect>
                                    <p:anim calcmode="lin" valueType="num">
                                      <p:cBhvr>
                                        <p:cTn id="24" dur="1000" fill="hold"/>
                                        <p:tgtEl>
                                          <p:spTgt spid="23"/>
                                        </p:tgtEl>
                                        <p:attrNameLst>
                                          <p:attrName>ppt_x</p:attrName>
                                        </p:attrNameLst>
                                      </p:cBhvr>
                                      <p:tavLst>
                                        <p:tav tm="0">
                                          <p:val>
                                            <p:strVal val="#ppt_x"/>
                                          </p:val>
                                        </p:tav>
                                        <p:tav tm="100000">
                                          <p:val>
                                            <p:strVal val="#ppt_x"/>
                                          </p:val>
                                        </p:tav>
                                      </p:tavLst>
                                    </p:anim>
                                    <p:anim calcmode="lin" valueType="num">
                                      <p:cBhvr>
                                        <p:cTn id="25"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42" presetClass="exit" presetSubtype="0" fill="hold" grpId="1" nodeType="clickEffect">
                                  <p:stCondLst>
                                    <p:cond delay="0"/>
                                  </p:stCondLst>
                                  <p:childTnLst>
                                    <p:animEffect transition="out" filter="fade">
                                      <p:cBhvr>
                                        <p:cTn id="29" dur="1000"/>
                                        <p:tgtEl>
                                          <p:spTgt spid="23"/>
                                        </p:tgtEl>
                                      </p:cBhvr>
                                    </p:animEffect>
                                    <p:anim calcmode="lin" valueType="num">
                                      <p:cBhvr>
                                        <p:cTn id="30" dur="1000"/>
                                        <p:tgtEl>
                                          <p:spTgt spid="23"/>
                                        </p:tgtEl>
                                        <p:attrNameLst>
                                          <p:attrName>ppt_x</p:attrName>
                                        </p:attrNameLst>
                                      </p:cBhvr>
                                      <p:tavLst>
                                        <p:tav tm="0">
                                          <p:val>
                                            <p:strVal val="ppt_x"/>
                                          </p:val>
                                        </p:tav>
                                        <p:tav tm="100000">
                                          <p:val>
                                            <p:strVal val="ppt_x"/>
                                          </p:val>
                                        </p:tav>
                                      </p:tavLst>
                                    </p:anim>
                                    <p:anim calcmode="lin" valueType="num">
                                      <p:cBhvr>
                                        <p:cTn id="31" dur="1000"/>
                                        <p:tgtEl>
                                          <p:spTgt spid="23"/>
                                        </p:tgtEl>
                                        <p:attrNameLst>
                                          <p:attrName>ppt_y</p:attrName>
                                        </p:attrNameLst>
                                      </p:cBhvr>
                                      <p:tavLst>
                                        <p:tav tm="0">
                                          <p:val>
                                            <p:strVal val="ppt_y"/>
                                          </p:val>
                                        </p:tav>
                                        <p:tav tm="100000">
                                          <p:val>
                                            <p:strVal val="ppt_y+.1"/>
                                          </p:val>
                                        </p:tav>
                                      </p:tavLst>
                                    </p:anim>
                                    <p:set>
                                      <p:cBhvr>
                                        <p:cTn id="32" dur="1" fill="hold">
                                          <p:stCondLst>
                                            <p:cond delay="999"/>
                                          </p:stCondLst>
                                        </p:cTn>
                                        <p:tgtEl>
                                          <p:spTgt spid="23"/>
                                        </p:tgtEl>
                                        <p:attrNameLst>
                                          <p:attrName>style.visibility</p:attrName>
                                        </p:attrNameLst>
                                      </p:cBhvr>
                                      <p:to>
                                        <p:strVal val="hidden"/>
                                      </p:to>
                                    </p:set>
                                  </p:childTnLst>
                                </p:cTn>
                              </p:par>
                              <p:par>
                                <p:cTn id="33" presetID="22" presetClass="entr" presetSubtype="4"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wipe(down)">
                                      <p:cBhvr>
                                        <p:cTn id="35" dur="500"/>
                                        <p:tgtEl>
                                          <p:spTgt spid="2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xit" presetSubtype="4" fill="hold" grpId="1" nodeType="clickEffect">
                                  <p:stCondLst>
                                    <p:cond delay="0"/>
                                  </p:stCondLst>
                                  <p:childTnLst>
                                    <p:animEffect transition="out" filter="wipe(down)">
                                      <p:cBhvr>
                                        <p:cTn id="39" dur="500"/>
                                        <p:tgtEl>
                                          <p:spTgt spid="25"/>
                                        </p:tgtEl>
                                      </p:cBhvr>
                                    </p:animEffect>
                                    <p:set>
                                      <p:cBhvr>
                                        <p:cTn id="40" dur="1" fill="hold">
                                          <p:stCondLst>
                                            <p:cond delay="499"/>
                                          </p:stCondLst>
                                        </p:cTn>
                                        <p:tgtEl>
                                          <p:spTgt spid="25"/>
                                        </p:tgtEl>
                                        <p:attrNameLst>
                                          <p:attrName>style.visibility</p:attrName>
                                        </p:attrNameLst>
                                      </p:cBhvr>
                                      <p:to>
                                        <p:strVal val="hidden"/>
                                      </p:to>
                                    </p:set>
                                  </p:childTnLst>
                                </p:cTn>
                              </p:par>
                              <p:par>
                                <p:cTn id="41" presetID="14" presetClass="entr" presetSubtype="1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randombar(horizontal)">
                                      <p:cBhvr>
                                        <p:cTn id="43" dur="500"/>
                                        <p:tgtEl>
                                          <p:spTgt spid="2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4" presetClass="exit" presetSubtype="10" fill="hold" grpId="1" nodeType="clickEffect">
                                  <p:stCondLst>
                                    <p:cond delay="0"/>
                                  </p:stCondLst>
                                  <p:childTnLst>
                                    <p:animEffect transition="out" filter="randombar(horizontal)">
                                      <p:cBhvr>
                                        <p:cTn id="47" dur="500"/>
                                        <p:tgtEl>
                                          <p:spTgt spid="24"/>
                                        </p:tgtEl>
                                      </p:cBhvr>
                                    </p:animEffect>
                                    <p:set>
                                      <p:cBhvr>
                                        <p:cTn id="48" dur="1" fill="hold">
                                          <p:stCondLst>
                                            <p:cond delay="499"/>
                                          </p:stCondLst>
                                        </p:cTn>
                                        <p:tgtEl>
                                          <p:spTgt spid="24"/>
                                        </p:tgtEl>
                                        <p:attrNameLst>
                                          <p:attrName>style.visibility</p:attrName>
                                        </p:attrNameLst>
                                      </p:cBhvr>
                                      <p:to>
                                        <p:strVal val="hidden"/>
                                      </p:to>
                                    </p:set>
                                  </p:childTnLst>
                                </p:cTn>
                              </p:par>
                              <p:par>
                                <p:cTn id="49" presetID="42"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1000"/>
                                        <p:tgtEl>
                                          <p:spTgt spid="21"/>
                                        </p:tgtEl>
                                      </p:cBhvr>
                                    </p:animEffect>
                                    <p:anim calcmode="lin" valueType="num">
                                      <p:cBhvr>
                                        <p:cTn id="52" dur="1000" fill="hold"/>
                                        <p:tgtEl>
                                          <p:spTgt spid="21"/>
                                        </p:tgtEl>
                                        <p:attrNameLst>
                                          <p:attrName>ppt_x</p:attrName>
                                        </p:attrNameLst>
                                      </p:cBhvr>
                                      <p:tavLst>
                                        <p:tav tm="0">
                                          <p:val>
                                            <p:strVal val="#ppt_x"/>
                                          </p:val>
                                        </p:tav>
                                        <p:tav tm="100000">
                                          <p:val>
                                            <p:strVal val="#ppt_x"/>
                                          </p:val>
                                        </p:tav>
                                      </p:tavLst>
                                    </p:anim>
                                    <p:anim calcmode="lin" valueType="num">
                                      <p:cBhvr>
                                        <p:cTn id="53"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42" presetClass="exit" presetSubtype="0" fill="hold" grpId="1" nodeType="clickEffect">
                                  <p:stCondLst>
                                    <p:cond delay="0"/>
                                  </p:stCondLst>
                                  <p:childTnLst>
                                    <p:animEffect transition="out" filter="fade">
                                      <p:cBhvr>
                                        <p:cTn id="57" dur="1000"/>
                                        <p:tgtEl>
                                          <p:spTgt spid="21"/>
                                        </p:tgtEl>
                                      </p:cBhvr>
                                    </p:animEffect>
                                    <p:anim calcmode="lin" valueType="num">
                                      <p:cBhvr>
                                        <p:cTn id="58" dur="1000"/>
                                        <p:tgtEl>
                                          <p:spTgt spid="21"/>
                                        </p:tgtEl>
                                        <p:attrNameLst>
                                          <p:attrName>ppt_x</p:attrName>
                                        </p:attrNameLst>
                                      </p:cBhvr>
                                      <p:tavLst>
                                        <p:tav tm="0">
                                          <p:val>
                                            <p:strVal val="ppt_x"/>
                                          </p:val>
                                        </p:tav>
                                        <p:tav tm="100000">
                                          <p:val>
                                            <p:strVal val="ppt_x"/>
                                          </p:val>
                                        </p:tav>
                                      </p:tavLst>
                                    </p:anim>
                                    <p:anim calcmode="lin" valueType="num">
                                      <p:cBhvr>
                                        <p:cTn id="59" dur="1000"/>
                                        <p:tgtEl>
                                          <p:spTgt spid="21"/>
                                        </p:tgtEl>
                                        <p:attrNameLst>
                                          <p:attrName>ppt_y</p:attrName>
                                        </p:attrNameLst>
                                      </p:cBhvr>
                                      <p:tavLst>
                                        <p:tav tm="0">
                                          <p:val>
                                            <p:strVal val="ppt_y"/>
                                          </p:val>
                                        </p:tav>
                                        <p:tav tm="100000">
                                          <p:val>
                                            <p:strVal val="ppt_y+.1"/>
                                          </p:val>
                                        </p:tav>
                                      </p:tavLst>
                                    </p:anim>
                                    <p:set>
                                      <p:cBhvr>
                                        <p:cTn id="60" dur="1" fill="hold">
                                          <p:stCondLst>
                                            <p:cond delay="999"/>
                                          </p:stCondLst>
                                        </p:cTn>
                                        <p:tgtEl>
                                          <p:spTgt spid="21"/>
                                        </p:tgtEl>
                                        <p:attrNameLst>
                                          <p:attrName>style.visibility</p:attrName>
                                        </p:attrNameLst>
                                      </p:cBhvr>
                                      <p:to>
                                        <p:strVal val="hidden"/>
                                      </p:to>
                                    </p:set>
                                  </p:childTnLst>
                                </p:cTn>
                              </p:par>
                              <p:par>
                                <p:cTn id="61" presetID="10" presetClass="entr" presetSubtype="0" fill="hold" grpId="0" nodeType="with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fade">
                                      <p:cBhvr>
                                        <p:cTn id="63" dur="500"/>
                                        <p:tgtEl>
                                          <p:spTgt spid="26"/>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10" presetClass="exit" presetSubtype="0" fill="hold" grpId="1" nodeType="clickEffect">
                                  <p:stCondLst>
                                    <p:cond delay="0"/>
                                  </p:stCondLst>
                                  <p:childTnLst>
                                    <p:animEffect transition="out" filter="fade">
                                      <p:cBhvr>
                                        <p:cTn id="67" dur="500"/>
                                        <p:tgtEl>
                                          <p:spTgt spid="26"/>
                                        </p:tgtEl>
                                      </p:cBhvr>
                                    </p:animEffect>
                                    <p:set>
                                      <p:cBhvr>
                                        <p:cTn id="68" dur="1" fill="hold">
                                          <p:stCondLst>
                                            <p:cond delay="499"/>
                                          </p:stCondLst>
                                        </p:cTn>
                                        <p:tgtEl>
                                          <p:spTgt spid="26"/>
                                        </p:tgtEl>
                                        <p:attrNameLst>
                                          <p:attrName>style.visibility</p:attrName>
                                        </p:attrNameLst>
                                      </p:cBhvr>
                                      <p:to>
                                        <p:strVal val="hidden"/>
                                      </p:to>
                                    </p:set>
                                  </p:childTnLst>
                                </p:cTn>
                              </p:par>
                              <p:par>
                                <p:cTn id="69" presetID="10" presetClass="entr" presetSubtype="0" fill="hold" grpId="0" nodeType="with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500"/>
                                        <p:tgtEl>
                                          <p:spTgt spid="22"/>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10" presetClass="exit" presetSubtype="0" fill="hold" grpId="1" nodeType="clickEffect">
                                  <p:stCondLst>
                                    <p:cond delay="0"/>
                                  </p:stCondLst>
                                  <p:childTnLst>
                                    <p:animEffect transition="out" filter="fade">
                                      <p:cBhvr>
                                        <p:cTn id="75" dur="500"/>
                                        <p:tgtEl>
                                          <p:spTgt spid="22"/>
                                        </p:tgtEl>
                                      </p:cBhvr>
                                    </p:animEffect>
                                    <p:set>
                                      <p:cBhvr>
                                        <p:cTn id="76" dur="1" fill="hold">
                                          <p:stCondLst>
                                            <p:cond delay="499"/>
                                          </p:stCondLst>
                                        </p:cTn>
                                        <p:tgtEl>
                                          <p:spTgt spid="22"/>
                                        </p:tgtEl>
                                        <p:attrNameLst>
                                          <p:attrName>style.visibility</p:attrName>
                                        </p:attrNameLst>
                                      </p:cBhvr>
                                      <p:to>
                                        <p:strVal val="hidden"/>
                                      </p:to>
                                    </p:set>
                                  </p:childTnLst>
                                </p:cTn>
                              </p:par>
                              <p:par>
                                <p:cTn id="77" presetID="42" presetClass="entr" presetSubtype="0" fill="hold" grpId="0" nodeType="withEffect">
                                  <p:stCondLst>
                                    <p:cond delay="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1000"/>
                                        <p:tgtEl>
                                          <p:spTgt spid="27"/>
                                        </p:tgtEl>
                                      </p:cBhvr>
                                    </p:animEffect>
                                    <p:anim calcmode="lin" valueType="num">
                                      <p:cBhvr>
                                        <p:cTn id="80" dur="1000" fill="hold"/>
                                        <p:tgtEl>
                                          <p:spTgt spid="27"/>
                                        </p:tgtEl>
                                        <p:attrNameLst>
                                          <p:attrName>ppt_x</p:attrName>
                                        </p:attrNameLst>
                                      </p:cBhvr>
                                      <p:tavLst>
                                        <p:tav tm="0">
                                          <p:val>
                                            <p:strVal val="#ppt_x"/>
                                          </p:val>
                                        </p:tav>
                                        <p:tav tm="100000">
                                          <p:val>
                                            <p:strVal val="#ppt_x"/>
                                          </p:val>
                                        </p:tav>
                                      </p:tavLst>
                                    </p:anim>
                                    <p:anim calcmode="lin" valueType="num">
                                      <p:cBhvr>
                                        <p:cTn id="81"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82" fill="hold" nodeType="clickPar">
                      <p:stCondLst>
                        <p:cond delay="indefinite"/>
                      </p:stCondLst>
                      <p:childTnLst>
                        <p:par>
                          <p:cTn id="83" fill="hold" nodeType="withGroup">
                            <p:stCondLst>
                              <p:cond delay="0"/>
                            </p:stCondLst>
                            <p:childTnLst>
                              <p:par>
                                <p:cTn id="84" presetID="42" presetClass="exit" presetSubtype="0" fill="hold" grpId="1" nodeType="clickEffect">
                                  <p:stCondLst>
                                    <p:cond delay="0"/>
                                  </p:stCondLst>
                                  <p:childTnLst>
                                    <p:animEffect transition="out" filter="fade">
                                      <p:cBhvr>
                                        <p:cTn id="85" dur="1000"/>
                                        <p:tgtEl>
                                          <p:spTgt spid="27"/>
                                        </p:tgtEl>
                                      </p:cBhvr>
                                    </p:animEffect>
                                    <p:anim calcmode="lin" valueType="num">
                                      <p:cBhvr>
                                        <p:cTn id="86" dur="1000"/>
                                        <p:tgtEl>
                                          <p:spTgt spid="27"/>
                                        </p:tgtEl>
                                        <p:attrNameLst>
                                          <p:attrName>ppt_x</p:attrName>
                                        </p:attrNameLst>
                                      </p:cBhvr>
                                      <p:tavLst>
                                        <p:tav tm="0">
                                          <p:val>
                                            <p:strVal val="ppt_x"/>
                                          </p:val>
                                        </p:tav>
                                        <p:tav tm="100000">
                                          <p:val>
                                            <p:strVal val="ppt_x"/>
                                          </p:val>
                                        </p:tav>
                                      </p:tavLst>
                                    </p:anim>
                                    <p:anim calcmode="lin" valueType="num">
                                      <p:cBhvr>
                                        <p:cTn id="87" dur="1000"/>
                                        <p:tgtEl>
                                          <p:spTgt spid="27"/>
                                        </p:tgtEl>
                                        <p:attrNameLst>
                                          <p:attrName>ppt_y</p:attrName>
                                        </p:attrNameLst>
                                      </p:cBhvr>
                                      <p:tavLst>
                                        <p:tav tm="0">
                                          <p:val>
                                            <p:strVal val="ppt_y"/>
                                          </p:val>
                                        </p:tav>
                                        <p:tav tm="100000">
                                          <p:val>
                                            <p:strVal val="ppt_y+.1"/>
                                          </p:val>
                                        </p:tav>
                                      </p:tavLst>
                                    </p:anim>
                                    <p:set>
                                      <p:cBhvr>
                                        <p:cTn id="88" dur="1" fill="hold">
                                          <p:stCondLst>
                                            <p:cond delay="999"/>
                                          </p:stCondLst>
                                        </p:cTn>
                                        <p:tgtEl>
                                          <p:spTgt spid="27"/>
                                        </p:tgtEl>
                                        <p:attrNameLst>
                                          <p:attrName>style.visibility</p:attrName>
                                        </p:attrNameLst>
                                      </p:cBhvr>
                                      <p:to>
                                        <p:strVal val="hidden"/>
                                      </p:to>
                                    </p:set>
                                  </p:childTnLst>
                                </p:cTn>
                              </p:par>
                              <p:par>
                                <p:cTn id="89" presetID="2" presetClass="entr" presetSubtype="4" fill="hold" grpId="0" nodeType="withEffect">
                                  <p:stCondLst>
                                    <p:cond delay="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ppt_x</p:attrName>
                                        </p:attrNameLst>
                                      </p:cBhvr>
                                      <p:tavLst>
                                        <p:tav tm="0">
                                          <p:val>
                                            <p:strVal val="#ppt_x"/>
                                          </p:val>
                                        </p:tav>
                                        <p:tav tm="100000">
                                          <p:val>
                                            <p:strVal val="#ppt_x"/>
                                          </p:val>
                                        </p:tav>
                                      </p:tavLst>
                                    </p:anim>
                                    <p:anim calcmode="lin" valueType="num">
                                      <p:cBhvr additive="base">
                                        <p:cTn id="92"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93" fill="hold" nodeType="clickPar">
                      <p:stCondLst>
                        <p:cond delay="indefinite"/>
                      </p:stCondLst>
                      <p:childTnLst>
                        <p:par>
                          <p:cTn id="94" fill="hold" nodeType="withGroup">
                            <p:stCondLst>
                              <p:cond delay="0"/>
                            </p:stCondLst>
                            <p:childTnLst>
                              <p:par>
                                <p:cTn id="95" presetID="2" presetClass="exit" presetSubtype="4" fill="hold" grpId="1" nodeType="clickEffect">
                                  <p:stCondLst>
                                    <p:cond delay="0"/>
                                  </p:stCondLst>
                                  <p:childTnLst>
                                    <p:anim calcmode="lin" valueType="num">
                                      <p:cBhvr additive="base">
                                        <p:cTn id="96" dur="500"/>
                                        <p:tgtEl>
                                          <p:spTgt spid="28"/>
                                        </p:tgtEl>
                                        <p:attrNameLst>
                                          <p:attrName>ppt_x</p:attrName>
                                        </p:attrNameLst>
                                      </p:cBhvr>
                                      <p:tavLst>
                                        <p:tav tm="0">
                                          <p:val>
                                            <p:strVal val="ppt_x"/>
                                          </p:val>
                                        </p:tav>
                                        <p:tav tm="100000">
                                          <p:val>
                                            <p:strVal val="ppt_x"/>
                                          </p:val>
                                        </p:tav>
                                      </p:tavLst>
                                    </p:anim>
                                    <p:anim calcmode="lin" valueType="num">
                                      <p:cBhvr additive="base">
                                        <p:cTn id="97" dur="500"/>
                                        <p:tgtEl>
                                          <p:spTgt spid="28"/>
                                        </p:tgtEl>
                                        <p:attrNameLst>
                                          <p:attrName>ppt_y</p:attrName>
                                        </p:attrNameLst>
                                      </p:cBhvr>
                                      <p:tavLst>
                                        <p:tav tm="0">
                                          <p:val>
                                            <p:strVal val="ppt_y"/>
                                          </p:val>
                                        </p:tav>
                                        <p:tav tm="100000">
                                          <p:val>
                                            <p:strVal val="1+ppt_h/2"/>
                                          </p:val>
                                        </p:tav>
                                      </p:tavLst>
                                    </p:anim>
                                    <p:set>
                                      <p:cBhvr>
                                        <p:cTn id="98" dur="1" fill="hold">
                                          <p:stCondLst>
                                            <p:cond delay="499"/>
                                          </p:stCondLst>
                                        </p:cTn>
                                        <p:tgtEl>
                                          <p:spTgt spid="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a:xfrm>
            <a:off x="107950" y="44450"/>
            <a:ext cx="7343775" cy="792163"/>
          </a:xfrm>
        </p:spPr>
        <p:txBody>
          <a:bodyPr/>
          <a:lstStyle/>
          <a:p>
            <a:pPr eaLnBrk="1" hangingPunct="1"/>
            <a:r>
              <a:rPr lang="en-US" altLang="zh-CN" smtClean="0"/>
              <a:t>1.3.2 </a:t>
            </a:r>
            <a:r>
              <a:rPr lang="zh-CN" altLang="en-US" smtClean="0"/>
              <a:t>现场总线系统的体系结构</a:t>
            </a:r>
          </a:p>
        </p:txBody>
      </p:sp>
      <p:pic>
        <p:nvPicPr>
          <p:cNvPr id="32771" name="Picture 3" descr="HS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1052513"/>
            <a:ext cx="7993062" cy="468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圆角矩形标注 4"/>
          <p:cNvSpPr/>
          <p:nvPr/>
        </p:nvSpPr>
        <p:spPr>
          <a:xfrm>
            <a:off x="420688" y="5780088"/>
            <a:ext cx="7967662" cy="863600"/>
          </a:xfrm>
          <a:prstGeom prst="wedgeRoundRectCallout">
            <a:avLst>
              <a:gd name="adj1" fmla="val -19526"/>
              <a:gd name="adj2" fmla="val 49104"/>
              <a:gd name="adj3" fmla="val 16667"/>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chemeClr val="tx2"/>
                </a:solidFill>
                <a:latin typeface="楷体_GB2312" panose="02010609030101010101" pitchFamily="49" charset="-122"/>
                <a:ea typeface="楷体_GB2312" panose="02010609030101010101" pitchFamily="49" charset="-122"/>
              </a:rPr>
              <a:t>基金会现场总线高速以太网体系结构</a:t>
            </a:r>
            <a:endParaRPr lang="zh-CN" altLang="en-US" sz="2400" dirty="0">
              <a:latin typeface="楷体_GB2312" panose="02010609030101010101" pitchFamily="49" charset="-122"/>
              <a:ea typeface="楷体_GB2312" panose="02010609030101010101" pitchFamily="49" charset="-122"/>
            </a:endParaRPr>
          </a:p>
        </p:txBody>
      </p:sp>
      <p:sp>
        <p:nvSpPr>
          <p:cNvPr id="10" name="Rectangle 9"/>
          <p:cNvSpPr>
            <a:spLocks noChangeArrowheads="1"/>
          </p:cNvSpPr>
          <p:nvPr/>
        </p:nvSpPr>
        <p:spPr bwMode="auto">
          <a:xfrm>
            <a:off x="1470025" y="1095375"/>
            <a:ext cx="15700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FontTx/>
              <a:buNone/>
            </a:pPr>
            <a:r>
              <a:rPr lang="zh-CN" altLang="en-US" sz="2400" b="1">
                <a:solidFill>
                  <a:srgbClr val="6600FF"/>
                </a:solidFill>
                <a:latin typeface="楷体_GB2312" pitchFamily="49" charset="-122"/>
              </a:rPr>
              <a:t>主机系统 </a:t>
            </a:r>
          </a:p>
        </p:txBody>
      </p:sp>
      <p:sp>
        <p:nvSpPr>
          <p:cNvPr id="12" name="Rectangle 7"/>
          <p:cNvSpPr>
            <a:spLocks noChangeArrowheads="1"/>
          </p:cNvSpPr>
          <p:nvPr/>
        </p:nvSpPr>
        <p:spPr bwMode="auto">
          <a:xfrm>
            <a:off x="1025525" y="4605338"/>
            <a:ext cx="17240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FontTx/>
              <a:buNone/>
            </a:pPr>
            <a:r>
              <a:rPr lang="en-US" altLang="zh-CN" sz="2400" b="1">
                <a:solidFill>
                  <a:srgbClr val="6600FF"/>
                </a:solidFill>
                <a:latin typeface="楷体_GB2312" pitchFamily="49" charset="-122"/>
              </a:rPr>
              <a:t>31.25kbps </a:t>
            </a:r>
          </a:p>
        </p:txBody>
      </p:sp>
      <p:sp>
        <p:nvSpPr>
          <p:cNvPr id="13" name="Rectangle 8"/>
          <p:cNvSpPr>
            <a:spLocks noChangeArrowheads="1"/>
          </p:cNvSpPr>
          <p:nvPr/>
        </p:nvSpPr>
        <p:spPr bwMode="auto">
          <a:xfrm>
            <a:off x="6516688" y="1589088"/>
            <a:ext cx="141605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FontTx/>
              <a:buNone/>
            </a:pPr>
            <a:r>
              <a:rPr lang="en-US" altLang="zh-CN" sz="2400" b="1">
                <a:solidFill>
                  <a:srgbClr val="6600FF"/>
                </a:solidFill>
                <a:latin typeface="楷体_GB2312" pitchFamily="49" charset="-122"/>
              </a:rPr>
              <a:t>100Mbps </a:t>
            </a:r>
          </a:p>
        </p:txBody>
      </p:sp>
      <p:sp>
        <p:nvSpPr>
          <p:cNvPr id="14" name="Rectangle 10"/>
          <p:cNvSpPr>
            <a:spLocks noChangeArrowheads="1"/>
          </p:cNvSpPr>
          <p:nvPr/>
        </p:nvSpPr>
        <p:spPr bwMode="auto">
          <a:xfrm>
            <a:off x="3402013" y="1006475"/>
            <a:ext cx="21844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FontTx/>
              <a:buNone/>
            </a:pPr>
            <a:r>
              <a:rPr lang="zh-CN" altLang="en-US" sz="2400" b="1">
                <a:solidFill>
                  <a:srgbClr val="6600FF"/>
                </a:solidFill>
                <a:latin typeface="楷体_GB2312" pitchFamily="49" charset="-122"/>
              </a:rPr>
              <a:t>以太网交换机 </a:t>
            </a:r>
          </a:p>
        </p:txBody>
      </p:sp>
      <p:sp>
        <p:nvSpPr>
          <p:cNvPr id="15" name="Rectangle 11"/>
          <p:cNvSpPr>
            <a:spLocks noChangeArrowheads="1"/>
          </p:cNvSpPr>
          <p:nvPr/>
        </p:nvSpPr>
        <p:spPr bwMode="auto">
          <a:xfrm>
            <a:off x="6516688" y="1006475"/>
            <a:ext cx="1878012"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FontTx/>
              <a:buNone/>
            </a:pPr>
            <a:r>
              <a:rPr lang="zh-CN" altLang="en-US" sz="2400" b="1">
                <a:solidFill>
                  <a:srgbClr val="6600FF"/>
                </a:solidFill>
                <a:latin typeface="楷体_GB2312" pitchFamily="49" charset="-122"/>
              </a:rPr>
              <a:t>高速以太网</a:t>
            </a:r>
            <a:r>
              <a:rPr lang="zh-CN" altLang="en-US" sz="2400" b="1">
                <a:solidFill>
                  <a:schemeClr val="accent1"/>
                </a:solidFill>
                <a:latin typeface="楷体_GB2312" pitchFamily="49" charset="-122"/>
              </a:rPr>
              <a:t> </a:t>
            </a:r>
          </a:p>
        </p:txBody>
      </p:sp>
      <p:sp>
        <p:nvSpPr>
          <p:cNvPr id="16" name="Rectangle 12"/>
          <p:cNvSpPr>
            <a:spLocks noChangeArrowheads="1"/>
          </p:cNvSpPr>
          <p:nvPr/>
        </p:nvSpPr>
        <p:spPr bwMode="auto">
          <a:xfrm>
            <a:off x="1470025" y="1601788"/>
            <a:ext cx="174625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FontTx/>
              <a:buNone/>
            </a:pPr>
            <a:r>
              <a:rPr lang="zh-CN" altLang="en-US" sz="2400" b="1">
                <a:solidFill>
                  <a:srgbClr val="6600FF"/>
                </a:solidFill>
                <a:latin typeface="楷体_GB2312" pitchFamily="49" charset="-122"/>
              </a:rPr>
              <a:t>组态、监控 </a:t>
            </a:r>
          </a:p>
        </p:txBody>
      </p:sp>
      <p:sp>
        <p:nvSpPr>
          <p:cNvPr id="17" name="Rectangle 13"/>
          <p:cNvSpPr>
            <a:spLocks noChangeArrowheads="1"/>
          </p:cNvSpPr>
          <p:nvPr/>
        </p:nvSpPr>
        <p:spPr bwMode="auto">
          <a:xfrm>
            <a:off x="3709988" y="2781300"/>
            <a:ext cx="1568450"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FontTx/>
              <a:buNone/>
            </a:pPr>
            <a:r>
              <a:rPr lang="zh-CN" altLang="en-US" sz="2400" b="1">
                <a:solidFill>
                  <a:srgbClr val="6600FF"/>
                </a:solidFill>
                <a:latin typeface="楷体_GB2312" pitchFamily="49" charset="-122"/>
              </a:rPr>
              <a:t>现场信息 </a:t>
            </a:r>
          </a:p>
          <a:p>
            <a:pPr eaLnBrk="1" hangingPunct="1">
              <a:spcBef>
                <a:spcPct val="0"/>
              </a:spcBef>
              <a:buFontTx/>
              <a:buNone/>
            </a:pPr>
            <a:r>
              <a:rPr lang="zh-CN" altLang="en-US" sz="2400" b="1">
                <a:solidFill>
                  <a:srgbClr val="6600FF"/>
                </a:solidFill>
                <a:latin typeface="楷体_GB2312" pitchFamily="49" charset="-122"/>
              </a:rPr>
              <a:t>控制信息</a:t>
            </a:r>
          </a:p>
        </p:txBody>
      </p:sp>
      <p:sp>
        <p:nvSpPr>
          <p:cNvPr id="18" name="Line 14"/>
          <p:cNvSpPr>
            <a:spLocks noChangeShapeType="1"/>
          </p:cNvSpPr>
          <p:nvPr/>
        </p:nvSpPr>
        <p:spPr bwMode="auto">
          <a:xfrm flipH="1" flipV="1">
            <a:off x="4494213" y="2205038"/>
            <a:ext cx="725487" cy="792162"/>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15"/>
          <p:cNvSpPr>
            <a:spLocks noChangeShapeType="1"/>
          </p:cNvSpPr>
          <p:nvPr/>
        </p:nvSpPr>
        <p:spPr bwMode="auto">
          <a:xfrm>
            <a:off x="4349750" y="2276475"/>
            <a:ext cx="654050" cy="720725"/>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圆角矩形标注 19"/>
          <p:cNvSpPr/>
          <p:nvPr/>
        </p:nvSpPr>
        <p:spPr>
          <a:xfrm>
            <a:off x="6227763" y="2938463"/>
            <a:ext cx="2808287" cy="1066800"/>
          </a:xfrm>
          <a:prstGeom prst="wedgeRoundRectCallout">
            <a:avLst>
              <a:gd name="adj1" fmla="val -83203"/>
              <a:gd name="adj2" fmla="val -26987"/>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r>
              <a:rPr lang="zh-CN" altLang="en-US" b="1" dirty="0">
                <a:solidFill>
                  <a:srgbClr val="6600FF"/>
                </a:solidFill>
                <a:latin typeface="楷体_GB2312" panose="02010609030101010101" pitchFamily="49" charset="-122"/>
                <a:ea typeface="楷体_GB2312" panose="02010609030101010101" pitchFamily="49" charset="-122"/>
              </a:rPr>
              <a:t>链接设备：核心网桥（</a:t>
            </a:r>
            <a:r>
              <a:rPr lang="en-US" altLang="zh-CN" b="1" dirty="0">
                <a:solidFill>
                  <a:srgbClr val="6600FF"/>
                </a:solidFill>
                <a:latin typeface="楷体_GB2312" panose="02010609030101010101" pitchFamily="49" charset="-122"/>
                <a:ea typeface="楷体_GB2312" panose="02010609030101010101" pitchFamily="49" charset="-122"/>
              </a:rPr>
              <a:t>H1</a:t>
            </a:r>
            <a:r>
              <a:rPr lang="zh-CN" altLang="en-US" b="1" dirty="0">
                <a:solidFill>
                  <a:srgbClr val="6600FF"/>
                </a:solidFill>
                <a:latin typeface="楷体_GB2312" panose="02010609030101010101" pitchFamily="49" charset="-122"/>
                <a:ea typeface="楷体_GB2312" panose="02010609030101010101" pitchFamily="49" charset="-122"/>
              </a:rPr>
              <a:t>通信、时间发布、链路调度器）；网关（</a:t>
            </a:r>
            <a:r>
              <a:rPr lang="en-US" altLang="zh-CN" b="1" dirty="0">
                <a:solidFill>
                  <a:srgbClr val="6600FF"/>
                </a:solidFill>
                <a:latin typeface="楷体_GB2312" panose="02010609030101010101" pitchFamily="49" charset="-122"/>
                <a:ea typeface="楷体_GB2312" panose="02010609030101010101" pitchFamily="49" charset="-122"/>
              </a:rPr>
              <a:t>H1</a:t>
            </a:r>
            <a:r>
              <a:rPr lang="zh-CN" altLang="en-US" b="1" dirty="0">
                <a:solidFill>
                  <a:srgbClr val="6600FF"/>
                </a:solidFill>
                <a:latin typeface="楷体_GB2312" panose="02010609030101010101" pitchFamily="49" charset="-122"/>
                <a:ea typeface="楷体_GB2312" panose="02010609030101010101" pitchFamily="49" charset="-122"/>
              </a:rPr>
              <a:t>与</a:t>
            </a:r>
            <a:r>
              <a:rPr lang="en-US" altLang="zh-CN" b="1" dirty="0">
                <a:solidFill>
                  <a:srgbClr val="6600FF"/>
                </a:solidFill>
                <a:latin typeface="楷体_GB2312" panose="02010609030101010101" pitchFamily="49" charset="-122"/>
                <a:ea typeface="楷体_GB2312" panose="02010609030101010101" pitchFamily="49" charset="-122"/>
              </a:rPr>
              <a:t>HSE</a:t>
            </a:r>
            <a:r>
              <a:rPr lang="zh-CN" altLang="en-US" b="1" dirty="0">
                <a:solidFill>
                  <a:srgbClr val="6600FF"/>
                </a:solidFill>
                <a:latin typeface="楷体_GB2312" panose="02010609030101010101" pitchFamily="49" charset="-122"/>
                <a:ea typeface="楷体_GB2312" panose="02010609030101010101" pitchFamily="49" charset="-122"/>
              </a:rPr>
              <a:t>通信）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500" fill="hold"/>
                                        <p:tgtEl>
                                          <p:spTgt spid="15"/>
                                        </p:tgtEl>
                                        <p:attrNameLst>
                                          <p:attrName>ppt_x</p:attrName>
                                        </p:attrNameLst>
                                      </p:cBhvr>
                                      <p:tavLst>
                                        <p:tav tm="0">
                                          <p:val>
                                            <p:strVal val="#ppt_x"/>
                                          </p:val>
                                        </p:tav>
                                        <p:tav tm="100000">
                                          <p:val>
                                            <p:strVal val="#ppt_x"/>
                                          </p:val>
                                        </p:tav>
                                      </p:tavLst>
                                    </p:anim>
                                    <p:anim calcmode="lin" valueType="num">
                                      <p:cBhvr additive="base">
                                        <p:cTn id="1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 calcmode="lin" valueType="num">
                                      <p:cBhvr additive="base">
                                        <p:cTn id="33" dur="500" fill="hold"/>
                                        <p:tgtEl>
                                          <p:spTgt spid="14"/>
                                        </p:tgtEl>
                                        <p:attrNameLst>
                                          <p:attrName>ppt_x</p:attrName>
                                        </p:attrNameLst>
                                      </p:cBhvr>
                                      <p:tavLst>
                                        <p:tav tm="0">
                                          <p:val>
                                            <p:strVal val="#ppt_x"/>
                                          </p:val>
                                        </p:tav>
                                        <p:tav tm="100000">
                                          <p:val>
                                            <p:strVal val="#ppt_x"/>
                                          </p:val>
                                        </p:tav>
                                      </p:tavLst>
                                    </p:anim>
                                    <p:anim calcmode="lin" valueType="num">
                                      <p:cBhvr additive="base">
                                        <p:cTn id="3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500" fill="hold"/>
                                        <p:tgtEl>
                                          <p:spTgt spid="20"/>
                                        </p:tgtEl>
                                        <p:attrNameLst>
                                          <p:attrName>ppt_x</p:attrName>
                                        </p:attrNameLst>
                                      </p:cBhvr>
                                      <p:tavLst>
                                        <p:tav tm="0">
                                          <p:val>
                                            <p:strVal val="#ppt_x"/>
                                          </p:val>
                                        </p:tav>
                                        <p:tav tm="100000">
                                          <p:val>
                                            <p:strVal val="#ppt_x"/>
                                          </p:val>
                                        </p:tav>
                                      </p:tavLst>
                                    </p:anim>
                                    <p:anim calcmode="lin" valueType="num">
                                      <p:cBhvr additive="base">
                                        <p:cTn id="4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anim calcmode="lin" valueType="num">
                                      <p:cBhvr additive="base">
                                        <p:cTn id="45" dur="500" fill="hold"/>
                                        <p:tgtEl>
                                          <p:spTgt spid="17"/>
                                        </p:tgtEl>
                                        <p:attrNameLst>
                                          <p:attrName>ppt_x</p:attrName>
                                        </p:attrNameLst>
                                      </p:cBhvr>
                                      <p:tavLst>
                                        <p:tav tm="0">
                                          <p:val>
                                            <p:strVal val="#ppt_x"/>
                                          </p:val>
                                        </p:tav>
                                        <p:tav tm="100000">
                                          <p:val>
                                            <p:strVal val="#ppt_x"/>
                                          </p:val>
                                        </p:tav>
                                      </p:tavLst>
                                    </p:anim>
                                    <p:anim calcmode="lin" valueType="num">
                                      <p:cBhvr additive="base">
                                        <p:cTn id="46" dur="500" fill="hold"/>
                                        <p:tgtEl>
                                          <p:spTgt spid="17"/>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 calcmode="lin" valueType="num">
                                      <p:cBhvr additive="base">
                                        <p:cTn id="49" dur="500" fill="hold"/>
                                        <p:tgtEl>
                                          <p:spTgt spid="19"/>
                                        </p:tgtEl>
                                        <p:attrNameLst>
                                          <p:attrName>ppt_x</p:attrName>
                                        </p:attrNameLst>
                                      </p:cBhvr>
                                      <p:tavLst>
                                        <p:tav tm="0">
                                          <p:val>
                                            <p:strVal val="#ppt_x"/>
                                          </p:val>
                                        </p:tav>
                                        <p:tav tm="100000">
                                          <p:val>
                                            <p:strVal val="#ppt_x"/>
                                          </p:val>
                                        </p:tav>
                                      </p:tavLst>
                                    </p:anim>
                                    <p:anim calcmode="lin" valueType="num">
                                      <p:cBhvr additive="base">
                                        <p:cTn id="50" dur="500" fill="hold"/>
                                        <p:tgtEl>
                                          <p:spTgt spid="19"/>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 calcmode="lin" valueType="num">
                                      <p:cBhvr additive="base">
                                        <p:cTn id="53" dur="500" fill="hold"/>
                                        <p:tgtEl>
                                          <p:spTgt spid="18"/>
                                        </p:tgtEl>
                                        <p:attrNameLst>
                                          <p:attrName>ppt_x</p:attrName>
                                        </p:attrNameLst>
                                      </p:cBhvr>
                                      <p:tavLst>
                                        <p:tav tm="0">
                                          <p:val>
                                            <p:strVal val="#ppt_x"/>
                                          </p:val>
                                        </p:tav>
                                        <p:tav tm="100000">
                                          <p:val>
                                            <p:strVal val="#ppt_x"/>
                                          </p:val>
                                        </p:tav>
                                      </p:tavLst>
                                    </p:anim>
                                    <p:anim calcmode="lin" valueType="num">
                                      <p:cBhvr additive="base">
                                        <p:cTn id="5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3" grpId="0"/>
      <p:bldP spid="14" grpId="0"/>
      <p:bldP spid="15" grpId="0"/>
      <p:bldP spid="16" grpId="0"/>
      <p:bldP spid="17" grpId="0"/>
      <p:bldP spid="18" grpId="0" animBg="1"/>
      <p:bldP spid="19" grpId="0" animBg="1"/>
      <p:bldP spid="2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a:xfrm>
            <a:off x="107950" y="44450"/>
            <a:ext cx="7343775" cy="792163"/>
          </a:xfrm>
        </p:spPr>
        <p:txBody>
          <a:bodyPr/>
          <a:lstStyle/>
          <a:p>
            <a:pPr eaLnBrk="1" hangingPunct="1"/>
            <a:r>
              <a:rPr lang="en-US" altLang="zh-CN" smtClean="0"/>
              <a:t>1.3.2 </a:t>
            </a:r>
            <a:r>
              <a:rPr lang="zh-CN" altLang="en-US" smtClean="0"/>
              <a:t>现场总线系统的体系结构</a:t>
            </a:r>
          </a:p>
        </p:txBody>
      </p:sp>
      <p:sp>
        <p:nvSpPr>
          <p:cNvPr id="3" name="内容占位符 2"/>
          <p:cNvSpPr>
            <a:spLocks noGrp="1"/>
          </p:cNvSpPr>
          <p:nvPr>
            <p:ph idx="1"/>
          </p:nvPr>
        </p:nvSpPr>
        <p:spPr>
          <a:xfrm>
            <a:off x="107950" y="981075"/>
            <a:ext cx="8785225" cy="5256213"/>
          </a:xfrm>
        </p:spPr>
        <p:txBody>
          <a:bodyPr/>
          <a:lstStyle/>
          <a:p>
            <a:pPr marL="57150" indent="0" algn="just" eaLnBrk="1" hangingPunct="1">
              <a:lnSpc>
                <a:spcPct val="120000"/>
              </a:lnSpc>
              <a:buClr>
                <a:schemeClr val="tx1"/>
              </a:buClr>
              <a:buSzPct val="80000"/>
              <a:buFont typeface="Arial" charset="0"/>
              <a:buNone/>
              <a:defRPr/>
            </a:pPr>
            <a:r>
              <a:rPr kumimoji="1" lang="zh-CN" altLang="en-US" dirty="0" smtClean="0">
                <a:effectLst>
                  <a:outerShdw blurRad="38100" dist="38100" dir="2700000" algn="tl">
                    <a:srgbClr val="C0C0C0"/>
                  </a:outerShdw>
                </a:effectLst>
                <a:latin typeface="Times New Roman" pitchFamily="18" charset="0"/>
              </a:rPr>
              <a:t>在</a:t>
            </a:r>
            <a:r>
              <a:rPr kumimoji="1" lang="zh-CN" altLang="en-US" dirty="0">
                <a:effectLst>
                  <a:outerShdw blurRad="38100" dist="38100" dir="2700000" algn="tl">
                    <a:srgbClr val="C0C0C0"/>
                  </a:outerShdw>
                </a:effectLst>
                <a:latin typeface="Times New Roman" pitchFamily="18" charset="0"/>
              </a:rPr>
              <a:t>现场总线控制系统中，</a:t>
            </a:r>
            <a:r>
              <a:rPr kumimoji="1" lang="zh-CN" altLang="en-US" dirty="0">
                <a:solidFill>
                  <a:srgbClr val="C00000"/>
                </a:solidFill>
                <a:effectLst>
                  <a:outerShdw blurRad="38100" dist="38100" dir="2700000" algn="tl">
                    <a:srgbClr val="C0C0C0"/>
                  </a:outerShdw>
                </a:effectLst>
                <a:latin typeface="Times New Roman" pitchFamily="18" charset="0"/>
              </a:rPr>
              <a:t>总线设备</a:t>
            </a:r>
            <a:r>
              <a:rPr kumimoji="1" lang="zh-CN" altLang="en-US" dirty="0">
                <a:effectLst>
                  <a:outerShdw blurRad="38100" dist="38100" dir="2700000" algn="tl">
                    <a:srgbClr val="C0C0C0"/>
                  </a:outerShdw>
                </a:effectLst>
                <a:latin typeface="Times New Roman" pitchFamily="18" charset="0"/>
              </a:rPr>
              <a:t>主要分为</a:t>
            </a:r>
            <a:r>
              <a:rPr kumimoji="1" lang="en-US" altLang="zh-CN" dirty="0">
                <a:solidFill>
                  <a:srgbClr val="C00000"/>
                </a:solidFill>
                <a:effectLst>
                  <a:outerShdw blurRad="38100" dist="38100" dir="2700000" algn="tl">
                    <a:srgbClr val="C0C0C0"/>
                  </a:outerShdw>
                </a:effectLst>
                <a:latin typeface="Times New Roman" pitchFamily="18" charset="0"/>
              </a:rPr>
              <a:t>6</a:t>
            </a:r>
            <a:r>
              <a:rPr kumimoji="1" lang="zh-CN" altLang="en-US" dirty="0" smtClean="0">
                <a:solidFill>
                  <a:srgbClr val="C00000"/>
                </a:solidFill>
                <a:effectLst>
                  <a:outerShdw blurRad="38100" dist="38100" dir="2700000" algn="tl">
                    <a:srgbClr val="C0C0C0"/>
                  </a:outerShdw>
                </a:effectLst>
                <a:latin typeface="Times New Roman" pitchFamily="18" charset="0"/>
              </a:rPr>
              <a:t>类</a:t>
            </a:r>
            <a:r>
              <a:rPr kumimoji="1" lang="zh-CN" altLang="en-US" dirty="0" smtClean="0">
                <a:effectLst>
                  <a:outerShdw blurRad="38100" dist="38100" dir="2700000" algn="tl">
                    <a:srgbClr val="C0C0C0"/>
                  </a:outerShdw>
                </a:effectLst>
                <a:latin typeface="Times New Roman" pitchFamily="18" charset="0"/>
              </a:rPr>
              <a:t> </a:t>
            </a:r>
            <a:endParaRPr lang="zh-CN" altLang="en-US" dirty="0" smtClean="0"/>
          </a:p>
          <a:p>
            <a:pPr eaLnBrk="1" hangingPunct="1">
              <a:buClr>
                <a:schemeClr val="tx1"/>
              </a:buClr>
              <a:buFont typeface="Wingdings" panose="05000000000000000000" pitchFamily="2" charset="2"/>
              <a:buChar char="ü"/>
              <a:defRPr/>
            </a:pPr>
            <a:r>
              <a:rPr lang="zh-CN" altLang="en-US" dirty="0">
                <a:latin typeface="Times New Roman" pitchFamily="18" charset="0"/>
              </a:rPr>
              <a:t>变送器／</a:t>
            </a:r>
            <a:r>
              <a:rPr lang="zh-CN" altLang="en-US" dirty="0" smtClean="0">
                <a:latin typeface="Times New Roman" pitchFamily="18" charset="0"/>
              </a:rPr>
              <a:t>传感器</a:t>
            </a:r>
            <a:endParaRPr lang="zh-CN" altLang="en-US" dirty="0">
              <a:latin typeface="Times New Roman" pitchFamily="18" charset="0"/>
            </a:endParaRPr>
          </a:p>
          <a:p>
            <a:pPr eaLnBrk="1" hangingPunct="1">
              <a:buClr>
                <a:schemeClr val="tx1"/>
              </a:buClr>
              <a:buFont typeface="Wingdings" panose="05000000000000000000" pitchFamily="2" charset="2"/>
              <a:buChar char="ü"/>
              <a:defRPr/>
            </a:pPr>
            <a:r>
              <a:rPr lang="zh-CN" altLang="en-US" dirty="0" smtClean="0">
                <a:latin typeface="Times New Roman" pitchFamily="18" charset="0"/>
              </a:rPr>
              <a:t>执行器</a:t>
            </a:r>
            <a:endParaRPr lang="zh-CN" altLang="en-US" dirty="0">
              <a:latin typeface="Times New Roman" pitchFamily="18" charset="0"/>
            </a:endParaRPr>
          </a:p>
          <a:p>
            <a:pPr eaLnBrk="1" hangingPunct="1">
              <a:buClr>
                <a:schemeClr val="tx1"/>
              </a:buClr>
              <a:buFont typeface="Wingdings" panose="05000000000000000000" pitchFamily="2" charset="2"/>
              <a:buChar char="ü"/>
              <a:defRPr/>
            </a:pPr>
            <a:r>
              <a:rPr lang="zh-CN" altLang="en-US" dirty="0" smtClean="0">
                <a:latin typeface="Times New Roman" pitchFamily="18" charset="0"/>
              </a:rPr>
              <a:t>控制器</a:t>
            </a:r>
            <a:endParaRPr lang="zh-CN" altLang="en-US" dirty="0">
              <a:latin typeface="Times New Roman" pitchFamily="18" charset="0"/>
            </a:endParaRPr>
          </a:p>
          <a:p>
            <a:pPr eaLnBrk="1" hangingPunct="1">
              <a:buClr>
                <a:schemeClr val="tx1"/>
              </a:buClr>
              <a:buFont typeface="Wingdings" panose="05000000000000000000" pitchFamily="2" charset="2"/>
              <a:buChar char="ü"/>
              <a:defRPr/>
            </a:pPr>
            <a:r>
              <a:rPr lang="zh-CN" altLang="en-US" dirty="0">
                <a:latin typeface="Times New Roman" pitchFamily="18" charset="0"/>
              </a:rPr>
              <a:t>监控／监视</a:t>
            </a:r>
            <a:r>
              <a:rPr lang="zh-CN" altLang="en-US" dirty="0" smtClean="0">
                <a:latin typeface="Times New Roman" pitchFamily="18" charset="0"/>
              </a:rPr>
              <a:t>计算机</a:t>
            </a:r>
            <a:endParaRPr lang="en-US" altLang="zh-CN" dirty="0" smtClean="0">
              <a:latin typeface="Times New Roman" pitchFamily="18" charset="0"/>
            </a:endParaRPr>
          </a:p>
          <a:p>
            <a:pPr eaLnBrk="1" hangingPunct="1">
              <a:buClr>
                <a:schemeClr val="tx1"/>
              </a:buClr>
              <a:buFont typeface="Wingdings" panose="05000000000000000000" pitchFamily="2" charset="2"/>
              <a:buChar char="ü"/>
              <a:defRPr/>
            </a:pPr>
            <a:r>
              <a:rPr lang="zh-CN" altLang="en-US" dirty="0">
                <a:latin typeface="Times New Roman" pitchFamily="18" charset="0"/>
              </a:rPr>
              <a:t>网桥／网关</a:t>
            </a:r>
            <a:r>
              <a:rPr lang="en-US" altLang="zh-CN" dirty="0">
                <a:latin typeface="Times New Roman" pitchFamily="18" charset="0"/>
              </a:rPr>
              <a:t>/</a:t>
            </a:r>
            <a:r>
              <a:rPr lang="zh-CN" altLang="en-US" dirty="0">
                <a:latin typeface="Times New Roman" pitchFamily="18" charset="0"/>
              </a:rPr>
              <a:t>中继器</a:t>
            </a:r>
            <a:r>
              <a:rPr lang="en-US" altLang="zh-CN" dirty="0">
                <a:latin typeface="Times New Roman" pitchFamily="18" charset="0"/>
              </a:rPr>
              <a:t>/</a:t>
            </a:r>
            <a:r>
              <a:rPr lang="zh-CN" altLang="en-US" dirty="0">
                <a:latin typeface="Times New Roman" pitchFamily="18" charset="0"/>
              </a:rPr>
              <a:t>集线器</a:t>
            </a:r>
            <a:r>
              <a:rPr lang="en-US" altLang="zh-CN" dirty="0">
                <a:latin typeface="Times New Roman" pitchFamily="18" charset="0"/>
              </a:rPr>
              <a:t>/</a:t>
            </a:r>
            <a:r>
              <a:rPr lang="zh-CN" altLang="en-US" dirty="0">
                <a:latin typeface="Times New Roman" pitchFamily="18" charset="0"/>
              </a:rPr>
              <a:t>交换机</a:t>
            </a:r>
            <a:r>
              <a:rPr lang="en-US" altLang="zh-CN" dirty="0">
                <a:latin typeface="Times New Roman" pitchFamily="18" charset="0"/>
              </a:rPr>
              <a:t>/</a:t>
            </a:r>
            <a:r>
              <a:rPr lang="zh-CN" altLang="en-US" dirty="0" smtClean="0">
                <a:latin typeface="Times New Roman" pitchFamily="18" charset="0"/>
              </a:rPr>
              <a:t>路由器（实现现场控制层、制造执行层及资源规划层之间的连接与信息传输）</a:t>
            </a:r>
            <a:endParaRPr lang="zh-CN" altLang="en-US" dirty="0">
              <a:latin typeface="Times New Roman" pitchFamily="18" charset="0"/>
            </a:endParaRPr>
          </a:p>
          <a:p>
            <a:pPr eaLnBrk="1" hangingPunct="1">
              <a:buClr>
                <a:schemeClr val="tx1"/>
              </a:buClr>
              <a:buFont typeface="Wingdings" panose="05000000000000000000" pitchFamily="2" charset="2"/>
              <a:buChar char="ü"/>
              <a:defRPr/>
            </a:pPr>
            <a:r>
              <a:rPr lang="zh-CN" altLang="en-US" dirty="0">
                <a:latin typeface="Times New Roman" pitchFamily="18" charset="0"/>
              </a:rPr>
              <a:t>其他现场总线</a:t>
            </a:r>
            <a:r>
              <a:rPr lang="zh-CN" altLang="en-US" dirty="0" smtClean="0">
                <a:latin typeface="Times New Roman" pitchFamily="18" charset="0"/>
              </a:rPr>
              <a:t>设备（如总线电源、连接电缆、人机界面等）</a:t>
            </a:r>
            <a:endParaRPr lang="zh-CN" altLang="en-US" dirty="0">
              <a:latin typeface="Times New Roman" pitchFamily="18" charset="0"/>
            </a:endParaRPr>
          </a:p>
          <a:p>
            <a:pPr algn="just" eaLnBrk="1" hangingPunct="1">
              <a:buFont typeface="Wingdings" panose="05000000000000000000" pitchFamily="2" charset="2"/>
              <a:buChar char="ü"/>
              <a:defRPr/>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a:xfrm>
            <a:off x="107950" y="44450"/>
            <a:ext cx="7343775" cy="792163"/>
          </a:xfrm>
        </p:spPr>
        <p:txBody>
          <a:bodyPr/>
          <a:lstStyle/>
          <a:p>
            <a:pPr eaLnBrk="1" hangingPunct="1"/>
            <a:r>
              <a:rPr lang="zh-CN" altLang="en-US" smtClean="0"/>
              <a:t>第</a:t>
            </a:r>
            <a:r>
              <a:rPr lang="en-US" altLang="zh-CN" smtClean="0"/>
              <a:t>1</a:t>
            </a:r>
            <a:r>
              <a:rPr lang="zh-CN" altLang="en-US" smtClean="0"/>
              <a:t>章 概述</a:t>
            </a:r>
          </a:p>
        </p:txBody>
      </p:sp>
      <p:sp>
        <p:nvSpPr>
          <p:cNvPr id="3" name="内容占位符 2"/>
          <p:cNvSpPr>
            <a:spLocks noGrp="1"/>
          </p:cNvSpPr>
          <p:nvPr>
            <p:ph idx="1"/>
          </p:nvPr>
        </p:nvSpPr>
        <p:spPr>
          <a:xfrm>
            <a:off x="107950" y="981075"/>
            <a:ext cx="8928100" cy="5102225"/>
          </a:xfrm>
        </p:spPr>
        <p:txBody>
          <a:bodyPr/>
          <a:lstStyle/>
          <a:p>
            <a:pPr eaLnBrk="1" hangingPunct="1">
              <a:lnSpc>
                <a:spcPct val="150000"/>
              </a:lnSpc>
              <a:buFont typeface="Wingdings" panose="05000000000000000000" pitchFamily="2" charset="2"/>
              <a:buChar char="ü"/>
              <a:defRPr/>
            </a:pPr>
            <a:r>
              <a:rPr lang="en-US" altLang="zh-CN" sz="2800" dirty="0" smtClean="0"/>
              <a:t>1.1 </a:t>
            </a:r>
            <a:r>
              <a:rPr lang="zh-CN" altLang="en-US" sz="2800" dirty="0" smtClean="0"/>
              <a:t>工业控制网络</a:t>
            </a:r>
            <a:endParaRPr lang="en-US" altLang="zh-CN" sz="2800" dirty="0" smtClean="0"/>
          </a:p>
          <a:p>
            <a:pPr eaLnBrk="1" hangingPunct="1">
              <a:lnSpc>
                <a:spcPct val="150000"/>
              </a:lnSpc>
              <a:buFont typeface="Wingdings" panose="05000000000000000000" pitchFamily="2" charset="2"/>
              <a:buChar char="ü"/>
              <a:defRPr/>
            </a:pPr>
            <a:r>
              <a:rPr lang="en-US" altLang="zh-CN" sz="2800" dirty="0" smtClean="0"/>
              <a:t>1.2 </a:t>
            </a:r>
            <a:r>
              <a:rPr lang="zh-CN" altLang="en-US" sz="2800" dirty="0"/>
              <a:t>现场总线的概念</a:t>
            </a:r>
            <a:endParaRPr lang="en-US" altLang="zh-CN" sz="2800" dirty="0"/>
          </a:p>
          <a:p>
            <a:pPr eaLnBrk="1" hangingPunct="1">
              <a:lnSpc>
                <a:spcPct val="150000"/>
              </a:lnSpc>
              <a:buFont typeface="Wingdings" panose="05000000000000000000" pitchFamily="2" charset="2"/>
              <a:buChar char="ü"/>
              <a:defRPr/>
            </a:pPr>
            <a:r>
              <a:rPr lang="en-US" altLang="zh-CN" sz="2800" dirty="0" smtClean="0"/>
              <a:t>1.3 </a:t>
            </a:r>
            <a:r>
              <a:rPr lang="zh-CN" altLang="en-US" sz="2800" dirty="0" smtClean="0"/>
              <a:t>现场总线系统的组成与体系结构</a:t>
            </a:r>
            <a:endParaRPr lang="en-US" altLang="zh-CN" sz="2800" dirty="0" smtClean="0"/>
          </a:p>
          <a:p>
            <a:pPr eaLnBrk="1" hangingPunct="1">
              <a:lnSpc>
                <a:spcPct val="150000"/>
              </a:lnSpc>
              <a:buFont typeface="Wingdings" panose="05000000000000000000" pitchFamily="2" charset="2"/>
              <a:buChar char="ü"/>
              <a:defRPr/>
            </a:pPr>
            <a:r>
              <a:rPr lang="en-US" altLang="zh-CN" sz="2800" dirty="0" smtClean="0">
                <a:solidFill>
                  <a:srgbClr val="FF0000"/>
                </a:solidFill>
              </a:rPr>
              <a:t>1.4 </a:t>
            </a:r>
            <a:r>
              <a:rPr lang="zh-CN" altLang="en-US" sz="2800" dirty="0" smtClean="0">
                <a:solidFill>
                  <a:srgbClr val="FF0000"/>
                </a:solidFill>
              </a:rPr>
              <a:t>现场总线标准</a:t>
            </a:r>
            <a:endParaRPr lang="en-US" altLang="zh-CN" sz="2800" dirty="0">
              <a:solidFill>
                <a:srgbClr val="FF0000"/>
              </a:solidFill>
            </a:endParaRPr>
          </a:p>
          <a:p>
            <a:pPr eaLnBrk="1" hangingPunct="1">
              <a:lnSpc>
                <a:spcPct val="150000"/>
              </a:lnSpc>
              <a:buFont typeface="Wingdings" panose="05000000000000000000" pitchFamily="2" charset="2"/>
              <a:buChar char="ü"/>
              <a:defRPr/>
            </a:pPr>
            <a:endParaRPr lang="zh-CN" altLang="en-US" sz="28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a:xfrm>
            <a:off x="107950" y="44450"/>
            <a:ext cx="7343775" cy="792163"/>
          </a:xfrm>
        </p:spPr>
        <p:txBody>
          <a:bodyPr/>
          <a:lstStyle/>
          <a:p>
            <a:pPr eaLnBrk="1" hangingPunct="1"/>
            <a:r>
              <a:rPr lang="en-US" altLang="zh-CN" dirty="0" smtClean="0"/>
              <a:t>1.4.1 </a:t>
            </a:r>
            <a:r>
              <a:rPr lang="zh-CN" altLang="en-US" dirty="0" smtClean="0"/>
              <a:t>制定现场总线国际标准的机构</a:t>
            </a:r>
          </a:p>
        </p:txBody>
      </p:sp>
      <p:sp>
        <p:nvSpPr>
          <p:cNvPr id="3" name="内容占位符 2"/>
          <p:cNvSpPr>
            <a:spLocks noGrp="1"/>
          </p:cNvSpPr>
          <p:nvPr>
            <p:ph idx="1"/>
          </p:nvPr>
        </p:nvSpPr>
        <p:spPr>
          <a:xfrm>
            <a:off x="107950" y="981075"/>
            <a:ext cx="8785225" cy="5256213"/>
          </a:xfrm>
        </p:spPr>
        <p:txBody>
          <a:bodyPr/>
          <a:lstStyle/>
          <a:p>
            <a:pPr marL="0" indent="0" algn="just" eaLnBrk="1" hangingPunct="1">
              <a:buClr>
                <a:schemeClr val="tx1"/>
              </a:buClr>
              <a:buFont typeface="Wingdings" pitchFamily="2" charset="2"/>
              <a:buNone/>
              <a:defRPr/>
            </a:pPr>
            <a:r>
              <a:rPr lang="zh-CN" altLang="en-US" dirty="0">
                <a:solidFill>
                  <a:srgbClr val="FF0000"/>
                </a:solidFill>
              </a:rPr>
              <a:t>国际上</a:t>
            </a:r>
            <a:r>
              <a:rPr lang="zh-CN" altLang="en-US" dirty="0"/>
              <a:t>制订</a:t>
            </a:r>
            <a:r>
              <a:rPr lang="zh-CN" altLang="en-US" dirty="0">
                <a:solidFill>
                  <a:srgbClr val="FF0000"/>
                </a:solidFill>
              </a:rPr>
              <a:t>国际标准</a:t>
            </a:r>
            <a:r>
              <a:rPr lang="zh-CN" altLang="en-US" dirty="0"/>
              <a:t>的</a:t>
            </a:r>
            <a:r>
              <a:rPr lang="zh-CN" altLang="en-US" dirty="0">
                <a:solidFill>
                  <a:srgbClr val="FF0000"/>
                </a:solidFill>
              </a:rPr>
              <a:t>机构</a:t>
            </a:r>
            <a:r>
              <a:rPr lang="zh-CN" altLang="en-US" dirty="0"/>
              <a:t>有</a:t>
            </a:r>
            <a:r>
              <a:rPr lang="en-US" altLang="zh-CN" dirty="0">
                <a:solidFill>
                  <a:srgbClr val="FF0000"/>
                </a:solidFill>
              </a:rPr>
              <a:t>3</a:t>
            </a:r>
            <a:r>
              <a:rPr lang="zh-CN" altLang="en-US" dirty="0">
                <a:solidFill>
                  <a:srgbClr val="FF0000"/>
                </a:solidFill>
              </a:rPr>
              <a:t>个</a:t>
            </a:r>
            <a:r>
              <a:rPr lang="zh-CN" altLang="en-US" dirty="0"/>
              <a:t>：</a:t>
            </a:r>
          </a:p>
          <a:p>
            <a:pPr marL="0" indent="0" algn="just" eaLnBrk="1" hangingPunct="1">
              <a:buClr>
                <a:schemeClr val="tx1"/>
              </a:buClr>
              <a:buFont typeface="Wingdings" pitchFamily="2" charset="2"/>
              <a:buChar char="Ø"/>
              <a:defRPr/>
            </a:pPr>
            <a:r>
              <a:rPr lang="zh-CN" altLang="en-US" sz="2400" dirty="0"/>
              <a:t>  </a:t>
            </a:r>
            <a:r>
              <a:rPr lang="zh-CN" altLang="en-US" sz="2800" dirty="0" smtClean="0"/>
              <a:t>国际标准化组织  </a:t>
            </a:r>
            <a:r>
              <a:rPr lang="en-US" altLang="zh-CN" sz="2800" dirty="0">
                <a:solidFill>
                  <a:srgbClr val="FF0000"/>
                </a:solidFill>
              </a:rPr>
              <a:t>ISO</a:t>
            </a:r>
          </a:p>
          <a:p>
            <a:pPr marL="0" indent="0" algn="just" eaLnBrk="1" hangingPunct="1">
              <a:buClr>
                <a:schemeClr val="tx1"/>
              </a:buClr>
              <a:buFont typeface="Wingdings" pitchFamily="2" charset="2"/>
              <a:buNone/>
              <a:defRPr/>
            </a:pPr>
            <a:r>
              <a:rPr lang="en-US" altLang="zh-CN" sz="2800" dirty="0"/>
              <a:t>(International Organization for Standardization)</a:t>
            </a:r>
          </a:p>
          <a:p>
            <a:pPr marL="0" indent="0" algn="just" eaLnBrk="1" hangingPunct="1">
              <a:buClr>
                <a:schemeClr val="tx1"/>
              </a:buClr>
              <a:buFont typeface="Wingdings" pitchFamily="2" charset="2"/>
              <a:buChar char="Ø"/>
              <a:defRPr/>
            </a:pPr>
            <a:r>
              <a:rPr lang="zh-CN" altLang="en-US" sz="2800" dirty="0" smtClean="0"/>
              <a:t> 国际</a:t>
            </a:r>
            <a:r>
              <a:rPr lang="zh-CN" altLang="en-US" sz="2800" dirty="0"/>
              <a:t>电工委员会</a:t>
            </a:r>
            <a:r>
              <a:rPr lang="en-US" altLang="zh-CN" sz="2800" dirty="0">
                <a:solidFill>
                  <a:srgbClr val="FF0000"/>
                </a:solidFill>
              </a:rPr>
              <a:t>IEC</a:t>
            </a:r>
          </a:p>
          <a:p>
            <a:pPr marL="0" indent="0" algn="just" eaLnBrk="1" hangingPunct="1">
              <a:buClr>
                <a:schemeClr val="tx1"/>
              </a:buClr>
              <a:buFont typeface="Wingdings" pitchFamily="2" charset="2"/>
              <a:buNone/>
              <a:defRPr/>
            </a:pPr>
            <a:r>
              <a:rPr lang="zh-CN" altLang="en-US" sz="2800" dirty="0"/>
              <a:t>（</a:t>
            </a:r>
            <a:r>
              <a:rPr lang="en-US" altLang="zh-CN" sz="2800" dirty="0"/>
              <a:t>International </a:t>
            </a:r>
            <a:r>
              <a:rPr lang="en-US" altLang="zh-CN" sz="2800" dirty="0" err="1"/>
              <a:t>Electrotechnical</a:t>
            </a:r>
            <a:r>
              <a:rPr lang="en-US" altLang="zh-CN" sz="2800" dirty="0"/>
              <a:t> Commission</a:t>
            </a:r>
            <a:r>
              <a:rPr lang="zh-CN" altLang="en-US" sz="2800" dirty="0"/>
              <a:t>）</a:t>
            </a:r>
          </a:p>
          <a:p>
            <a:pPr marL="0" indent="0" algn="just" eaLnBrk="1" hangingPunct="1">
              <a:buClr>
                <a:schemeClr val="tx1"/>
              </a:buClr>
              <a:buFont typeface="Wingdings" pitchFamily="2" charset="2"/>
              <a:buChar char="Ø"/>
              <a:defRPr/>
            </a:pPr>
            <a:r>
              <a:rPr lang="zh-CN" altLang="en-US" sz="2800" dirty="0" smtClean="0"/>
              <a:t> 国际</a:t>
            </a:r>
            <a:r>
              <a:rPr lang="zh-CN" altLang="en-US" sz="2800" dirty="0"/>
              <a:t>电信联盟</a:t>
            </a:r>
            <a:r>
              <a:rPr lang="en-US" altLang="zh-CN" sz="2800" dirty="0">
                <a:solidFill>
                  <a:srgbClr val="FF0000"/>
                </a:solidFill>
              </a:rPr>
              <a:t>ITU</a:t>
            </a:r>
          </a:p>
          <a:p>
            <a:pPr marL="0" indent="0" algn="just" eaLnBrk="1" hangingPunct="1">
              <a:buClr>
                <a:schemeClr val="tx1"/>
              </a:buClr>
              <a:buFont typeface="Wingdings" pitchFamily="2" charset="2"/>
              <a:buNone/>
              <a:defRPr/>
            </a:pPr>
            <a:r>
              <a:rPr lang="zh-CN" altLang="en-US" sz="2800" dirty="0"/>
              <a:t>（</a:t>
            </a:r>
            <a:r>
              <a:rPr lang="en-US" altLang="zh-CN" sz="2800" dirty="0"/>
              <a:t>International Telecommunication Union</a:t>
            </a:r>
            <a:r>
              <a:rPr lang="zh-CN" altLang="en-US" sz="2800" dirty="0"/>
              <a:t>）。</a:t>
            </a:r>
          </a:p>
          <a:p>
            <a:pPr marL="0" indent="0" algn="just" eaLnBrk="1" hangingPunct="1">
              <a:buClr>
                <a:schemeClr val="tx1"/>
              </a:buClr>
              <a:buFont typeface="Wingdings" pitchFamily="2" charset="2"/>
              <a:buNone/>
              <a:defRPr/>
            </a:pPr>
            <a:r>
              <a:rPr lang="zh-CN" altLang="en-US" sz="2800" dirty="0">
                <a:solidFill>
                  <a:srgbClr val="7030A0"/>
                </a:solidFill>
              </a:rPr>
              <a:t>各个国家均有制订国家标准的组织。</a:t>
            </a:r>
          </a:p>
          <a:p>
            <a:pPr marL="0" indent="0" algn="just" eaLnBrk="1" hangingPunct="1">
              <a:buClr>
                <a:schemeClr val="tx1"/>
              </a:buClr>
              <a:buFont typeface="Wingdings" pitchFamily="2" charset="2"/>
              <a:buNone/>
              <a:defRPr/>
            </a:pPr>
            <a:r>
              <a:rPr lang="zh-CN" altLang="en-US" sz="2800" dirty="0">
                <a:solidFill>
                  <a:srgbClr val="0070C0"/>
                </a:solidFill>
              </a:rPr>
              <a:t>我国制定国家标准的组织是</a:t>
            </a:r>
            <a:r>
              <a:rPr lang="zh-CN" altLang="en-US" sz="2800" dirty="0">
                <a:solidFill>
                  <a:srgbClr val="FF0000"/>
                </a:solidFill>
              </a:rPr>
              <a:t>中国标准化管理委员会</a:t>
            </a:r>
            <a:r>
              <a:rPr lang="en-US" altLang="zh-CN" sz="2800" dirty="0">
                <a:solidFill>
                  <a:srgbClr val="FF0000"/>
                </a:solidFill>
              </a:rPr>
              <a:t>SAC</a:t>
            </a:r>
            <a:r>
              <a:rPr lang="zh-CN" altLang="en-US" sz="2800" dirty="0">
                <a:solidFill>
                  <a:srgbClr val="0070C0"/>
                </a:solidFill>
              </a:rPr>
              <a:t>（</a:t>
            </a:r>
            <a:r>
              <a:rPr lang="en-US" altLang="zh-CN" sz="2800" dirty="0">
                <a:solidFill>
                  <a:srgbClr val="0070C0"/>
                </a:solidFill>
              </a:rPr>
              <a:t>Standardization Administration of China</a:t>
            </a:r>
            <a:r>
              <a:rPr lang="zh-CN" altLang="en-US" sz="2800" dirty="0">
                <a:solidFill>
                  <a:srgbClr val="0070C0"/>
                </a:solidFill>
              </a:rPr>
              <a:t>）</a:t>
            </a:r>
            <a:r>
              <a:rPr lang="zh-CN" altLang="en-US" sz="2800" dirty="0"/>
              <a:t>。 </a:t>
            </a:r>
          </a:p>
          <a:p>
            <a:pPr marL="0" indent="0" algn="just" eaLnBrk="1" hangingPunct="1">
              <a:lnSpc>
                <a:spcPct val="150000"/>
              </a:lnSpc>
              <a:buClr>
                <a:schemeClr val="tx1"/>
              </a:buClr>
              <a:buFont typeface="Wingdings" pitchFamily="2" charset="2"/>
              <a:buNone/>
              <a:defRPr/>
            </a:pP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1000"/>
                                        <p:tgtEl>
                                          <p:spTgt spid="3">
                                            <p:txEl>
                                              <p:pRg st="6" end="6"/>
                                            </p:txEl>
                                          </p:spTgt>
                                        </p:tgtEl>
                                      </p:cBhvr>
                                    </p:animEffect>
                                    <p:anim calcmode="lin" valueType="num">
                                      <p:cBhvr>
                                        <p:cTn id="3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a:xfrm>
            <a:off x="107950" y="44450"/>
            <a:ext cx="7343775" cy="792163"/>
          </a:xfrm>
        </p:spPr>
        <p:txBody>
          <a:bodyPr/>
          <a:lstStyle/>
          <a:p>
            <a:pPr eaLnBrk="1" hangingPunct="1"/>
            <a:r>
              <a:rPr lang="en-US" altLang="zh-CN" dirty="0" smtClean="0"/>
              <a:t>1.4.2 </a:t>
            </a:r>
            <a:r>
              <a:rPr lang="zh-CN" altLang="en-US" dirty="0" smtClean="0"/>
              <a:t>现场总线国际标准</a:t>
            </a:r>
          </a:p>
        </p:txBody>
      </p:sp>
      <p:sp>
        <p:nvSpPr>
          <p:cNvPr id="3" name="内容占位符 2"/>
          <p:cNvSpPr>
            <a:spLocks noGrp="1"/>
          </p:cNvSpPr>
          <p:nvPr>
            <p:ph idx="1"/>
          </p:nvPr>
        </p:nvSpPr>
        <p:spPr>
          <a:xfrm>
            <a:off x="107950" y="981075"/>
            <a:ext cx="8785225" cy="5256213"/>
          </a:xfrm>
        </p:spPr>
        <p:txBody>
          <a:bodyPr/>
          <a:lstStyle/>
          <a:p>
            <a:pPr eaLnBrk="1" hangingPunct="1">
              <a:spcBef>
                <a:spcPct val="50000"/>
              </a:spcBef>
              <a:buFont typeface="Wingdings" pitchFamily="2" charset="2"/>
              <a:buNone/>
              <a:defRPr/>
            </a:pPr>
            <a:r>
              <a:rPr lang="zh-CN" altLang="en-US" b="1" dirty="0"/>
              <a:t>现场总线国际标准主要包括以下</a:t>
            </a:r>
            <a:r>
              <a:rPr lang="en-US" altLang="zh-CN" b="1" dirty="0">
                <a:solidFill>
                  <a:srgbClr val="FF0000"/>
                </a:solidFill>
              </a:rPr>
              <a:t>5</a:t>
            </a:r>
            <a:r>
              <a:rPr lang="zh-CN" altLang="en-US" b="1" dirty="0">
                <a:solidFill>
                  <a:srgbClr val="FF0000"/>
                </a:solidFill>
              </a:rPr>
              <a:t>个</a:t>
            </a:r>
            <a:r>
              <a:rPr lang="zh-CN" altLang="en-US" b="1" dirty="0"/>
              <a:t>：</a:t>
            </a:r>
          </a:p>
          <a:p>
            <a:pPr eaLnBrk="1" hangingPunct="1">
              <a:spcBef>
                <a:spcPct val="50000"/>
              </a:spcBef>
              <a:buFont typeface="Wingdings" pitchFamily="2" charset="2"/>
              <a:buChar char="Ø"/>
              <a:defRPr/>
            </a:pPr>
            <a:r>
              <a:rPr lang="en-US" altLang="zh-CN" sz="2400" b="1" dirty="0" smtClean="0">
                <a:solidFill>
                  <a:srgbClr val="C00000"/>
                </a:solidFill>
              </a:rPr>
              <a:t>ISO11898</a:t>
            </a:r>
            <a:r>
              <a:rPr lang="zh-CN" altLang="en-US" sz="2400" dirty="0" smtClean="0"/>
              <a:t>：现场总线</a:t>
            </a:r>
            <a:r>
              <a:rPr lang="zh-CN" altLang="en-US" sz="2400" dirty="0"/>
              <a:t>最早的国际标准，针对主要影响车辆、运输工具等方面的</a:t>
            </a:r>
            <a:r>
              <a:rPr lang="en-US" altLang="zh-CN" sz="2400" b="1" dirty="0" smtClean="0">
                <a:solidFill>
                  <a:srgbClr val="C00000"/>
                </a:solidFill>
              </a:rPr>
              <a:t>CAN</a:t>
            </a:r>
            <a:r>
              <a:rPr lang="zh-CN" altLang="en-US" sz="2400" b="1" dirty="0" smtClean="0">
                <a:solidFill>
                  <a:srgbClr val="C00000"/>
                </a:solidFill>
              </a:rPr>
              <a:t>（</a:t>
            </a:r>
            <a:r>
              <a:rPr lang="en-US" altLang="zh-CN" sz="2400" b="1" dirty="0" smtClean="0">
                <a:solidFill>
                  <a:srgbClr val="C00000"/>
                </a:solidFill>
              </a:rPr>
              <a:t>Control Area </a:t>
            </a:r>
            <a:r>
              <a:rPr lang="en-US" altLang="zh-CN" sz="2400" b="1" dirty="0" err="1" smtClean="0">
                <a:solidFill>
                  <a:srgbClr val="C00000"/>
                </a:solidFill>
              </a:rPr>
              <a:t>Neowork</a:t>
            </a:r>
            <a:r>
              <a:rPr lang="zh-CN" altLang="en-US" sz="2400" b="1" dirty="0" smtClean="0">
                <a:solidFill>
                  <a:srgbClr val="C00000"/>
                </a:solidFill>
              </a:rPr>
              <a:t>）总线</a:t>
            </a:r>
            <a:r>
              <a:rPr lang="zh-CN" altLang="en-US" sz="2400" b="1" dirty="0" smtClean="0"/>
              <a:t>。</a:t>
            </a:r>
            <a:endParaRPr lang="en-US" altLang="zh-CN" sz="2400" b="1" dirty="0" smtClean="0"/>
          </a:p>
          <a:p>
            <a:pPr eaLnBrk="1" hangingPunct="1">
              <a:spcBef>
                <a:spcPct val="50000"/>
              </a:spcBef>
              <a:buFont typeface="Wingdings" pitchFamily="2" charset="2"/>
              <a:buChar char="Ø"/>
              <a:defRPr/>
            </a:pPr>
            <a:r>
              <a:rPr lang="en-US" altLang="zh-CN" sz="2400" b="1" dirty="0" smtClean="0">
                <a:solidFill>
                  <a:srgbClr val="C00000"/>
                </a:solidFill>
              </a:rPr>
              <a:t>ISO11519</a:t>
            </a:r>
            <a:r>
              <a:rPr lang="zh-CN" altLang="en-US" sz="2400" dirty="0" smtClean="0"/>
              <a:t>：同</a:t>
            </a:r>
            <a:r>
              <a:rPr lang="en-US" altLang="zh-CN" sz="2400" dirty="0" smtClean="0"/>
              <a:t>ISO11898</a:t>
            </a:r>
            <a:r>
              <a:rPr lang="zh-CN" altLang="en-US" sz="2400" dirty="0" smtClean="0"/>
              <a:t>一样，也是针对道路交通运输工具制订的现场总线标准。区别在于</a:t>
            </a:r>
            <a:r>
              <a:rPr lang="en-US" altLang="zh-CN" sz="2400" dirty="0" smtClean="0"/>
              <a:t>ISO11898</a:t>
            </a:r>
            <a:r>
              <a:rPr lang="zh-CN" altLang="en-US" sz="2400" dirty="0" smtClean="0"/>
              <a:t>针对高速</a:t>
            </a:r>
            <a:r>
              <a:rPr lang="en-US" altLang="zh-CN" sz="2400" dirty="0" smtClean="0"/>
              <a:t>CAN</a:t>
            </a:r>
            <a:r>
              <a:rPr lang="zh-CN" altLang="en-US" sz="2400" dirty="0" smtClean="0"/>
              <a:t>，</a:t>
            </a:r>
            <a:r>
              <a:rPr lang="en-US" altLang="zh-CN" sz="2400" dirty="0" smtClean="0"/>
              <a:t>ISO11519</a:t>
            </a:r>
            <a:r>
              <a:rPr lang="zh-CN" altLang="en-US" sz="2400" dirty="0" smtClean="0"/>
              <a:t>针对</a:t>
            </a:r>
            <a:r>
              <a:rPr lang="zh-CN" altLang="en-US" sz="2400" b="1" dirty="0" smtClean="0">
                <a:solidFill>
                  <a:srgbClr val="C00000"/>
                </a:solidFill>
              </a:rPr>
              <a:t>低速</a:t>
            </a:r>
            <a:r>
              <a:rPr lang="en-US" altLang="zh-CN" sz="2400" b="1" dirty="0" smtClean="0">
                <a:solidFill>
                  <a:srgbClr val="C00000"/>
                </a:solidFill>
              </a:rPr>
              <a:t>CAN</a:t>
            </a:r>
            <a:r>
              <a:rPr lang="zh-CN" altLang="en-US" sz="2400" b="1" dirty="0" smtClean="0">
                <a:solidFill>
                  <a:srgbClr val="C00000"/>
                </a:solidFill>
              </a:rPr>
              <a:t>和</a:t>
            </a:r>
            <a:r>
              <a:rPr lang="en-US" altLang="zh-CN" sz="2400" b="1" dirty="0" smtClean="0">
                <a:solidFill>
                  <a:srgbClr val="C00000"/>
                </a:solidFill>
              </a:rPr>
              <a:t>VAN</a:t>
            </a:r>
            <a:r>
              <a:rPr lang="zh-CN" altLang="en-US" sz="2400" b="1" dirty="0" smtClean="0">
                <a:solidFill>
                  <a:srgbClr val="C00000"/>
                </a:solidFill>
              </a:rPr>
              <a:t>（</a:t>
            </a:r>
            <a:r>
              <a:rPr lang="en-US" altLang="zh-CN" sz="2400" b="1" dirty="0" smtClean="0">
                <a:solidFill>
                  <a:srgbClr val="C00000"/>
                </a:solidFill>
              </a:rPr>
              <a:t>Vehicle Area Network</a:t>
            </a:r>
            <a:r>
              <a:rPr lang="zh-CN" altLang="en-US" sz="2400" b="1" dirty="0" smtClean="0">
                <a:solidFill>
                  <a:srgbClr val="C00000"/>
                </a:solidFill>
              </a:rPr>
              <a:t>）</a:t>
            </a:r>
            <a:r>
              <a:rPr lang="zh-CN" altLang="en-US" sz="2400" dirty="0" smtClean="0"/>
              <a:t>。</a:t>
            </a:r>
            <a:endParaRPr lang="en-US" altLang="zh-CN" sz="2400" dirty="0" smtClean="0"/>
          </a:p>
          <a:p>
            <a:pPr eaLnBrk="1" hangingPunct="1">
              <a:spcBef>
                <a:spcPct val="50000"/>
              </a:spcBef>
              <a:buFont typeface="Wingdings" pitchFamily="2" charset="2"/>
              <a:buChar char="Ø"/>
              <a:defRPr/>
            </a:pPr>
            <a:r>
              <a:rPr lang="en-US" altLang="zh-CN" sz="2400" b="1" dirty="0" smtClean="0">
                <a:solidFill>
                  <a:srgbClr val="C00000"/>
                </a:solidFill>
              </a:rPr>
              <a:t>IEC61158</a:t>
            </a:r>
            <a:r>
              <a:rPr lang="zh-CN" altLang="en-US" sz="2400" dirty="0" smtClean="0"/>
              <a:t>：</a:t>
            </a:r>
            <a:r>
              <a:rPr lang="zh-CN" altLang="en-US" sz="2400" b="1" dirty="0" smtClean="0">
                <a:solidFill>
                  <a:srgbClr val="C00000"/>
                </a:solidFill>
              </a:rPr>
              <a:t>工业控制系统用现场总线</a:t>
            </a:r>
            <a:r>
              <a:rPr lang="zh-CN" altLang="en-US" sz="2400" dirty="0" smtClean="0"/>
              <a:t>（</a:t>
            </a:r>
            <a:r>
              <a:rPr lang="en-US" altLang="zh-CN" sz="2400" dirty="0" smtClean="0"/>
              <a:t>Fieldbus for use in industrial Control System</a:t>
            </a:r>
            <a:r>
              <a:rPr lang="zh-CN" altLang="en-US" sz="2400" dirty="0" smtClean="0"/>
              <a:t>） </a:t>
            </a:r>
            <a:endParaRPr lang="en-US" altLang="zh-CN" sz="2400" b="1" dirty="0" smtClean="0"/>
          </a:p>
          <a:p>
            <a:pPr eaLnBrk="1" hangingPunct="1">
              <a:spcBef>
                <a:spcPct val="50000"/>
              </a:spcBef>
              <a:buFont typeface="Wingdings" pitchFamily="2" charset="2"/>
              <a:buChar char="Ø"/>
              <a:defRPr/>
            </a:pPr>
            <a:r>
              <a:rPr lang="en-US" altLang="zh-CN" sz="2400" b="1" dirty="0" smtClean="0">
                <a:solidFill>
                  <a:srgbClr val="C00000"/>
                </a:solidFill>
              </a:rPr>
              <a:t>IEC61784</a:t>
            </a:r>
            <a:r>
              <a:rPr lang="zh-CN" altLang="en-US" sz="2400" dirty="0" smtClean="0"/>
              <a:t>：是对</a:t>
            </a:r>
            <a:r>
              <a:rPr lang="en-US" altLang="zh-CN" sz="2400" b="1" dirty="0" smtClean="0">
                <a:solidFill>
                  <a:srgbClr val="C00000"/>
                </a:solidFill>
              </a:rPr>
              <a:t>IEC61158</a:t>
            </a:r>
            <a:r>
              <a:rPr lang="zh-CN" altLang="en-US" sz="2400" b="1" dirty="0" smtClean="0">
                <a:solidFill>
                  <a:srgbClr val="C00000"/>
                </a:solidFill>
              </a:rPr>
              <a:t>的解释和补充</a:t>
            </a:r>
            <a:r>
              <a:rPr lang="zh-CN" altLang="en-US" sz="2400" dirty="0" smtClean="0"/>
              <a:t>，涉及</a:t>
            </a:r>
            <a:r>
              <a:rPr lang="en-US" altLang="zh-CN" sz="2400" dirty="0" smtClean="0"/>
              <a:t>7</a:t>
            </a:r>
            <a:r>
              <a:rPr lang="zh-CN" altLang="en-US" sz="2400" dirty="0" smtClean="0"/>
              <a:t>个协议簇的</a:t>
            </a:r>
            <a:r>
              <a:rPr lang="en-US" altLang="zh-CN" sz="2400" dirty="0" smtClean="0"/>
              <a:t>18</a:t>
            </a:r>
            <a:r>
              <a:rPr lang="zh-CN" altLang="en-US" sz="2400" dirty="0" smtClean="0"/>
              <a:t>个工业自动化网络协议子集</a:t>
            </a:r>
            <a:endParaRPr lang="en-US" altLang="zh-CN" sz="2400" dirty="0" smtClean="0"/>
          </a:p>
          <a:p>
            <a:pPr eaLnBrk="1" hangingPunct="1">
              <a:spcBef>
                <a:spcPct val="50000"/>
              </a:spcBef>
              <a:buFont typeface="Wingdings" pitchFamily="2" charset="2"/>
              <a:buChar char="Ø"/>
              <a:defRPr/>
            </a:pPr>
            <a:r>
              <a:rPr lang="en-US" altLang="zh-CN" sz="2400" b="1" dirty="0" smtClean="0">
                <a:solidFill>
                  <a:srgbClr val="C00000"/>
                </a:solidFill>
              </a:rPr>
              <a:t>IEC62026</a:t>
            </a:r>
            <a:r>
              <a:rPr lang="zh-CN" altLang="en-US" sz="2400" dirty="0" smtClean="0"/>
              <a:t>：</a:t>
            </a:r>
            <a:r>
              <a:rPr lang="zh-CN" altLang="en-US" sz="2400" b="1" dirty="0" smtClean="0">
                <a:solidFill>
                  <a:srgbClr val="C00000"/>
                </a:solidFill>
              </a:rPr>
              <a:t>低压开关设备和控制设备</a:t>
            </a:r>
            <a:r>
              <a:rPr lang="zh-CN" altLang="en-US" sz="2400" dirty="0" smtClean="0"/>
              <a:t>用现场总线</a:t>
            </a:r>
            <a:r>
              <a:rPr lang="zh-CN" altLang="en-US" sz="2400" b="1" dirty="0" smtClean="0"/>
              <a:t>（设备层现场总线）</a:t>
            </a:r>
            <a:endParaRPr lang="en-US" altLang="zh-CN" sz="2400" b="1" dirty="0" smtClean="0"/>
          </a:p>
          <a:p>
            <a:pPr eaLnBrk="1" hangingPunct="1">
              <a:spcBef>
                <a:spcPct val="50000"/>
              </a:spcBef>
              <a:buFont typeface="Wingdings" pitchFamily="2" charset="2"/>
              <a:buChar char="Ø"/>
              <a:defRPr/>
            </a:pPr>
            <a:endParaRPr lang="zh-CN" altLang="en-US" sz="2400" dirty="0"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a:xfrm>
            <a:off x="107950" y="44450"/>
            <a:ext cx="7343775" cy="792163"/>
          </a:xfrm>
        </p:spPr>
        <p:txBody>
          <a:bodyPr/>
          <a:lstStyle/>
          <a:p>
            <a:pPr eaLnBrk="1" hangingPunct="1"/>
            <a:r>
              <a:rPr lang="en-US" altLang="zh-CN" dirty="0" smtClean="0"/>
              <a:t>1.4.2 </a:t>
            </a:r>
            <a:r>
              <a:rPr lang="zh-CN" altLang="en-US" dirty="0" smtClean="0"/>
              <a:t>现场总线国际标准</a:t>
            </a:r>
          </a:p>
        </p:txBody>
      </p:sp>
      <p:sp>
        <p:nvSpPr>
          <p:cNvPr id="3" name="内容占位符 2"/>
          <p:cNvSpPr>
            <a:spLocks noGrp="1"/>
          </p:cNvSpPr>
          <p:nvPr>
            <p:ph idx="1"/>
          </p:nvPr>
        </p:nvSpPr>
        <p:spPr>
          <a:xfrm>
            <a:off x="107950" y="836713"/>
            <a:ext cx="8785225" cy="5400576"/>
          </a:xfrm>
        </p:spPr>
        <p:txBody>
          <a:bodyPr/>
          <a:lstStyle/>
          <a:p>
            <a:pPr marL="0" indent="0" algn="just" eaLnBrk="1" hangingPunct="1">
              <a:lnSpc>
                <a:spcPct val="130000"/>
              </a:lnSpc>
              <a:buClr>
                <a:schemeClr val="tx1"/>
              </a:buClr>
              <a:buFont typeface="Wingdings" pitchFamily="2" charset="2"/>
              <a:buChar char="Ø"/>
              <a:defRPr/>
            </a:pPr>
            <a:r>
              <a:rPr lang="en-US" altLang="zh-CN" sz="2400" dirty="0" smtClean="0">
                <a:latin typeface="Times New Roman" pitchFamily="18" charset="0"/>
              </a:rPr>
              <a:t> </a:t>
            </a:r>
            <a:r>
              <a:rPr lang="en-US" altLang="zh-CN" sz="2800" dirty="0" smtClean="0">
                <a:solidFill>
                  <a:srgbClr val="FF0000"/>
                </a:solidFill>
              </a:rPr>
              <a:t>IEC61158: </a:t>
            </a:r>
            <a:r>
              <a:rPr lang="zh-CN" altLang="en-US" sz="2400" dirty="0" smtClean="0"/>
              <a:t>到目前为止，</a:t>
            </a:r>
            <a:r>
              <a:rPr lang="en-US" altLang="zh-CN" sz="2400" dirty="0" smtClean="0"/>
              <a:t>IEC61158</a:t>
            </a:r>
            <a:r>
              <a:rPr lang="zh-CN" altLang="en-US" sz="2400" dirty="0" smtClean="0"/>
              <a:t>共有</a:t>
            </a:r>
            <a:r>
              <a:rPr lang="en-US" altLang="zh-CN" sz="2400" dirty="0" smtClean="0">
                <a:solidFill>
                  <a:srgbClr val="FF0000"/>
                </a:solidFill>
              </a:rPr>
              <a:t>4</a:t>
            </a:r>
            <a:r>
              <a:rPr lang="zh-CN" altLang="en-US" sz="2400" dirty="0" smtClean="0">
                <a:solidFill>
                  <a:srgbClr val="FF0000"/>
                </a:solidFill>
              </a:rPr>
              <a:t>个</a:t>
            </a:r>
            <a:r>
              <a:rPr lang="zh-CN" altLang="en-US" sz="2400" dirty="0" smtClean="0"/>
              <a:t>不同的版本</a:t>
            </a:r>
            <a:r>
              <a:rPr lang="en-US" altLang="zh-CN" sz="2400" dirty="0" smtClean="0"/>
              <a:t>(1984</a:t>
            </a:r>
            <a:r>
              <a:rPr lang="zh-CN" altLang="en-US" sz="2400" dirty="0" smtClean="0"/>
              <a:t>～</a:t>
            </a:r>
            <a:r>
              <a:rPr lang="en-US" altLang="zh-CN" sz="2400" dirty="0" smtClean="0"/>
              <a:t>2007) </a:t>
            </a:r>
          </a:p>
          <a:p>
            <a:pPr marL="0" indent="0" algn="just" eaLnBrk="1" hangingPunct="1">
              <a:lnSpc>
                <a:spcPct val="130000"/>
              </a:lnSpc>
              <a:buClr>
                <a:schemeClr val="tx1"/>
              </a:buClr>
              <a:buNone/>
              <a:defRPr/>
            </a:pPr>
            <a:r>
              <a:rPr lang="en-US" altLang="zh-CN" sz="2800" dirty="0" smtClean="0">
                <a:solidFill>
                  <a:srgbClr val="FF0000"/>
                </a:solidFill>
              </a:rPr>
              <a:t>    IEC61158 </a:t>
            </a:r>
            <a:r>
              <a:rPr lang="en-US" altLang="zh-CN" sz="2800" dirty="0">
                <a:solidFill>
                  <a:srgbClr val="FF0000"/>
                </a:solidFill>
              </a:rPr>
              <a:t>v4</a:t>
            </a:r>
            <a:r>
              <a:rPr lang="zh-CN" altLang="en-US" sz="2800" dirty="0">
                <a:solidFill>
                  <a:srgbClr val="FF0000"/>
                </a:solidFill>
              </a:rPr>
              <a:t>定</a:t>
            </a:r>
            <a:r>
              <a:rPr lang="zh-CN" altLang="en-US" sz="2800" dirty="0" smtClean="0">
                <a:solidFill>
                  <a:srgbClr val="FF0000"/>
                </a:solidFill>
              </a:rPr>
              <a:t>义</a:t>
            </a:r>
            <a:r>
              <a:rPr lang="zh-CN" altLang="en-US" sz="2800" dirty="0">
                <a:solidFill>
                  <a:srgbClr val="FF0000"/>
                </a:solidFill>
              </a:rPr>
              <a:t>了</a:t>
            </a:r>
            <a:r>
              <a:rPr lang="en-US" altLang="zh-CN" sz="2800" dirty="0" smtClean="0">
                <a:solidFill>
                  <a:srgbClr val="FF0000"/>
                </a:solidFill>
              </a:rPr>
              <a:t>20</a:t>
            </a:r>
            <a:r>
              <a:rPr lang="zh-CN" altLang="en-US" sz="2800" dirty="0">
                <a:solidFill>
                  <a:srgbClr val="FF0000"/>
                </a:solidFill>
              </a:rPr>
              <a:t>种总线标</a:t>
            </a:r>
            <a:r>
              <a:rPr lang="zh-CN" altLang="en-US" sz="2800" dirty="0" smtClean="0">
                <a:solidFill>
                  <a:srgbClr val="FF0000"/>
                </a:solidFill>
              </a:rPr>
              <a:t>准</a:t>
            </a:r>
            <a:endParaRPr lang="en-US" altLang="zh-CN" sz="2800" dirty="0" smtClean="0">
              <a:solidFill>
                <a:srgbClr val="FF0000"/>
              </a:solidFill>
            </a:endParaRPr>
          </a:p>
          <a:p>
            <a:pPr lvl="1" algn="just" eaLnBrk="1" hangingPunct="1">
              <a:buClr>
                <a:schemeClr val="tx1"/>
              </a:buClr>
              <a:buFont typeface="Arial" panose="020B0604020202020204" pitchFamily="34" charset="0"/>
              <a:buChar char="•"/>
              <a:defRPr/>
            </a:pPr>
            <a:r>
              <a:rPr lang="en-US" altLang="zh-CN" sz="2400" dirty="0"/>
              <a:t>Type1    IEC/TS61158    </a:t>
            </a:r>
            <a:r>
              <a:rPr lang="zh-CN" altLang="en-US" sz="2400" dirty="0"/>
              <a:t>现场总线</a:t>
            </a:r>
          </a:p>
          <a:p>
            <a:pPr lvl="1" algn="just" eaLnBrk="1" hangingPunct="1">
              <a:buClr>
                <a:schemeClr val="tx1"/>
              </a:buClr>
              <a:buFont typeface="Arial" panose="020B0604020202020204" pitchFamily="34" charset="0"/>
              <a:buChar char="•"/>
              <a:defRPr/>
            </a:pPr>
            <a:r>
              <a:rPr lang="en-US" altLang="zh-CN" sz="2400" dirty="0"/>
              <a:t>Type2    CIP                     </a:t>
            </a:r>
            <a:r>
              <a:rPr lang="zh-CN" altLang="en-US" sz="2400" dirty="0"/>
              <a:t>现场总线</a:t>
            </a:r>
            <a:r>
              <a:rPr lang="en-US" altLang="zh-CN" sz="2400" dirty="0"/>
              <a:t>/</a:t>
            </a:r>
            <a:r>
              <a:rPr lang="zh-CN" altLang="en-US" sz="2400" dirty="0"/>
              <a:t>实时以太网</a:t>
            </a:r>
            <a:endParaRPr lang="zh-CN" altLang="en-US" sz="2400" baseline="30000" dirty="0"/>
          </a:p>
          <a:p>
            <a:pPr lvl="1" algn="just" eaLnBrk="1" hangingPunct="1">
              <a:buClr>
                <a:schemeClr val="tx1"/>
              </a:buClr>
              <a:buFont typeface="Arial" panose="020B0604020202020204" pitchFamily="34" charset="0"/>
              <a:buChar char="•"/>
              <a:defRPr/>
            </a:pPr>
            <a:r>
              <a:rPr lang="en-US" altLang="zh-CN" sz="2400" dirty="0"/>
              <a:t>Type3    </a:t>
            </a:r>
            <a:r>
              <a:rPr lang="en-US" altLang="zh-CN" sz="2400" dirty="0">
                <a:solidFill>
                  <a:srgbClr val="FF5050"/>
                </a:solidFill>
              </a:rPr>
              <a:t>PROFIBUS  </a:t>
            </a:r>
            <a:r>
              <a:rPr lang="en-US" altLang="zh-CN" sz="2400" dirty="0"/>
              <a:t>       </a:t>
            </a:r>
            <a:r>
              <a:rPr lang="zh-CN" altLang="en-US" sz="2400" dirty="0"/>
              <a:t>现场总线</a:t>
            </a:r>
          </a:p>
          <a:p>
            <a:pPr lvl="1" algn="just" eaLnBrk="1" hangingPunct="1">
              <a:buClr>
                <a:schemeClr val="tx1"/>
              </a:buClr>
              <a:buFont typeface="Arial" panose="020B0604020202020204" pitchFamily="34" charset="0"/>
              <a:buChar char="•"/>
              <a:defRPr/>
            </a:pPr>
            <a:r>
              <a:rPr lang="en-US" altLang="zh-CN" sz="2400" dirty="0"/>
              <a:t>Type4    </a:t>
            </a:r>
            <a:r>
              <a:rPr lang="en-US" altLang="zh-CN" sz="2400" dirty="0">
                <a:solidFill>
                  <a:srgbClr val="FF5050"/>
                </a:solidFill>
              </a:rPr>
              <a:t>P-NET</a:t>
            </a:r>
            <a:r>
              <a:rPr lang="en-US" altLang="zh-CN" sz="2400" dirty="0"/>
              <a:t>                </a:t>
            </a:r>
            <a:r>
              <a:rPr lang="zh-CN" altLang="en-US" sz="2400" dirty="0"/>
              <a:t>现场总线</a:t>
            </a:r>
            <a:r>
              <a:rPr lang="en-US" altLang="zh-CN" sz="2400" dirty="0"/>
              <a:t>/</a:t>
            </a:r>
            <a:r>
              <a:rPr lang="zh-CN" altLang="en-US" sz="2400" dirty="0"/>
              <a:t>实时以太网</a:t>
            </a:r>
          </a:p>
          <a:p>
            <a:pPr lvl="1" algn="just" eaLnBrk="1" hangingPunct="1">
              <a:buClr>
                <a:schemeClr val="tx1"/>
              </a:buClr>
              <a:buFont typeface="Arial" panose="020B0604020202020204" pitchFamily="34" charset="0"/>
              <a:buChar char="•"/>
              <a:defRPr/>
            </a:pPr>
            <a:r>
              <a:rPr lang="en-US" altLang="zh-CN" sz="2400" dirty="0"/>
              <a:t>Type5    </a:t>
            </a:r>
            <a:r>
              <a:rPr lang="en-US" altLang="zh-CN" sz="2400" dirty="0">
                <a:solidFill>
                  <a:srgbClr val="FF5050"/>
                </a:solidFill>
              </a:rPr>
              <a:t>FF HSE</a:t>
            </a:r>
            <a:r>
              <a:rPr lang="en-US" altLang="zh-CN" sz="2400" dirty="0"/>
              <a:t>               </a:t>
            </a:r>
            <a:r>
              <a:rPr lang="zh-CN" altLang="en-US" sz="2400" dirty="0"/>
              <a:t>高速以太网</a:t>
            </a:r>
            <a:r>
              <a:rPr lang="en-US" altLang="zh-CN" sz="2400" dirty="0"/>
              <a:t>(</a:t>
            </a:r>
            <a:r>
              <a:rPr lang="zh-CN" altLang="en-US" sz="2400" dirty="0"/>
              <a:t>实时以太网</a:t>
            </a:r>
            <a:r>
              <a:rPr lang="en-US" altLang="zh-CN" sz="2400" dirty="0"/>
              <a:t>)</a:t>
            </a:r>
          </a:p>
          <a:p>
            <a:pPr lvl="1" algn="just" eaLnBrk="1" hangingPunct="1">
              <a:buClr>
                <a:schemeClr val="tx1"/>
              </a:buClr>
              <a:buFont typeface="Arial" panose="020B0604020202020204" pitchFamily="34" charset="0"/>
              <a:buChar char="•"/>
              <a:defRPr/>
            </a:pPr>
            <a:r>
              <a:rPr lang="en-US" altLang="zh-CN" sz="2400" dirty="0"/>
              <a:t>Type6    </a:t>
            </a:r>
            <a:r>
              <a:rPr lang="en-US" altLang="zh-CN" sz="2400" dirty="0" err="1"/>
              <a:t>SwiftNet</a:t>
            </a:r>
            <a:r>
              <a:rPr lang="en-US" altLang="zh-CN" sz="2400" dirty="0"/>
              <a:t>           </a:t>
            </a:r>
            <a:r>
              <a:rPr lang="zh-CN" altLang="en-US" sz="2400" b="1" dirty="0">
                <a:solidFill>
                  <a:srgbClr val="6600FF"/>
                </a:solidFill>
              </a:rPr>
              <a:t>被撤销</a:t>
            </a:r>
          </a:p>
          <a:p>
            <a:pPr lvl="1" algn="just" eaLnBrk="1" hangingPunct="1">
              <a:buClr>
                <a:schemeClr val="tx1"/>
              </a:buClr>
              <a:buFont typeface="Arial" panose="020B0604020202020204" pitchFamily="34" charset="0"/>
              <a:buChar char="•"/>
              <a:defRPr/>
            </a:pPr>
            <a:r>
              <a:rPr lang="en-US" altLang="zh-CN" sz="2400" dirty="0"/>
              <a:t>Type7    </a:t>
            </a:r>
            <a:r>
              <a:rPr lang="en-US" altLang="zh-CN" sz="2400" dirty="0" err="1">
                <a:solidFill>
                  <a:srgbClr val="FF5050"/>
                </a:solidFill>
              </a:rPr>
              <a:t>WorldFIP</a:t>
            </a:r>
            <a:r>
              <a:rPr lang="en-US" altLang="zh-CN" sz="2400" dirty="0"/>
              <a:t>          </a:t>
            </a:r>
            <a:r>
              <a:rPr lang="zh-CN" altLang="en-US" sz="2400" dirty="0"/>
              <a:t>现场总线</a:t>
            </a:r>
          </a:p>
          <a:p>
            <a:pPr lvl="1" algn="just" eaLnBrk="1" hangingPunct="1">
              <a:buClr>
                <a:schemeClr val="tx1"/>
              </a:buClr>
              <a:buFont typeface="Arial" panose="020B0604020202020204" pitchFamily="34" charset="0"/>
              <a:buChar char="•"/>
              <a:defRPr/>
            </a:pPr>
            <a:r>
              <a:rPr lang="en-US" altLang="zh-CN" sz="2400" dirty="0"/>
              <a:t>Type8    INTERBUS        </a:t>
            </a:r>
            <a:r>
              <a:rPr lang="zh-CN" altLang="en-US" sz="2400" dirty="0"/>
              <a:t>现场总线</a:t>
            </a:r>
            <a:r>
              <a:rPr lang="en-US" altLang="zh-CN" sz="2400" dirty="0"/>
              <a:t>/</a:t>
            </a:r>
            <a:r>
              <a:rPr lang="zh-CN" altLang="en-US" sz="2400" dirty="0"/>
              <a:t>实时以太网</a:t>
            </a:r>
          </a:p>
          <a:p>
            <a:pPr marL="0" indent="0" algn="just" eaLnBrk="1" hangingPunct="1">
              <a:lnSpc>
                <a:spcPct val="130000"/>
              </a:lnSpc>
              <a:buClr>
                <a:schemeClr val="tx1"/>
              </a:buClr>
              <a:buNone/>
              <a:defRPr/>
            </a:pPr>
            <a:endParaRPr lang="zh-CN" altLang="en-US" sz="2400" dirty="0">
              <a:solidFill>
                <a:srgbClr val="FF0000"/>
              </a:solidFill>
            </a:endParaRPr>
          </a:p>
          <a:p>
            <a:pPr marL="0" indent="0" algn="just" eaLnBrk="1" hangingPunct="1">
              <a:lnSpc>
                <a:spcPct val="130000"/>
              </a:lnSpc>
              <a:buClr>
                <a:schemeClr val="tx1"/>
              </a:buClr>
              <a:buNone/>
              <a:defRPr/>
            </a:pPr>
            <a:endParaRPr lang="zh-CN" altLang="en-US" sz="28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1000"/>
                                        <p:tgtEl>
                                          <p:spTgt spid="3">
                                            <p:txEl>
                                              <p:pRg st="6" end="6"/>
                                            </p:txEl>
                                          </p:spTgt>
                                        </p:tgtEl>
                                      </p:cBhvr>
                                    </p:animEffect>
                                    <p:anim calcmode="lin" valueType="num">
                                      <p:cBhvr>
                                        <p:cTn id="3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1000"/>
                                        <p:tgtEl>
                                          <p:spTgt spid="3">
                                            <p:txEl>
                                              <p:pRg st="7" end="7"/>
                                            </p:txEl>
                                          </p:spTgt>
                                        </p:tgtEl>
                                      </p:cBhvr>
                                    </p:animEffect>
                                    <p:anim calcmode="lin" valueType="num">
                                      <p:cBhvr>
                                        <p:cTn id="3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1000"/>
                                        <p:tgtEl>
                                          <p:spTgt spid="3">
                                            <p:txEl>
                                              <p:pRg st="8" end="8"/>
                                            </p:txEl>
                                          </p:spTgt>
                                        </p:tgtEl>
                                      </p:cBhvr>
                                    </p:animEffect>
                                    <p:anim calcmode="lin" valueType="num">
                                      <p:cBhvr>
                                        <p:cTn id="4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8" end="8"/>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1000"/>
                                        <p:tgtEl>
                                          <p:spTgt spid="3">
                                            <p:txEl>
                                              <p:pRg st="9" end="9"/>
                                            </p:txEl>
                                          </p:spTgt>
                                        </p:tgtEl>
                                      </p:cBhvr>
                                    </p:animEffect>
                                    <p:anim calcmode="lin" valueType="num">
                                      <p:cBhvr>
                                        <p:cTn id="48"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a:xfrm>
            <a:off x="107950" y="44450"/>
            <a:ext cx="7343775" cy="792163"/>
          </a:xfrm>
        </p:spPr>
        <p:txBody>
          <a:bodyPr/>
          <a:lstStyle/>
          <a:p>
            <a:pPr eaLnBrk="1" hangingPunct="1"/>
            <a:r>
              <a:rPr lang="en-US" altLang="zh-CN" dirty="0" smtClean="0"/>
              <a:t>1.4.2 </a:t>
            </a:r>
            <a:r>
              <a:rPr lang="zh-CN" altLang="en-US" dirty="0" smtClean="0"/>
              <a:t>现场总线国际标准</a:t>
            </a:r>
          </a:p>
        </p:txBody>
      </p:sp>
      <p:sp>
        <p:nvSpPr>
          <p:cNvPr id="3" name="内容占位符 2"/>
          <p:cNvSpPr>
            <a:spLocks noGrp="1"/>
          </p:cNvSpPr>
          <p:nvPr>
            <p:ph idx="1"/>
          </p:nvPr>
        </p:nvSpPr>
        <p:spPr>
          <a:xfrm>
            <a:off x="107950" y="981075"/>
            <a:ext cx="8785225" cy="5256213"/>
          </a:xfrm>
        </p:spPr>
        <p:txBody>
          <a:bodyPr/>
          <a:lstStyle/>
          <a:p>
            <a:pPr marL="342900" lvl="1" indent="-342900" algn="just" eaLnBrk="1" hangingPunct="1">
              <a:buClr>
                <a:schemeClr val="tx1"/>
              </a:buClr>
              <a:buFont typeface="Arial" panose="020B0604020202020204" pitchFamily="34" charset="0"/>
              <a:buChar char="•"/>
              <a:defRPr/>
            </a:pPr>
            <a:r>
              <a:rPr lang="en-US" altLang="zh-CN" sz="2400" dirty="0"/>
              <a:t>Type9    </a:t>
            </a:r>
            <a:r>
              <a:rPr lang="en-US" altLang="zh-CN" sz="2400" dirty="0">
                <a:solidFill>
                  <a:srgbClr val="FF5050"/>
                </a:solidFill>
              </a:rPr>
              <a:t>FF  H1</a:t>
            </a:r>
            <a:r>
              <a:rPr lang="en-US" altLang="zh-CN" sz="2400" dirty="0"/>
              <a:t>               </a:t>
            </a:r>
            <a:r>
              <a:rPr lang="zh-CN" altLang="en-US" sz="2400" dirty="0"/>
              <a:t>现场总</a:t>
            </a:r>
            <a:r>
              <a:rPr lang="zh-CN" altLang="en-US" sz="2400" dirty="0" smtClean="0"/>
              <a:t>线</a:t>
            </a:r>
            <a:endParaRPr lang="en-US" altLang="zh-CN" dirty="0" smtClean="0"/>
          </a:p>
          <a:p>
            <a:pPr algn="just" eaLnBrk="1" hangingPunct="1">
              <a:buClr>
                <a:schemeClr val="tx1"/>
              </a:buClr>
              <a:buFont typeface="Arial" panose="020B0604020202020204" pitchFamily="34" charset="0"/>
              <a:buChar char="•"/>
              <a:defRPr/>
            </a:pPr>
            <a:r>
              <a:rPr lang="en-US" altLang="zh-CN" sz="2400" dirty="0" smtClean="0"/>
              <a:t>Type10  </a:t>
            </a:r>
            <a:r>
              <a:rPr lang="en-US" altLang="zh-CN" sz="2400" dirty="0">
                <a:solidFill>
                  <a:srgbClr val="FF5050"/>
                </a:solidFill>
              </a:rPr>
              <a:t>PROFINET</a:t>
            </a:r>
            <a:r>
              <a:rPr lang="en-US" altLang="zh-CN" sz="2400" dirty="0"/>
              <a:t>             </a:t>
            </a:r>
            <a:r>
              <a:rPr lang="zh-CN" altLang="en-US" sz="2400" dirty="0"/>
              <a:t>实时以太网</a:t>
            </a:r>
          </a:p>
          <a:p>
            <a:pPr algn="just" eaLnBrk="1" hangingPunct="1">
              <a:buClr>
                <a:schemeClr val="tx1"/>
              </a:buClr>
              <a:buFont typeface="Arial" panose="020B0604020202020204" pitchFamily="34" charset="0"/>
              <a:buChar char="•"/>
              <a:defRPr/>
            </a:pPr>
            <a:r>
              <a:rPr lang="en-US" altLang="zh-CN" sz="2400" dirty="0"/>
              <a:t>Type11  </a:t>
            </a:r>
            <a:r>
              <a:rPr lang="en-US" altLang="zh-CN" sz="2400" dirty="0" err="1"/>
              <a:t>TCnet</a:t>
            </a:r>
            <a:r>
              <a:rPr lang="en-US" altLang="zh-CN" sz="2400" dirty="0"/>
              <a:t>                </a:t>
            </a:r>
            <a:r>
              <a:rPr lang="zh-CN" altLang="en-US" sz="2400" dirty="0"/>
              <a:t>实时以太网</a:t>
            </a:r>
          </a:p>
          <a:p>
            <a:pPr algn="just" eaLnBrk="1" hangingPunct="1">
              <a:buClr>
                <a:schemeClr val="tx1"/>
              </a:buClr>
              <a:buFont typeface="Arial" panose="020B0604020202020204" pitchFamily="34" charset="0"/>
              <a:buChar char="•"/>
              <a:defRPr/>
            </a:pPr>
            <a:r>
              <a:rPr lang="en-US" altLang="zh-CN" sz="2400" dirty="0"/>
              <a:t>Type12  </a:t>
            </a:r>
            <a:r>
              <a:rPr lang="en-US" altLang="zh-CN" sz="2400" dirty="0" err="1">
                <a:solidFill>
                  <a:srgbClr val="FF5050"/>
                </a:solidFill>
              </a:rPr>
              <a:t>EtherCAT</a:t>
            </a:r>
            <a:r>
              <a:rPr lang="en-US" altLang="zh-CN" sz="2400" dirty="0"/>
              <a:t>             </a:t>
            </a:r>
            <a:r>
              <a:rPr lang="zh-CN" altLang="en-US" sz="2400" dirty="0"/>
              <a:t>实时以太网</a:t>
            </a:r>
            <a:endParaRPr lang="zh-CN" altLang="en-US" sz="2400" baseline="30000" dirty="0"/>
          </a:p>
          <a:p>
            <a:pPr algn="just" eaLnBrk="1" hangingPunct="1">
              <a:buClr>
                <a:schemeClr val="tx1"/>
              </a:buClr>
              <a:buFont typeface="Arial" panose="020B0604020202020204" pitchFamily="34" charset="0"/>
              <a:buChar char="•"/>
              <a:defRPr/>
            </a:pPr>
            <a:r>
              <a:rPr lang="en-US" altLang="zh-CN" sz="2400" dirty="0"/>
              <a:t>Type13  </a:t>
            </a:r>
            <a:r>
              <a:rPr lang="en-US" altLang="zh-CN" sz="2400" dirty="0">
                <a:solidFill>
                  <a:srgbClr val="FF5050"/>
                </a:solidFill>
              </a:rPr>
              <a:t>Ethernet </a:t>
            </a:r>
            <a:r>
              <a:rPr lang="en-US" altLang="zh-CN" sz="2400" dirty="0" err="1">
                <a:solidFill>
                  <a:srgbClr val="FF5050"/>
                </a:solidFill>
              </a:rPr>
              <a:t>Powerlink</a:t>
            </a:r>
            <a:r>
              <a:rPr lang="en-US" altLang="zh-CN" sz="2400" dirty="0"/>
              <a:t>   </a:t>
            </a:r>
            <a:r>
              <a:rPr lang="zh-CN" altLang="en-US" sz="2400" dirty="0"/>
              <a:t>实时以太网</a:t>
            </a:r>
          </a:p>
          <a:p>
            <a:pPr algn="just" eaLnBrk="1" hangingPunct="1">
              <a:buClr>
                <a:schemeClr val="tx1"/>
              </a:buClr>
              <a:buFont typeface="Arial" panose="020B0604020202020204" pitchFamily="34" charset="0"/>
              <a:buChar char="•"/>
              <a:defRPr/>
            </a:pPr>
            <a:r>
              <a:rPr lang="en-US" altLang="zh-CN" sz="2400" b="1" dirty="0"/>
              <a:t>Type14  </a:t>
            </a:r>
            <a:r>
              <a:rPr lang="en-US" altLang="zh-CN" sz="2400" b="1" dirty="0">
                <a:solidFill>
                  <a:srgbClr val="FF5050"/>
                </a:solidFill>
              </a:rPr>
              <a:t>EPA</a:t>
            </a:r>
            <a:r>
              <a:rPr lang="zh-CN" altLang="en-US" sz="2400" b="1" dirty="0">
                <a:solidFill>
                  <a:srgbClr val="FF5050"/>
                </a:solidFill>
              </a:rPr>
              <a:t>（中国）</a:t>
            </a:r>
            <a:r>
              <a:rPr lang="zh-CN" altLang="en-US" sz="2400" b="1" dirty="0"/>
              <a:t>          实时以太网</a:t>
            </a:r>
          </a:p>
          <a:p>
            <a:pPr algn="just" eaLnBrk="1" hangingPunct="1">
              <a:buClr>
                <a:schemeClr val="tx1"/>
              </a:buClr>
              <a:buFont typeface="Arial" panose="020B0604020202020204" pitchFamily="34" charset="0"/>
              <a:buChar char="•"/>
              <a:defRPr/>
            </a:pPr>
            <a:r>
              <a:rPr lang="en-US" altLang="zh-CN" sz="2400" dirty="0"/>
              <a:t>Type15  </a:t>
            </a:r>
            <a:r>
              <a:rPr lang="en-US" altLang="zh-CN" sz="2400" dirty="0">
                <a:solidFill>
                  <a:srgbClr val="FF5050"/>
                </a:solidFill>
              </a:rPr>
              <a:t>MODBUS-RTPS</a:t>
            </a:r>
            <a:r>
              <a:rPr lang="en-US" altLang="zh-CN" sz="2400" dirty="0"/>
              <a:t>          </a:t>
            </a:r>
            <a:r>
              <a:rPr lang="zh-CN" altLang="en-US" sz="2400" dirty="0"/>
              <a:t>实时以太网</a:t>
            </a:r>
          </a:p>
          <a:p>
            <a:pPr algn="just" eaLnBrk="1" hangingPunct="1">
              <a:buClr>
                <a:schemeClr val="tx1"/>
              </a:buClr>
              <a:buFont typeface="Arial" panose="020B0604020202020204" pitchFamily="34" charset="0"/>
              <a:buChar char="•"/>
              <a:defRPr/>
            </a:pPr>
            <a:r>
              <a:rPr lang="en-US" altLang="zh-CN" sz="2400" dirty="0"/>
              <a:t>Type16  SERCOS-</a:t>
            </a:r>
            <a:r>
              <a:rPr lang="en-US" altLang="zh-CN" sz="2400" dirty="0" err="1"/>
              <a:t>Ⅰ,</a:t>
            </a:r>
            <a:r>
              <a:rPr lang="en-US" altLang="en-US" sz="2400" dirty="0" err="1"/>
              <a:t>Ⅱ</a:t>
            </a:r>
            <a:r>
              <a:rPr lang="en-US" altLang="zh-CN" sz="2400" dirty="0"/>
              <a:t>         </a:t>
            </a:r>
            <a:r>
              <a:rPr lang="zh-CN" altLang="en-US" sz="2400" dirty="0"/>
              <a:t>现场总线</a:t>
            </a:r>
          </a:p>
          <a:p>
            <a:pPr algn="just" eaLnBrk="1" hangingPunct="1">
              <a:buClr>
                <a:schemeClr val="tx1"/>
              </a:buClr>
              <a:buFont typeface="Arial" panose="020B0604020202020204" pitchFamily="34" charset="0"/>
              <a:buChar char="•"/>
              <a:defRPr/>
            </a:pPr>
            <a:r>
              <a:rPr lang="en-US" altLang="zh-CN" sz="2400" dirty="0"/>
              <a:t>Type17  VNET/IP              </a:t>
            </a:r>
            <a:r>
              <a:rPr lang="zh-CN" altLang="en-US" sz="2400" dirty="0"/>
              <a:t>实时以太网</a:t>
            </a:r>
          </a:p>
          <a:p>
            <a:pPr algn="just" eaLnBrk="1" hangingPunct="1">
              <a:buClr>
                <a:schemeClr val="tx1"/>
              </a:buClr>
              <a:buFont typeface="Arial" panose="020B0604020202020204" pitchFamily="34" charset="0"/>
              <a:buChar char="•"/>
              <a:defRPr/>
            </a:pPr>
            <a:r>
              <a:rPr lang="en-US" altLang="zh-CN" sz="2400" dirty="0"/>
              <a:t>Type18  CC-Link              </a:t>
            </a:r>
            <a:r>
              <a:rPr lang="zh-CN" altLang="en-US" sz="2400" dirty="0"/>
              <a:t>现场总线</a:t>
            </a:r>
          </a:p>
          <a:p>
            <a:pPr algn="just" eaLnBrk="1" hangingPunct="1">
              <a:buClr>
                <a:schemeClr val="tx1"/>
              </a:buClr>
              <a:buFont typeface="Arial" panose="020B0604020202020204" pitchFamily="34" charset="0"/>
              <a:buChar char="•"/>
              <a:defRPr/>
            </a:pPr>
            <a:r>
              <a:rPr lang="en-US" altLang="zh-CN" sz="2400" dirty="0"/>
              <a:t>Type19  SERCOS-Ⅲ            </a:t>
            </a:r>
            <a:r>
              <a:rPr lang="zh-CN" altLang="en-US" sz="2400" dirty="0"/>
              <a:t>实时以太网</a:t>
            </a:r>
          </a:p>
          <a:p>
            <a:pPr algn="just" eaLnBrk="1" hangingPunct="1">
              <a:buClr>
                <a:schemeClr val="tx1"/>
              </a:buClr>
              <a:buFont typeface="Arial" panose="020B0604020202020204" pitchFamily="34" charset="0"/>
              <a:buChar char="•"/>
              <a:defRPr/>
            </a:pPr>
            <a:r>
              <a:rPr lang="en-US" altLang="zh-CN" sz="2400" dirty="0"/>
              <a:t>Type20  </a:t>
            </a:r>
            <a:r>
              <a:rPr lang="en-US" altLang="zh-CN" sz="2400" b="1" dirty="0">
                <a:solidFill>
                  <a:srgbClr val="6600FF"/>
                </a:solidFill>
              </a:rPr>
              <a:t>HART</a:t>
            </a:r>
            <a:r>
              <a:rPr lang="en-US" altLang="zh-CN" sz="2400" dirty="0"/>
              <a:t>                 </a:t>
            </a:r>
            <a:r>
              <a:rPr lang="zh-CN" altLang="en-US" sz="2400" dirty="0"/>
              <a:t>现场总线    </a:t>
            </a:r>
          </a:p>
          <a:p>
            <a:pPr marL="0" indent="0" algn="just" eaLnBrk="1" hangingPunct="1">
              <a:lnSpc>
                <a:spcPct val="150000"/>
              </a:lnSpc>
              <a:buClr>
                <a:schemeClr val="tx1"/>
              </a:buClr>
              <a:buFont typeface="Wingdings" pitchFamily="2" charset="2"/>
              <a:buNone/>
              <a:defRPr/>
            </a:pPr>
            <a:endParaRPr lang="zh-CN" altLang="en-US" sz="24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a:xfrm>
            <a:off x="107950" y="44450"/>
            <a:ext cx="7343775" cy="792163"/>
          </a:xfrm>
        </p:spPr>
        <p:txBody>
          <a:bodyPr/>
          <a:lstStyle/>
          <a:p>
            <a:pPr eaLnBrk="1" hangingPunct="1"/>
            <a:r>
              <a:rPr lang="en-US" altLang="zh-CN" dirty="0" smtClean="0"/>
              <a:t>1.4.2 </a:t>
            </a:r>
            <a:r>
              <a:rPr lang="zh-CN" altLang="en-US" dirty="0" smtClean="0"/>
              <a:t>现场总线国际标准</a:t>
            </a:r>
          </a:p>
        </p:txBody>
      </p:sp>
      <p:sp>
        <p:nvSpPr>
          <p:cNvPr id="3" name="内容占位符 2"/>
          <p:cNvSpPr>
            <a:spLocks noGrp="1"/>
          </p:cNvSpPr>
          <p:nvPr>
            <p:ph idx="1"/>
          </p:nvPr>
        </p:nvSpPr>
        <p:spPr>
          <a:xfrm>
            <a:off x="107950" y="981075"/>
            <a:ext cx="8785225" cy="5256213"/>
          </a:xfrm>
        </p:spPr>
        <p:txBody>
          <a:bodyPr/>
          <a:lstStyle/>
          <a:p>
            <a:pPr eaLnBrk="1" hangingPunct="1">
              <a:buFont typeface="Wingdings" panose="05000000000000000000" pitchFamily="2" charset="2"/>
              <a:buChar char="Ø"/>
              <a:defRPr/>
            </a:pPr>
            <a:r>
              <a:rPr lang="en-US" altLang="zh-CN" dirty="0" smtClean="0">
                <a:solidFill>
                  <a:schemeClr val="tx1"/>
                </a:solidFill>
              </a:rPr>
              <a:t> </a:t>
            </a:r>
            <a:r>
              <a:rPr lang="en-US" altLang="zh-CN" dirty="0" smtClean="0">
                <a:solidFill>
                  <a:srgbClr val="FF0000"/>
                </a:solidFill>
              </a:rPr>
              <a:t>IEC61784</a:t>
            </a:r>
            <a:r>
              <a:rPr lang="en-US" altLang="zh-CN" dirty="0">
                <a:solidFill>
                  <a:srgbClr val="FF0000"/>
                </a:solidFill>
              </a:rPr>
              <a:t>:</a:t>
            </a:r>
            <a:r>
              <a:rPr lang="en-US" altLang="zh-CN" dirty="0" smtClean="0">
                <a:solidFill>
                  <a:srgbClr val="FF0000"/>
                </a:solidFill>
              </a:rPr>
              <a:t> </a:t>
            </a:r>
            <a:r>
              <a:rPr lang="zh-CN" altLang="en-US" sz="2800" dirty="0" smtClean="0"/>
              <a:t>涉及</a:t>
            </a:r>
            <a:r>
              <a:rPr lang="en-US" altLang="zh-CN" sz="2800" dirty="0" smtClean="0"/>
              <a:t>7</a:t>
            </a:r>
            <a:r>
              <a:rPr lang="zh-CN" altLang="en-US" sz="2800" dirty="0"/>
              <a:t>个协议簇</a:t>
            </a:r>
            <a:r>
              <a:rPr lang="en-US" altLang="zh-CN" sz="2800" dirty="0"/>
              <a:t>18</a:t>
            </a:r>
            <a:r>
              <a:rPr lang="zh-CN" altLang="en-US" sz="2800" dirty="0"/>
              <a:t>个工业自动化网络协议子集的通信行规。</a:t>
            </a:r>
          </a:p>
          <a:p>
            <a:pPr eaLnBrk="1" hangingPunct="1">
              <a:lnSpc>
                <a:spcPct val="110000"/>
              </a:lnSpc>
              <a:defRPr/>
            </a:pPr>
            <a:r>
              <a:rPr lang="en-US" altLang="zh-CN" sz="2400" b="1" dirty="0">
                <a:solidFill>
                  <a:srgbClr val="FF3300"/>
                </a:solidFill>
              </a:rPr>
              <a:t>Foundation Fieldbus</a:t>
            </a:r>
            <a:r>
              <a:rPr lang="en-US" altLang="zh-CN" sz="2400" dirty="0"/>
              <a:t> ( </a:t>
            </a:r>
            <a:r>
              <a:rPr lang="zh-CN" altLang="en-US" sz="2400" dirty="0"/>
              <a:t>包括</a:t>
            </a:r>
            <a:r>
              <a:rPr lang="en-US" altLang="zh-CN" sz="2400" dirty="0"/>
              <a:t>FF H1</a:t>
            </a:r>
            <a:r>
              <a:rPr lang="zh-CN" altLang="en-US" sz="2400" dirty="0"/>
              <a:t>，</a:t>
            </a:r>
            <a:r>
              <a:rPr lang="en-US" altLang="zh-CN" sz="2400" dirty="0"/>
              <a:t>FF HSE</a:t>
            </a:r>
            <a:r>
              <a:rPr lang="zh-CN" altLang="en-US" sz="2400" dirty="0"/>
              <a:t>，</a:t>
            </a:r>
            <a:r>
              <a:rPr lang="en-US" altLang="zh-CN" sz="2400" dirty="0"/>
              <a:t>FF H2)</a:t>
            </a:r>
          </a:p>
          <a:p>
            <a:pPr eaLnBrk="1" hangingPunct="1">
              <a:lnSpc>
                <a:spcPct val="110000"/>
              </a:lnSpc>
              <a:defRPr/>
            </a:pPr>
            <a:r>
              <a:rPr lang="en-US" altLang="zh-CN" sz="2400" b="1" dirty="0">
                <a:solidFill>
                  <a:srgbClr val="FF3300"/>
                </a:solidFill>
              </a:rPr>
              <a:t>ControlNet</a:t>
            </a:r>
            <a:r>
              <a:rPr lang="zh-CN" altLang="en-US" sz="2400" dirty="0"/>
              <a:t>（包括</a:t>
            </a:r>
            <a:r>
              <a:rPr lang="en-US" altLang="zh-CN" sz="2400" dirty="0"/>
              <a:t>ControlNet</a:t>
            </a:r>
            <a:r>
              <a:rPr lang="zh-CN" altLang="en-US" sz="2400" dirty="0"/>
              <a:t>，</a:t>
            </a:r>
            <a:r>
              <a:rPr lang="en-US" altLang="zh-CN" sz="2400" dirty="0" err="1"/>
              <a:t>EtherNet</a:t>
            </a:r>
            <a:r>
              <a:rPr lang="en-US" altLang="zh-CN" sz="2400" dirty="0"/>
              <a:t>/IP</a:t>
            </a:r>
            <a:r>
              <a:rPr lang="zh-CN" altLang="en-US" sz="2400" dirty="0"/>
              <a:t>）</a:t>
            </a:r>
          </a:p>
          <a:p>
            <a:pPr eaLnBrk="1" hangingPunct="1">
              <a:lnSpc>
                <a:spcPct val="110000"/>
              </a:lnSpc>
              <a:defRPr/>
            </a:pPr>
            <a:r>
              <a:rPr lang="en-US" altLang="zh-CN" sz="2400" b="1" dirty="0">
                <a:solidFill>
                  <a:srgbClr val="FF3300"/>
                </a:solidFill>
              </a:rPr>
              <a:t>PROFIBUS</a:t>
            </a:r>
            <a:r>
              <a:rPr lang="zh-CN" altLang="en-US" sz="2400" dirty="0"/>
              <a:t>（包括</a:t>
            </a:r>
            <a:r>
              <a:rPr lang="en-US" altLang="zh-CN" sz="2400" dirty="0"/>
              <a:t>PROFIBUS-DP</a:t>
            </a:r>
            <a:r>
              <a:rPr lang="zh-CN" altLang="en-US" sz="2400" dirty="0"/>
              <a:t>，</a:t>
            </a:r>
            <a:r>
              <a:rPr lang="en-US" altLang="zh-CN" sz="2400" dirty="0"/>
              <a:t>PROFIBUS-PA</a:t>
            </a:r>
            <a:r>
              <a:rPr lang="zh-CN" altLang="en-US" sz="2400" dirty="0"/>
              <a:t>，</a:t>
            </a:r>
            <a:r>
              <a:rPr lang="en-US" altLang="zh-CN" sz="2400" dirty="0" err="1"/>
              <a:t>PROFINet</a:t>
            </a:r>
            <a:r>
              <a:rPr lang="zh-CN" altLang="en-US" sz="2400" dirty="0"/>
              <a:t>）</a:t>
            </a:r>
          </a:p>
          <a:p>
            <a:pPr eaLnBrk="1" hangingPunct="1">
              <a:lnSpc>
                <a:spcPct val="110000"/>
              </a:lnSpc>
              <a:defRPr/>
            </a:pPr>
            <a:r>
              <a:rPr lang="en-US" altLang="zh-CN" sz="2400" b="1" dirty="0">
                <a:solidFill>
                  <a:srgbClr val="FF3300"/>
                </a:solidFill>
              </a:rPr>
              <a:t>P-Net</a:t>
            </a:r>
            <a:r>
              <a:rPr lang="zh-CN" altLang="en-US" sz="2400" dirty="0"/>
              <a:t>（包括</a:t>
            </a:r>
            <a:r>
              <a:rPr lang="en-US" altLang="zh-CN" sz="2400" dirty="0"/>
              <a:t>P-Net RS-485</a:t>
            </a:r>
            <a:r>
              <a:rPr lang="zh-CN" altLang="en-US" sz="2400" dirty="0"/>
              <a:t>，</a:t>
            </a:r>
            <a:r>
              <a:rPr lang="en-US" altLang="zh-CN" sz="2400" dirty="0"/>
              <a:t>P-Net RS232</a:t>
            </a:r>
            <a:r>
              <a:rPr lang="zh-CN" altLang="en-US" sz="2400" dirty="0"/>
              <a:t>）</a:t>
            </a:r>
          </a:p>
          <a:p>
            <a:pPr eaLnBrk="1" hangingPunct="1">
              <a:lnSpc>
                <a:spcPct val="110000"/>
              </a:lnSpc>
              <a:defRPr/>
            </a:pPr>
            <a:r>
              <a:rPr lang="en-US" altLang="zh-CN" sz="2400" b="1" dirty="0" err="1">
                <a:solidFill>
                  <a:srgbClr val="FF3300"/>
                </a:solidFill>
              </a:rPr>
              <a:t>WorldFIP</a:t>
            </a:r>
            <a:r>
              <a:rPr lang="zh-CN" altLang="en-US" sz="2400" dirty="0"/>
              <a:t>（包括 </a:t>
            </a:r>
            <a:r>
              <a:rPr lang="en-US" altLang="zh-CN" sz="2400" dirty="0" err="1"/>
              <a:t>WorldFIP</a:t>
            </a:r>
            <a:r>
              <a:rPr lang="en-US" altLang="zh-CN" sz="2400" dirty="0"/>
              <a:t> </a:t>
            </a:r>
            <a:r>
              <a:rPr lang="zh-CN" altLang="en-US" sz="2400" dirty="0"/>
              <a:t>， </a:t>
            </a:r>
            <a:r>
              <a:rPr lang="en-US" altLang="zh-CN" sz="2400" dirty="0" err="1"/>
              <a:t>WorldFIP</a:t>
            </a:r>
            <a:r>
              <a:rPr lang="en-US" altLang="zh-CN" sz="2400" dirty="0"/>
              <a:t> with </a:t>
            </a:r>
            <a:r>
              <a:rPr lang="en-US" altLang="zh-CN" sz="2400" dirty="0" err="1"/>
              <a:t>subMMS</a:t>
            </a:r>
            <a:r>
              <a:rPr lang="zh-CN" altLang="en-US" sz="2400" dirty="0"/>
              <a:t>， </a:t>
            </a:r>
            <a:r>
              <a:rPr lang="en-US" altLang="zh-CN" sz="2400" dirty="0" err="1"/>
              <a:t>WorldFIP</a:t>
            </a:r>
            <a:r>
              <a:rPr lang="en-US" altLang="zh-CN" sz="2400" dirty="0"/>
              <a:t> minimal for TCP/IP</a:t>
            </a:r>
            <a:r>
              <a:rPr lang="zh-CN" altLang="en-US" sz="2400" dirty="0"/>
              <a:t>）</a:t>
            </a:r>
          </a:p>
          <a:p>
            <a:pPr eaLnBrk="1" hangingPunct="1">
              <a:lnSpc>
                <a:spcPct val="110000"/>
              </a:lnSpc>
              <a:defRPr/>
            </a:pPr>
            <a:r>
              <a:rPr lang="en-US" altLang="zh-CN" sz="2400" b="1" dirty="0" err="1">
                <a:solidFill>
                  <a:srgbClr val="FF3300"/>
                </a:solidFill>
              </a:rPr>
              <a:t>Interbus</a:t>
            </a:r>
            <a:r>
              <a:rPr lang="zh-CN" altLang="en-US" sz="2400" dirty="0"/>
              <a:t>（包括</a:t>
            </a:r>
            <a:r>
              <a:rPr lang="en-US" altLang="zh-CN" sz="2400" dirty="0" err="1"/>
              <a:t>Interbus</a:t>
            </a:r>
            <a:r>
              <a:rPr lang="zh-CN" altLang="en-US" sz="2400" dirty="0"/>
              <a:t>，</a:t>
            </a:r>
            <a:r>
              <a:rPr lang="en-US" altLang="zh-CN" sz="2400" dirty="0" err="1"/>
              <a:t>Interbus</a:t>
            </a:r>
            <a:r>
              <a:rPr lang="en-US" altLang="zh-CN" sz="2400" dirty="0"/>
              <a:t> for TCP/IP</a:t>
            </a:r>
            <a:r>
              <a:rPr lang="zh-CN" altLang="en-US" sz="2400" dirty="0"/>
              <a:t>，</a:t>
            </a:r>
            <a:r>
              <a:rPr lang="en-US" altLang="zh-CN" sz="2400" dirty="0" err="1"/>
              <a:t>Interbus</a:t>
            </a:r>
            <a:r>
              <a:rPr lang="en-US" altLang="zh-CN" sz="2400" dirty="0"/>
              <a:t> minimal</a:t>
            </a:r>
            <a:r>
              <a:rPr lang="zh-CN" altLang="en-US" sz="2400" dirty="0"/>
              <a:t>）</a:t>
            </a:r>
          </a:p>
          <a:p>
            <a:pPr eaLnBrk="1" hangingPunct="1">
              <a:lnSpc>
                <a:spcPct val="110000"/>
              </a:lnSpc>
              <a:defRPr/>
            </a:pPr>
            <a:r>
              <a:rPr lang="en-US" altLang="zh-CN" sz="2400" b="1" dirty="0" err="1">
                <a:solidFill>
                  <a:srgbClr val="FF3300"/>
                </a:solidFill>
              </a:rPr>
              <a:t>SwiffNet</a:t>
            </a:r>
            <a:r>
              <a:rPr lang="zh-CN" altLang="en-US" sz="2400" dirty="0"/>
              <a:t>（包括</a:t>
            </a:r>
            <a:r>
              <a:rPr lang="en-US" altLang="zh-CN" sz="2400" dirty="0" err="1"/>
              <a:t>SwiffNet</a:t>
            </a:r>
            <a:r>
              <a:rPr lang="en-US" altLang="zh-CN" sz="2400" dirty="0"/>
              <a:t>  transport</a:t>
            </a:r>
            <a:r>
              <a:rPr lang="zh-CN" altLang="en-US" sz="2400" dirty="0"/>
              <a:t>，</a:t>
            </a:r>
            <a:r>
              <a:rPr lang="en-US" altLang="zh-CN" sz="2400" dirty="0"/>
              <a:t>FF </a:t>
            </a:r>
            <a:r>
              <a:rPr lang="en-US" altLang="zh-CN" sz="2400" dirty="0" err="1"/>
              <a:t>SwiffNet</a:t>
            </a:r>
            <a:r>
              <a:rPr lang="en-US" altLang="zh-CN" sz="2400" dirty="0"/>
              <a:t>  full stack</a:t>
            </a:r>
            <a:r>
              <a:rPr lang="zh-CN" altLang="en-US" sz="2400" dirty="0" smtClean="0"/>
              <a:t>）</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a:xfrm>
            <a:off x="107950" y="44450"/>
            <a:ext cx="7343775" cy="792163"/>
          </a:xfrm>
        </p:spPr>
        <p:txBody>
          <a:bodyPr/>
          <a:lstStyle/>
          <a:p>
            <a:pPr eaLnBrk="1" hangingPunct="1"/>
            <a:r>
              <a:rPr lang="en-US" altLang="zh-CN" dirty="0" smtClean="0"/>
              <a:t>1.4.2 </a:t>
            </a:r>
            <a:r>
              <a:rPr lang="zh-CN" altLang="en-US" dirty="0" smtClean="0"/>
              <a:t>现场总线国际标准</a:t>
            </a:r>
          </a:p>
        </p:txBody>
      </p:sp>
      <p:sp>
        <p:nvSpPr>
          <p:cNvPr id="3" name="内容占位符 2"/>
          <p:cNvSpPr>
            <a:spLocks noGrp="1"/>
          </p:cNvSpPr>
          <p:nvPr>
            <p:ph idx="1"/>
          </p:nvPr>
        </p:nvSpPr>
        <p:spPr>
          <a:xfrm>
            <a:off x="107950" y="981075"/>
            <a:ext cx="8785225" cy="5256213"/>
          </a:xfrm>
        </p:spPr>
        <p:txBody>
          <a:bodyPr/>
          <a:lstStyle/>
          <a:p>
            <a:pPr eaLnBrk="1" hangingPunct="1">
              <a:buFont typeface="Wingdings" panose="05000000000000000000" pitchFamily="2" charset="2"/>
              <a:buChar char="Ø"/>
              <a:defRPr/>
            </a:pPr>
            <a:r>
              <a:rPr lang="en-US" altLang="zh-CN" dirty="0" smtClean="0"/>
              <a:t> </a:t>
            </a:r>
            <a:r>
              <a:rPr lang="en-US" altLang="zh-CN" dirty="0" smtClean="0">
                <a:solidFill>
                  <a:srgbClr val="FF0000"/>
                </a:solidFill>
              </a:rPr>
              <a:t>IEC62026  </a:t>
            </a:r>
            <a:r>
              <a:rPr lang="zh-CN" altLang="en-US" dirty="0" smtClean="0"/>
              <a:t>控</a:t>
            </a:r>
            <a:r>
              <a:rPr lang="zh-CN" altLang="en-US" dirty="0"/>
              <a:t>制器与电器设备之间的接口标准</a:t>
            </a:r>
            <a:r>
              <a:rPr lang="zh-CN" altLang="en-US" dirty="0" smtClean="0"/>
              <a:t>，涉</a:t>
            </a:r>
            <a:r>
              <a:rPr lang="zh-CN" altLang="en-US" dirty="0"/>
              <a:t>及</a:t>
            </a:r>
            <a:r>
              <a:rPr lang="zh-CN" altLang="en-US" dirty="0">
                <a:solidFill>
                  <a:srgbClr val="C00000"/>
                </a:solidFill>
              </a:rPr>
              <a:t>设备层</a:t>
            </a:r>
            <a:r>
              <a:rPr lang="zh-CN" altLang="en-US" dirty="0"/>
              <a:t>的现场总线标准。 </a:t>
            </a:r>
          </a:p>
          <a:p>
            <a:pPr marL="457200" lvl="1" indent="0" algn="just" eaLnBrk="1" hangingPunct="1">
              <a:buNone/>
              <a:defRPr/>
            </a:pPr>
            <a:r>
              <a:rPr lang="zh-CN" altLang="en-US" dirty="0" smtClean="0"/>
              <a:t>定</a:t>
            </a:r>
            <a:r>
              <a:rPr lang="zh-CN" altLang="en-US" dirty="0"/>
              <a:t>义了</a:t>
            </a:r>
            <a:r>
              <a:rPr lang="zh-CN" altLang="en-US" b="1" dirty="0">
                <a:solidFill>
                  <a:srgbClr val="C00000"/>
                </a:solidFill>
              </a:rPr>
              <a:t>四种协议</a:t>
            </a:r>
            <a:r>
              <a:rPr lang="zh-CN" altLang="en-US" dirty="0"/>
              <a:t>：</a:t>
            </a:r>
          </a:p>
          <a:p>
            <a:pPr lvl="1" algn="just" eaLnBrk="1" hangingPunct="1">
              <a:buFont typeface="Wingdings" pitchFamily="2" charset="2"/>
              <a:buNone/>
              <a:defRPr/>
            </a:pPr>
            <a:r>
              <a:rPr lang="zh-CN" altLang="en-US" dirty="0"/>
              <a:t>（</a:t>
            </a:r>
            <a:r>
              <a:rPr lang="en-US" altLang="zh-CN" dirty="0"/>
              <a:t>1</a:t>
            </a:r>
            <a:r>
              <a:rPr lang="zh-CN" altLang="en-US" dirty="0"/>
              <a:t>）</a:t>
            </a:r>
            <a:r>
              <a:rPr lang="en-US" altLang="zh-CN" b="1" dirty="0" smtClean="0">
                <a:solidFill>
                  <a:srgbClr val="C00000"/>
                </a:solidFill>
              </a:rPr>
              <a:t>IEC62026-2, </a:t>
            </a:r>
            <a:r>
              <a:rPr lang="zh-CN" altLang="en-US" b="1" dirty="0" smtClean="0">
                <a:solidFill>
                  <a:srgbClr val="C00000"/>
                </a:solidFill>
              </a:rPr>
              <a:t>执</a:t>
            </a:r>
            <a:r>
              <a:rPr lang="zh-CN" altLang="en-US" b="1" dirty="0">
                <a:solidFill>
                  <a:srgbClr val="C00000"/>
                </a:solidFill>
              </a:rPr>
              <a:t>行器传感器接</a:t>
            </a:r>
            <a:r>
              <a:rPr lang="zh-CN" altLang="en-US" b="1" dirty="0" smtClean="0">
                <a:solidFill>
                  <a:srgbClr val="C00000"/>
                </a:solidFill>
              </a:rPr>
              <a:t>口</a:t>
            </a:r>
            <a:r>
              <a:rPr lang="en-US" altLang="zh-CN" b="1" dirty="0" smtClean="0">
                <a:solidFill>
                  <a:srgbClr val="C00000"/>
                </a:solidFill>
              </a:rPr>
              <a:t>(AS-</a:t>
            </a:r>
            <a:r>
              <a:rPr lang="en-US" altLang="zh-CN" b="1" dirty="0" err="1" smtClean="0">
                <a:solidFill>
                  <a:srgbClr val="C00000"/>
                </a:solidFill>
              </a:rPr>
              <a:t>i</a:t>
            </a:r>
            <a:r>
              <a:rPr lang="zh-CN" altLang="en-US" b="1" dirty="0" smtClean="0">
                <a:solidFill>
                  <a:srgbClr val="C00000"/>
                </a:solidFill>
              </a:rPr>
              <a:t>：</a:t>
            </a:r>
            <a:r>
              <a:rPr lang="en-US" altLang="zh-CN" b="1" dirty="0">
                <a:solidFill>
                  <a:srgbClr val="C00000"/>
                </a:solidFill>
              </a:rPr>
              <a:t>Actuator sensor </a:t>
            </a:r>
            <a:r>
              <a:rPr lang="en-US" altLang="zh-CN" b="1" dirty="0" smtClean="0">
                <a:solidFill>
                  <a:srgbClr val="C00000"/>
                </a:solidFill>
              </a:rPr>
              <a:t>interface)</a:t>
            </a:r>
            <a:endParaRPr lang="zh-CN" altLang="en-US" b="1" dirty="0">
              <a:solidFill>
                <a:srgbClr val="C00000"/>
              </a:solidFill>
            </a:endParaRPr>
          </a:p>
          <a:p>
            <a:pPr lvl="1" algn="just" eaLnBrk="1" hangingPunct="1">
              <a:buFont typeface="Wingdings" pitchFamily="2" charset="2"/>
              <a:buNone/>
              <a:defRPr/>
            </a:pPr>
            <a:r>
              <a:rPr lang="zh-CN" altLang="en-US" dirty="0"/>
              <a:t>（</a:t>
            </a:r>
            <a:r>
              <a:rPr lang="en-US" altLang="zh-CN" dirty="0"/>
              <a:t>2</a:t>
            </a:r>
            <a:r>
              <a:rPr lang="zh-CN" altLang="en-US" dirty="0"/>
              <a:t>）</a:t>
            </a:r>
            <a:r>
              <a:rPr lang="en-US" altLang="zh-CN" b="1" dirty="0" smtClean="0">
                <a:solidFill>
                  <a:srgbClr val="C00000"/>
                </a:solidFill>
              </a:rPr>
              <a:t>IEC62026-3, </a:t>
            </a:r>
            <a:r>
              <a:rPr lang="en-US" altLang="zh-CN" b="1" dirty="0" err="1" smtClean="0">
                <a:solidFill>
                  <a:srgbClr val="C00000"/>
                </a:solidFill>
              </a:rPr>
              <a:t>DeviceNet</a:t>
            </a:r>
            <a:endParaRPr lang="en-US" altLang="zh-CN" b="1" dirty="0" smtClean="0">
              <a:solidFill>
                <a:srgbClr val="C00000"/>
              </a:solidFill>
            </a:endParaRPr>
          </a:p>
          <a:p>
            <a:pPr lvl="1" algn="just" eaLnBrk="1" hangingPunct="1">
              <a:buFont typeface="Wingdings" pitchFamily="2" charset="2"/>
              <a:buNone/>
              <a:defRPr/>
            </a:pPr>
            <a:r>
              <a:rPr lang="zh-CN" altLang="en-US" dirty="0" smtClean="0"/>
              <a:t>（</a:t>
            </a:r>
            <a:r>
              <a:rPr lang="en-US" altLang="zh-CN" dirty="0" smtClean="0"/>
              <a:t>3</a:t>
            </a:r>
            <a:r>
              <a:rPr lang="zh-CN" altLang="en-US" dirty="0" smtClean="0"/>
              <a:t>）</a:t>
            </a:r>
            <a:r>
              <a:rPr lang="en-US" altLang="zh-CN" b="1" dirty="0" smtClean="0">
                <a:solidFill>
                  <a:srgbClr val="C00000"/>
                </a:solidFill>
              </a:rPr>
              <a:t>IEC62026-5,</a:t>
            </a:r>
            <a:r>
              <a:rPr lang="zh-CN" altLang="en-US" b="1" dirty="0">
                <a:solidFill>
                  <a:srgbClr val="C00000"/>
                </a:solidFill>
              </a:rPr>
              <a:t>智能分布式系</a:t>
            </a:r>
            <a:r>
              <a:rPr lang="zh-CN" altLang="en-US" b="1" dirty="0" smtClean="0">
                <a:solidFill>
                  <a:srgbClr val="C00000"/>
                </a:solidFill>
              </a:rPr>
              <a:t>统</a:t>
            </a:r>
            <a:r>
              <a:rPr lang="en-US" altLang="zh-CN" b="1" dirty="0" smtClean="0">
                <a:solidFill>
                  <a:srgbClr val="C00000"/>
                </a:solidFill>
              </a:rPr>
              <a:t>(SDS</a:t>
            </a:r>
            <a:r>
              <a:rPr lang="zh-CN" altLang="en-US" b="1" dirty="0">
                <a:solidFill>
                  <a:srgbClr val="C00000"/>
                </a:solidFill>
              </a:rPr>
              <a:t>：</a:t>
            </a:r>
            <a:r>
              <a:rPr lang="en-US" altLang="zh-CN" b="1" dirty="0">
                <a:solidFill>
                  <a:srgbClr val="C00000"/>
                </a:solidFill>
              </a:rPr>
              <a:t>Smart distributed </a:t>
            </a:r>
            <a:r>
              <a:rPr lang="en-US" altLang="zh-CN" b="1" dirty="0" smtClean="0">
                <a:solidFill>
                  <a:srgbClr val="C00000"/>
                </a:solidFill>
              </a:rPr>
              <a:t>system</a:t>
            </a:r>
            <a:r>
              <a:rPr lang="en-US" altLang="zh-CN" b="1" dirty="0">
                <a:solidFill>
                  <a:srgbClr val="C00000"/>
                </a:solidFill>
              </a:rPr>
              <a:t>)</a:t>
            </a:r>
            <a:endParaRPr lang="en-US" altLang="zh-CN" b="1" dirty="0" smtClean="0">
              <a:solidFill>
                <a:srgbClr val="C00000"/>
              </a:solidFill>
            </a:endParaRPr>
          </a:p>
          <a:p>
            <a:pPr lvl="1" algn="just" eaLnBrk="1" hangingPunct="1">
              <a:buNone/>
              <a:defRPr/>
            </a:pPr>
            <a:r>
              <a:rPr lang="zh-CN" altLang="en-US" dirty="0"/>
              <a:t>（</a:t>
            </a:r>
            <a:r>
              <a:rPr lang="en-US" altLang="zh-CN" dirty="0"/>
              <a:t>4</a:t>
            </a:r>
            <a:r>
              <a:rPr lang="zh-CN" altLang="en-US" dirty="0"/>
              <a:t>）</a:t>
            </a:r>
            <a:r>
              <a:rPr lang="en-US" altLang="zh-CN" b="1" dirty="0" smtClean="0">
                <a:solidFill>
                  <a:srgbClr val="C00000"/>
                </a:solidFill>
              </a:rPr>
              <a:t>IEC62026-6,</a:t>
            </a:r>
            <a:r>
              <a:rPr lang="zh-CN" altLang="en-US" b="1" dirty="0">
                <a:solidFill>
                  <a:srgbClr val="C00000"/>
                </a:solidFill>
              </a:rPr>
              <a:t>串行多路控制总</a:t>
            </a:r>
            <a:r>
              <a:rPr lang="zh-CN" altLang="en-US" b="1" dirty="0" smtClean="0">
                <a:solidFill>
                  <a:srgbClr val="C00000"/>
                </a:solidFill>
              </a:rPr>
              <a:t>线 </a:t>
            </a:r>
            <a:r>
              <a:rPr lang="en-US" altLang="zh-CN" b="1" dirty="0" err="1" smtClean="0">
                <a:solidFill>
                  <a:srgbClr val="C00000"/>
                </a:solidFill>
              </a:rPr>
              <a:t>Seriplex</a:t>
            </a:r>
            <a:r>
              <a:rPr lang="en-US" altLang="zh-CN" b="1" dirty="0" smtClean="0">
                <a:solidFill>
                  <a:srgbClr val="C00000"/>
                </a:solidFill>
              </a:rPr>
              <a:t> (Serial </a:t>
            </a:r>
            <a:r>
              <a:rPr lang="en-US" altLang="zh-CN" b="1" dirty="0">
                <a:solidFill>
                  <a:srgbClr val="C00000"/>
                </a:solidFill>
              </a:rPr>
              <a:t>Multiplexed Control </a:t>
            </a:r>
            <a:r>
              <a:rPr lang="en-US" altLang="zh-CN" b="1" dirty="0" smtClean="0">
                <a:solidFill>
                  <a:srgbClr val="C00000"/>
                </a:solidFill>
              </a:rPr>
              <a:t>Bus)</a:t>
            </a:r>
            <a:endParaRPr lang="en-US" altLang="zh-CN" b="1" dirty="0">
              <a:solidFill>
                <a:srgbClr val="C00000"/>
              </a:solidFill>
            </a:endParaRPr>
          </a:p>
          <a:p>
            <a:pPr lvl="1" algn="just" eaLnBrk="1" hangingPunct="1">
              <a:buFont typeface="Wingdings" pitchFamily="2" charset="2"/>
              <a:buNone/>
              <a:defRPr/>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p:cNvSpPr>
          <p:nvPr>
            <p:ph type="title"/>
          </p:nvPr>
        </p:nvSpPr>
        <p:spPr>
          <a:xfrm>
            <a:off x="107950" y="44450"/>
            <a:ext cx="7343775" cy="792163"/>
          </a:xfrm>
        </p:spPr>
        <p:txBody>
          <a:bodyPr/>
          <a:lstStyle/>
          <a:p>
            <a:pPr eaLnBrk="1" hangingPunct="1"/>
            <a:r>
              <a:rPr lang="en-US" altLang="zh-CN" dirty="0" smtClean="0"/>
              <a:t>1.4.3 </a:t>
            </a:r>
            <a:r>
              <a:rPr lang="zh-CN" altLang="en-US" dirty="0" smtClean="0"/>
              <a:t>现场总线中国标准</a:t>
            </a:r>
          </a:p>
        </p:txBody>
      </p:sp>
      <p:sp>
        <p:nvSpPr>
          <p:cNvPr id="3" name="内容占位符 2"/>
          <p:cNvSpPr>
            <a:spLocks noGrp="1"/>
          </p:cNvSpPr>
          <p:nvPr>
            <p:ph idx="1"/>
          </p:nvPr>
        </p:nvSpPr>
        <p:spPr>
          <a:xfrm>
            <a:off x="107950" y="981075"/>
            <a:ext cx="8785225" cy="5256213"/>
          </a:xfrm>
        </p:spPr>
        <p:txBody>
          <a:bodyPr/>
          <a:lstStyle/>
          <a:p>
            <a:pPr algn="just" eaLnBrk="1" hangingPunct="1">
              <a:spcBef>
                <a:spcPct val="50000"/>
              </a:spcBef>
              <a:buFont typeface="Wingdings" panose="05000000000000000000" pitchFamily="2" charset="2"/>
              <a:buChar char="Ø"/>
              <a:defRPr/>
            </a:pPr>
            <a:r>
              <a:rPr kumimoji="1" lang="zh-CN" altLang="en-US" b="1" dirty="0"/>
              <a:t>与</a:t>
            </a:r>
            <a:r>
              <a:rPr kumimoji="1" lang="en-US" altLang="zh-CN" b="1" dirty="0"/>
              <a:t>IEC61158</a:t>
            </a:r>
            <a:r>
              <a:rPr kumimoji="1" lang="zh-CN" altLang="en-US" b="1" dirty="0"/>
              <a:t>相应的现场总线</a:t>
            </a:r>
            <a:r>
              <a:rPr kumimoji="1" lang="zh-CN" altLang="en-US" b="1" dirty="0">
                <a:solidFill>
                  <a:srgbClr val="C00000"/>
                </a:solidFill>
              </a:rPr>
              <a:t>中国标准</a:t>
            </a:r>
          </a:p>
          <a:p>
            <a:pPr lvl="1" algn="just" eaLnBrk="1" hangingPunct="1">
              <a:spcBef>
                <a:spcPct val="50000"/>
              </a:spcBef>
              <a:buClr>
                <a:schemeClr val="tx2"/>
              </a:buClr>
              <a:buFont typeface="Wingdings" panose="05000000000000000000" pitchFamily="2" charset="2"/>
              <a:buChar char="ü"/>
              <a:defRPr/>
            </a:pPr>
            <a:r>
              <a:rPr lang="en-US" altLang="zh-CN" sz="2400" b="1" dirty="0" smtClean="0">
                <a:solidFill>
                  <a:srgbClr val="FF0000"/>
                </a:solidFill>
              </a:rPr>
              <a:t>GB/T20540-2006</a:t>
            </a:r>
            <a:r>
              <a:rPr lang="en-US" altLang="zh-CN" sz="2400" dirty="0" smtClean="0"/>
              <a:t>  </a:t>
            </a:r>
            <a:r>
              <a:rPr kumimoji="1" lang="zh-CN" altLang="en-US" sz="2400" dirty="0"/>
              <a:t>测量和控制数字式数据通信  工业控制系统用现场总线  类型</a:t>
            </a:r>
            <a:r>
              <a:rPr kumimoji="1" lang="en-US" altLang="zh-CN" sz="2400" dirty="0"/>
              <a:t>3</a:t>
            </a:r>
            <a:r>
              <a:rPr kumimoji="1" lang="zh-CN" altLang="en-US" sz="2400" dirty="0"/>
              <a:t>：</a:t>
            </a:r>
            <a:r>
              <a:rPr kumimoji="1" lang="en-US" altLang="zh-CN" sz="2400" b="1" dirty="0"/>
              <a:t>PROFIBUS</a:t>
            </a:r>
            <a:r>
              <a:rPr kumimoji="1" lang="en-US" altLang="zh-CN" sz="2400" dirty="0"/>
              <a:t> </a:t>
            </a:r>
            <a:endParaRPr lang="en-US" altLang="zh-CN" sz="2400" dirty="0"/>
          </a:p>
          <a:p>
            <a:pPr lvl="1" algn="just" eaLnBrk="1" hangingPunct="1">
              <a:spcBef>
                <a:spcPct val="50000"/>
              </a:spcBef>
              <a:buClr>
                <a:schemeClr val="tx2"/>
              </a:buClr>
              <a:buFont typeface="Wingdings" panose="05000000000000000000" pitchFamily="2" charset="2"/>
              <a:buChar char="ü"/>
              <a:defRPr/>
            </a:pPr>
            <a:r>
              <a:rPr lang="en-US" altLang="zh-CN" sz="2400" b="1" dirty="0">
                <a:solidFill>
                  <a:srgbClr val="FF0000"/>
                </a:solidFill>
              </a:rPr>
              <a:t>GB/Z20541-2006</a:t>
            </a:r>
            <a:r>
              <a:rPr lang="en-US" altLang="zh-CN" sz="2400" dirty="0"/>
              <a:t>  </a:t>
            </a:r>
            <a:r>
              <a:rPr kumimoji="1" lang="zh-CN" altLang="en-US" sz="2400" dirty="0"/>
              <a:t>测量和控制数字式数据通信  工业控制系统用现场总线  类型</a:t>
            </a:r>
            <a:r>
              <a:rPr kumimoji="1" lang="en-US" altLang="zh-CN" sz="2400" dirty="0"/>
              <a:t>10</a:t>
            </a:r>
            <a:r>
              <a:rPr kumimoji="1" lang="zh-CN" altLang="en-US" sz="2400" dirty="0"/>
              <a:t>：</a:t>
            </a:r>
            <a:r>
              <a:rPr kumimoji="1" lang="zh-CN" altLang="en-US" sz="2400" b="1" dirty="0"/>
              <a:t> </a:t>
            </a:r>
            <a:r>
              <a:rPr kumimoji="1" lang="en-US" altLang="zh-CN" sz="2400" b="1" dirty="0" smtClean="0"/>
              <a:t>PROFINET</a:t>
            </a:r>
            <a:endParaRPr kumimoji="1" lang="en-US" altLang="zh-CN" sz="2400" dirty="0" smtClean="0"/>
          </a:p>
          <a:p>
            <a:pPr algn="just" eaLnBrk="1" hangingPunct="1">
              <a:spcBef>
                <a:spcPct val="50000"/>
              </a:spcBef>
              <a:buFont typeface="Wingdings" panose="05000000000000000000" pitchFamily="2" charset="2"/>
              <a:buChar char="Ø"/>
              <a:defRPr/>
            </a:pPr>
            <a:r>
              <a:rPr kumimoji="1" lang="zh-CN" altLang="en-US" b="1" dirty="0"/>
              <a:t>与</a:t>
            </a:r>
            <a:r>
              <a:rPr kumimoji="1" lang="en-US" altLang="zh-CN" b="1" dirty="0"/>
              <a:t>IEC61158</a:t>
            </a:r>
            <a:r>
              <a:rPr kumimoji="1" lang="zh-CN" altLang="en-US" b="1" dirty="0"/>
              <a:t>相应的现场总线</a:t>
            </a:r>
            <a:r>
              <a:rPr kumimoji="1" lang="zh-CN" altLang="en-US" b="1" dirty="0">
                <a:solidFill>
                  <a:srgbClr val="C00000"/>
                </a:solidFill>
              </a:rPr>
              <a:t>中国机械行业</a:t>
            </a:r>
            <a:r>
              <a:rPr kumimoji="1" lang="zh-CN" altLang="en-US" b="1" dirty="0" smtClean="0">
                <a:solidFill>
                  <a:srgbClr val="C00000"/>
                </a:solidFill>
              </a:rPr>
              <a:t>标准</a:t>
            </a:r>
            <a:endParaRPr kumimoji="1" lang="zh-CN" altLang="en-US" sz="1000" b="1" dirty="0">
              <a:solidFill>
                <a:srgbClr val="C00000"/>
              </a:solidFill>
            </a:endParaRPr>
          </a:p>
          <a:p>
            <a:pPr lvl="1" algn="just" eaLnBrk="1" hangingPunct="1">
              <a:spcBef>
                <a:spcPct val="50000"/>
              </a:spcBef>
              <a:buClr>
                <a:schemeClr val="tx2"/>
              </a:buClr>
              <a:buFont typeface="Wingdings" panose="05000000000000000000" pitchFamily="2" charset="2"/>
              <a:buChar char="ü"/>
              <a:defRPr/>
            </a:pPr>
            <a:r>
              <a:rPr lang="en-US" altLang="zh-CN" sz="2400" b="1" dirty="0">
                <a:solidFill>
                  <a:srgbClr val="FF0000"/>
                </a:solidFill>
              </a:rPr>
              <a:t>JB/T10308.3-2001</a:t>
            </a:r>
            <a:r>
              <a:rPr lang="en-US" altLang="zh-CN" sz="2400" dirty="0"/>
              <a:t>  </a:t>
            </a:r>
            <a:r>
              <a:rPr kumimoji="1" lang="zh-CN" altLang="en-US" sz="2400" dirty="0"/>
              <a:t>测量和控制数字数据通信  工业控制系统用现场总线  类型</a:t>
            </a:r>
            <a:r>
              <a:rPr kumimoji="1" lang="en-US" altLang="zh-CN" sz="2400" dirty="0"/>
              <a:t>3</a:t>
            </a:r>
            <a:r>
              <a:rPr kumimoji="1" lang="zh-CN" altLang="en-US" sz="2400" dirty="0"/>
              <a:t>：</a:t>
            </a:r>
            <a:r>
              <a:rPr kumimoji="1" lang="en-US" altLang="zh-CN" sz="2400" b="1" dirty="0"/>
              <a:t>PROFIBUS</a:t>
            </a:r>
            <a:r>
              <a:rPr kumimoji="1" lang="en-US" altLang="zh-CN" sz="2400" dirty="0"/>
              <a:t> </a:t>
            </a:r>
            <a:endParaRPr lang="en-US" altLang="zh-CN" sz="2400" dirty="0"/>
          </a:p>
          <a:p>
            <a:pPr lvl="1" algn="just" eaLnBrk="1" hangingPunct="1">
              <a:spcBef>
                <a:spcPct val="50000"/>
              </a:spcBef>
              <a:buClr>
                <a:schemeClr val="tx2"/>
              </a:buClr>
              <a:buFont typeface="Wingdings" panose="05000000000000000000" pitchFamily="2" charset="2"/>
              <a:buChar char="ü"/>
              <a:defRPr/>
            </a:pPr>
            <a:r>
              <a:rPr lang="en-US" altLang="zh-CN" sz="2400" b="1" dirty="0" smtClean="0">
                <a:solidFill>
                  <a:srgbClr val="FF0000"/>
                </a:solidFill>
              </a:rPr>
              <a:t>JB/T10308.2-2006</a:t>
            </a:r>
            <a:r>
              <a:rPr lang="en-US" altLang="zh-CN" sz="2400" dirty="0" smtClean="0"/>
              <a:t>  </a:t>
            </a:r>
            <a:r>
              <a:rPr kumimoji="1" lang="zh-CN" altLang="en-US" sz="2400" dirty="0" smtClean="0"/>
              <a:t>测量</a:t>
            </a:r>
            <a:r>
              <a:rPr kumimoji="1" lang="zh-CN" altLang="en-US" sz="2400" dirty="0"/>
              <a:t>和控制数字数据通信  工业控制系统用现场总线  类型</a:t>
            </a:r>
            <a:r>
              <a:rPr kumimoji="1" lang="en-US" altLang="zh-CN" sz="2400" dirty="0"/>
              <a:t>2</a:t>
            </a:r>
            <a:r>
              <a:rPr kumimoji="1" lang="zh-CN" altLang="en-US" sz="2400" dirty="0"/>
              <a:t>： </a:t>
            </a:r>
            <a:r>
              <a:rPr kumimoji="1" lang="en-US" altLang="zh-CN" sz="2400" b="1" dirty="0" err="1"/>
              <a:t>ControlNet</a:t>
            </a:r>
            <a:r>
              <a:rPr kumimoji="1" lang="en-US" altLang="zh-CN" sz="2400" b="1" dirty="0"/>
              <a:t> </a:t>
            </a:r>
            <a:r>
              <a:rPr kumimoji="1" lang="zh-CN" altLang="en-US" sz="2400" dirty="0"/>
              <a:t>和 </a:t>
            </a:r>
            <a:r>
              <a:rPr kumimoji="1" lang="en-US" altLang="zh-CN" sz="2400" b="1" dirty="0"/>
              <a:t>Ethernet/IP</a:t>
            </a:r>
          </a:p>
          <a:p>
            <a:pPr marL="0" indent="0" algn="just" eaLnBrk="1" hangingPunct="1">
              <a:spcBef>
                <a:spcPct val="50000"/>
              </a:spcBef>
              <a:buClr>
                <a:schemeClr val="tx2"/>
              </a:buClr>
              <a:buFont typeface="Arial" charset="0"/>
              <a:buNone/>
              <a:defRPr/>
            </a:pPr>
            <a:endParaRPr kumimoji="1" lang="en-US" altLang="zh-CN"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1000"/>
                                        <p:tgtEl>
                                          <p:spTgt spid="3">
                                            <p:txEl>
                                              <p:pRg st="3" end="3"/>
                                            </p:txEl>
                                          </p:spTgt>
                                        </p:tgtEl>
                                      </p:cBhvr>
                                    </p:animEffect>
                                    <p:anim calcmode="lin" valueType="num">
                                      <p:cBhvr>
                                        <p:cTn id="2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1000"/>
                                        <p:tgtEl>
                                          <p:spTgt spid="3">
                                            <p:txEl>
                                              <p:pRg st="4" end="4"/>
                                            </p:txEl>
                                          </p:spTgt>
                                        </p:tgtEl>
                                      </p:cBhvr>
                                    </p:animEffect>
                                    <p:anim calcmode="lin" valueType="num">
                                      <p:cBhvr>
                                        <p:cTn id="2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1000"/>
                                        <p:tgtEl>
                                          <p:spTgt spid="3">
                                            <p:txEl>
                                              <p:pRg st="5" end="5"/>
                                            </p:txEl>
                                          </p:spTgt>
                                        </p:tgtEl>
                                      </p:cBhvr>
                                    </p:animEffect>
                                    <p:anim calcmode="lin" valueType="num">
                                      <p:cBhvr>
                                        <p:cTn id="32"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a:xfrm>
            <a:off x="107950" y="44450"/>
            <a:ext cx="7343775" cy="792163"/>
          </a:xfrm>
        </p:spPr>
        <p:txBody>
          <a:bodyPr/>
          <a:lstStyle/>
          <a:p>
            <a:pPr eaLnBrk="1" hangingPunct="1"/>
            <a:r>
              <a:rPr lang="en-US" altLang="zh-CN" dirty="0" smtClean="0"/>
              <a:t>1.4.3 </a:t>
            </a:r>
            <a:r>
              <a:rPr lang="zh-CN" altLang="en-US" dirty="0" smtClean="0"/>
              <a:t>现场总线中国标准</a:t>
            </a:r>
          </a:p>
        </p:txBody>
      </p:sp>
      <p:sp>
        <p:nvSpPr>
          <p:cNvPr id="3" name="内容占位符 2"/>
          <p:cNvSpPr>
            <a:spLocks noGrp="1"/>
          </p:cNvSpPr>
          <p:nvPr>
            <p:ph idx="1"/>
          </p:nvPr>
        </p:nvSpPr>
        <p:spPr>
          <a:xfrm>
            <a:off x="107950" y="981075"/>
            <a:ext cx="8785225" cy="5256213"/>
          </a:xfrm>
        </p:spPr>
        <p:txBody>
          <a:bodyPr/>
          <a:lstStyle/>
          <a:p>
            <a:pPr algn="just" eaLnBrk="1" hangingPunct="1">
              <a:spcBef>
                <a:spcPct val="50000"/>
              </a:spcBef>
              <a:buFont typeface="Wingdings" panose="05000000000000000000" pitchFamily="2" charset="2"/>
              <a:buChar char="Ø"/>
              <a:defRPr/>
            </a:pPr>
            <a:r>
              <a:rPr kumimoji="1" lang="zh-CN" altLang="en-US" b="1" dirty="0"/>
              <a:t>与</a:t>
            </a:r>
            <a:r>
              <a:rPr kumimoji="1" lang="en-US" altLang="zh-CN" b="1" dirty="0"/>
              <a:t>IEC62026</a:t>
            </a:r>
            <a:r>
              <a:rPr kumimoji="1" lang="zh-CN" altLang="en-US" b="1" dirty="0"/>
              <a:t>相应的现场总线</a:t>
            </a:r>
            <a:r>
              <a:rPr kumimoji="1" lang="zh-CN" altLang="en-US" b="1" dirty="0">
                <a:solidFill>
                  <a:srgbClr val="C00000"/>
                </a:solidFill>
              </a:rPr>
              <a:t>中国</a:t>
            </a:r>
            <a:r>
              <a:rPr kumimoji="1" lang="zh-CN" altLang="en-US" b="1" dirty="0" smtClean="0">
                <a:solidFill>
                  <a:srgbClr val="C00000"/>
                </a:solidFill>
              </a:rPr>
              <a:t>标准</a:t>
            </a:r>
            <a:endParaRPr kumimoji="1" lang="zh-CN" altLang="en-US" sz="1050" b="1" dirty="0">
              <a:solidFill>
                <a:srgbClr val="C00000"/>
              </a:solidFill>
            </a:endParaRPr>
          </a:p>
          <a:p>
            <a:pPr lvl="1" algn="just" eaLnBrk="1" hangingPunct="1">
              <a:buClr>
                <a:schemeClr val="accent3">
                  <a:lumMod val="50000"/>
                </a:schemeClr>
              </a:buClr>
              <a:buFont typeface="Wingdings" panose="05000000000000000000" pitchFamily="2" charset="2"/>
              <a:buChar char="ü"/>
              <a:defRPr/>
            </a:pPr>
            <a:r>
              <a:rPr lang="en-US" altLang="zh-CN" sz="2400" dirty="0" smtClean="0">
                <a:solidFill>
                  <a:srgbClr val="FF0000"/>
                </a:solidFill>
              </a:rPr>
              <a:t> </a:t>
            </a:r>
            <a:r>
              <a:rPr lang="en-US" altLang="zh-CN" sz="2400" b="1" dirty="0" smtClean="0">
                <a:solidFill>
                  <a:srgbClr val="FF0000"/>
                </a:solidFill>
              </a:rPr>
              <a:t>GB</a:t>
            </a:r>
            <a:r>
              <a:rPr lang="zh-CN" altLang="en-US" sz="2400" b="1" dirty="0">
                <a:solidFill>
                  <a:srgbClr val="FF0000"/>
                </a:solidFill>
              </a:rPr>
              <a:t>／</a:t>
            </a:r>
            <a:r>
              <a:rPr lang="en-US" altLang="zh-CN" sz="2400" b="1" dirty="0">
                <a:solidFill>
                  <a:srgbClr val="FF0000"/>
                </a:solidFill>
              </a:rPr>
              <a:t>T18858.1</a:t>
            </a:r>
            <a:r>
              <a:rPr lang="zh-CN" altLang="en-US" sz="2400" b="1" dirty="0">
                <a:solidFill>
                  <a:srgbClr val="FF0000"/>
                </a:solidFill>
              </a:rPr>
              <a:t>－</a:t>
            </a:r>
            <a:r>
              <a:rPr lang="en-US" altLang="zh-CN" sz="2400" b="1" dirty="0">
                <a:solidFill>
                  <a:srgbClr val="FF0000"/>
                </a:solidFill>
              </a:rPr>
              <a:t>2002 </a:t>
            </a:r>
            <a:r>
              <a:rPr lang="zh-CN" altLang="en-US" sz="2400" dirty="0"/>
              <a:t>低压开关设备和控制设备 控制器－设备接口 </a:t>
            </a:r>
            <a:r>
              <a:rPr lang="en-US" altLang="zh-CN" sz="2400" dirty="0"/>
              <a:t>(CDI)  </a:t>
            </a:r>
            <a:r>
              <a:rPr lang="zh-CN" altLang="en-US" sz="2400" dirty="0"/>
              <a:t>第</a:t>
            </a:r>
            <a:r>
              <a:rPr lang="en-US" altLang="zh-CN" sz="2400" dirty="0"/>
              <a:t>1</a:t>
            </a:r>
            <a:r>
              <a:rPr lang="zh-CN" altLang="en-US" sz="2400" dirty="0"/>
              <a:t>部分 总则 </a:t>
            </a:r>
          </a:p>
          <a:p>
            <a:pPr lvl="1" algn="just" eaLnBrk="1" hangingPunct="1">
              <a:buClr>
                <a:schemeClr val="accent3">
                  <a:lumMod val="50000"/>
                </a:schemeClr>
              </a:buClr>
              <a:buFont typeface="Wingdings" panose="05000000000000000000" pitchFamily="2" charset="2"/>
              <a:buChar char="ü"/>
              <a:defRPr/>
            </a:pPr>
            <a:r>
              <a:rPr lang="en-US" altLang="zh-CN" sz="2400" dirty="0" smtClean="0">
                <a:solidFill>
                  <a:srgbClr val="FF0000"/>
                </a:solidFill>
              </a:rPr>
              <a:t> </a:t>
            </a:r>
            <a:r>
              <a:rPr lang="en-US" altLang="zh-CN" sz="2400" b="1" dirty="0" smtClean="0">
                <a:solidFill>
                  <a:srgbClr val="FF0000"/>
                </a:solidFill>
              </a:rPr>
              <a:t>GB</a:t>
            </a:r>
            <a:r>
              <a:rPr lang="zh-CN" altLang="en-US" sz="2400" b="1" dirty="0">
                <a:solidFill>
                  <a:srgbClr val="FF0000"/>
                </a:solidFill>
              </a:rPr>
              <a:t>／</a:t>
            </a:r>
            <a:r>
              <a:rPr lang="en-US" altLang="zh-CN" sz="2400" b="1" dirty="0">
                <a:solidFill>
                  <a:srgbClr val="FF0000"/>
                </a:solidFill>
              </a:rPr>
              <a:t>T18858.2</a:t>
            </a:r>
            <a:r>
              <a:rPr lang="zh-CN" altLang="en-US" sz="2400" b="1" dirty="0">
                <a:solidFill>
                  <a:srgbClr val="FF0000"/>
                </a:solidFill>
              </a:rPr>
              <a:t>－</a:t>
            </a:r>
            <a:r>
              <a:rPr lang="en-US" altLang="zh-CN" sz="2400" b="1" dirty="0">
                <a:solidFill>
                  <a:srgbClr val="FF0000"/>
                </a:solidFill>
              </a:rPr>
              <a:t>2002 </a:t>
            </a:r>
            <a:r>
              <a:rPr lang="zh-CN" altLang="en-US" sz="2400" dirty="0"/>
              <a:t>低压开关设备和控制设备 控制器－设备接口 </a:t>
            </a:r>
            <a:r>
              <a:rPr lang="en-US" altLang="zh-CN" sz="2400" dirty="0"/>
              <a:t>(CDI)  </a:t>
            </a:r>
            <a:r>
              <a:rPr lang="zh-CN" altLang="en-US" sz="2400" dirty="0"/>
              <a:t>第</a:t>
            </a:r>
            <a:r>
              <a:rPr lang="en-US" altLang="zh-CN" sz="2400" dirty="0"/>
              <a:t>2</a:t>
            </a:r>
            <a:r>
              <a:rPr lang="zh-CN" altLang="en-US" sz="2400" dirty="0"/>
              <a:t>部分 执行器</a:t>
            </a:r>
            <a:r>
              <a:rPr lang="en-US" altLang="zh-CN" sz="2400" dirty="0"/>
              <a:t>-</a:t>
            </a:r>
            <a:r>
              <a:rPr lang="zh-CN" altLang="en-US" sz="2400" dirty="0"/>
              <a:t>传感器接口（</a:t>
            </a:r>
            <a:r>
              <a:rPr lang="en-US" altLang="zh-CN" sz="2400" b="1" dirty="0"/>
              <a:t>AS-</a:t>
            </a:r>
            <a:r>
              <a:rPr lang="en-US" altLang="zh-CN" sz="2400" b="1" dirty="0" err="1"/>
              <a:t>i</a:t>
            </a:r>
            <a:r>
              <a:rPr lang="zh-CN" altLang="en-US" sz="2400" dirty="0"/>
              <a:t>）</a:t>
            </a:r>
          </a:p>
          <a:p>
            <a:pPr lvl="1" algn="just" eaLnBrk="1" hangingPunct="1">
              <a:buClr>
                <a:schemeClr val="accent3">
                  <a:lumMod val="50000"/>
                </a:schemeClr>
              </a:buClr>
              <a:buFont typeface="Wingdings" panose="05000000000000000000" pitchFamily="2" charset="2"/>
              <a:buChar char="ü"/>
              <a:defRPr/>
            </a:pPr>
            <a:r>
              <a:rPr lang="zh-CN" altLang="en-US" sz="2400" b="1" dirty="0"/>
              <a:t> </a:t>
            </a:r>
            <a:r>
              <a:rPr lang="en-US" altLang="zh-CN" sz="2400" b="1" dirty="0">
                <a:solidFill>
                  <a:srgbClr val="FF0000"/>
                </a:solidFill>
              </a:rPr>
              <a:t>GB</a:t>
            </a:r>
            <a:r>
              <a:rPr lang="zh-CN" altLang="en-US" sz="2400" b="1" dirty="0">
                <a:solidFill>
                  <a:srgbClr val="FF0000"/>
                </a:solidFill>
              </a:rPr>
              <a:t>／</a:t>
            </a:r>
            <a:r>
              <a:rPr lang="en-US" altLang="zh-CN" sz="2400" b="1" dirty="0">
                <a:solidFill>
                  <a:srgbClr val="FF0000"/>
                </a:solidFill>
              </a:rPr>
              <a:t>T18858.3</a:t>
            </a:r>
            <a:r>
              <a:rPr lang="zh-CN" altLang="en-US" sz="2400" b="1" dirty="0">
                <a:solidFill>
                  <a:srgbClr val="FF0000"/>
                </a:solidFill>
              </a:rPr>
              <a:t>－</a:t>
            </a:r>
            <a:r>
              <a:rPr lang="en-US" altLang="zh-CN" sz="2400" b="1" dirty="0">
                <a:solidFill>
                  <a:srgbClr val="FF0000"/>
                </a:solidFill>
              </a:rPr>
              <a:t>2002 </a:t>
            </a:r>
            <a:r>
              <a:rPr lang="zh-CN" altLang="en-US" sz="2400" dirty="0"/>
              <a:t>低压开关设备和控制设备 控制器－设备接口 </a:t>
            </a:r>
            <a:r>
              <a:rPr lang="en-US" altLang="zh-CN" sz="2400" dirty="0"/>
              <a:t>(CDI)  </a:t>
            </a:r>
            <a:r>
              <a:rPr lang="zh-CN" altLang="en-US" sz="2400" dirty="0"/>
              <a:t>第</a:t>
            </a:r>
            <a:r>
              <a:rPr lang="en-US" altLang="zh-CN" sz="2400" dirty="0"/>
              <a:t>3</a:t>
            </a:r>
            <a:r>
              <a:rPr lang="zh-CN" altLang="en-US" sz="2400" dirty="0"/>
              <a:t>部分 </a:t>
            </a:r>
            <a:r>
              <a:rPr lang="en-US" altLang="zh-CN" sz="2400" b="1" dirty="0"/>
              <a:t>DeviceNet</a:t>
            </a:r>
          </a:p>
          <a:p>
            <a:pPr algn="just" eaLnBrk="1" hangingPunct="1">
              <a:spcBef>
                <a:spcPct val="50000"/>
              </a:spcBef>
              <a:buFont typeface="Wingdings" panose="05000000000000000000" pitchFamily="2" charset="2"/>
              <a:buChar char="Ø"/>
              <a:defRPr/>
            </a:pPr>
            <a:r>
              <a:rPr kumimoji="1" lang="zh-CN" altLang="en-US" b="1" dirty="0" smtClean="0">
                <a:latin typeface="楷体_GB2312" pitchFamily="49" charset="-122"/>
              </a:rPr>
              <a:t>其他现场总线</a:t>
            </a:r>
            <a:r>
              <a:rPr kumimoji="1" lang="zh-CN" altLang="en-US" b="1" dirty="0" smtClean="0">
                <a:solidFill>
                  <a:srgbClr val="C00000"/>
                </a:solidFill>
                <a:latin typeface="楷体_GB2312" pitchFamily="49" charset="-122"/>
              </a:rPr>
              <a:t>中国标准</a:t>
            </a:r>
            <a:endParaRPr kumimoji="1" lang="zh-CN" altLang="en-US" sz="1400" b="1" dirty="0" smtClean="0">
              <a:solidFill>
                <a:srgbClr val="C00000"/>
              </a:solidFill>
              <a:effectLst>
                <a:outerShdw blurRad="38100" dist="38100" dir="2700000" algn="tl">
                  <a:srgbClr val="C0C0C0"/>
                </a:outerShdw>
              </a:effectLst>
              <a:latin typeface="楷体_GB2312" pitchFamily="49" charset="-122"/>
            </a:endParaRPr>
          </a:p>
          <a:p>
            <a:pPr lvl="1" algn="just" eaLnBrk="1" hangingPunct="1">
              <a:spcBef>
                <a:spcPct val="50000"/>
              </a:spcBef>
              <a:buClr>
                <a:schemeClr val="tx2"/>
              </a:buClr>
              <a:buFont typeface="Wingdings" panose="05000000000000000000" pitchFamily="2" charset="2"/>
              <a:buChar char="ü"/>
              <a:defRPr/>
            </a:pPr>
            <a:r>
              <a:rPr lang="en-US" altLang="zh-CN" sz="2400" b="1" dirty="0">
                <a:solidFill>
                  <a:srgbClr val="FF0000"/>
                </a:solidFill>
              </a:rPr>
              <a:t>GB/Z20177-2006</a:t>
            </a:r>
            <a:r>
              <a:rPr lang="en-US" altLang="zh-CN" sz="2400" dirty="0" smtClean="0">
                <a:latin typeface="楷体_GB2312" pitchFamily="49" charset="-122"/>
              </a:rPr>
              <a:t> </a:t>
            </a:r>
            <a:r>
              <a:rPr lang="zh-CN" altLang="en-US" sz="2400" dirty="0" smtClean="0">
                <a:latin typeface="楷体_GB2312" pitchFamily="49" charset="-122"/>
              </a:rPr>
              <a:t>控制网络</a:t>
            </a:r>
            <a:r>
              <a:rPr lang="en-US" altLang="zh-CN" sz="2400" b="1" dirty="0" err="1" smtClean="0"/>
              <a:t>LonWorks</a:t>
            </a:r>
            <a:endParaRPr lang="en-US" altLang="zh-CN" sz="2400" b="1" dirty="0" smtClean="0"/>
          </a:p>
          <a:p>
            <a:pPr lvl="1" algn="just" eaLnBrk="1" hangingPunct="1">
              <a:spcBef>
                <a:spcPct val="50000"/>
              </a:spcBef>
              <a:buClr>
                <a:schemeClr val="tx2"/>
              </a:buClr>
              <a:buFont typeface="Wingdings" panose="05000000000000000000" pitchFamily="2" charset="2"/>
              <a:buChar char="ü"/>
              <a:defRPr/>
            </a:pPr>
            <a:r>
              <a:rPr lang="en-US" altLang="zh-CN" sz="2400" b="1" dirty="0">
                <a:solidFill>
                  <a:srgbClr val="FF0000"/>
                </a:solidFill>
              </a:rPr>
              <a:t>GB/Z20830-2007</a:t>
            </a:r>
            <a:r>
              <a:rPr lang="en-US" altLang="zh-CN" sz="2400" dirty="0" smtClean="0">
                <a:latin typeface="楷体_GB2312" pitchFamily="49" charset="-122"/>
              </a:rPr>
              <a:t> </a:t>
            </a:r>
            <a:r>
              <a:rPr kumimoji="1" lang="en-US" altLang="zh-CN" sz="2400" b="1" dirty="0" err="1" smtClean="0"/>
              <a:t>PROFIsafe</a:t>
            </a:r>
            <a:endParaRPr kumimoji="1" lang="en-US" altLang="zh-CN" sz="2400" b="1" dirty="0" smtClean="0"/>
          </a:p>
          <a:p>
            <a:pPr lvl="1" algn="just" eaLnBrk="1" hangingPunct="1">
              <a:spcBef>
                <a:spcPct val="50000"/>
              </a:spcBef>
              <a:buClr>
                <a:schemeClr val="tx2"/>
              </a:buClr>
              <a:buFont typeface="Wingdings" panose="05000000000000000000" pitchFamily="2" charset="2"/>
              <a:buChar char="ü"/>
              <a:defRPr/>
            </a:pPr>
            <a:r>
              <a:rPr lang="en-US" altLang="zh-CN" sz="2400" b="1" dirty="0">
                <a:solidFill>
                  <a:srgbClr val="FF0000"/>
                </a:solidFill>
              </a:rPr>
              <a:t>GB/T19582-2008</a:t>
            </a:r>
            <a:r>
              <a:rPr lang="en-US" altLang="zh-CN" sz="2400" dirty="0" smtClean="0">
                <a:latin typeface="楷体_GB2312" pitchFamily="49" charset="-122"/>
              </a:rPr>
              <a:t> </a:t>
            </a:r>
            <a:r>
              <a:rPr kumimoji="1" lang="zh-CN" altLang="en-US" sz="2400" dirty="0" smtClean="0">
                <a:latin typeface="楷体_GB2312" pitchFamily="49" charset="-122"/>
              </a:rPr>
              <a:t>基于</a:t>
            </a:r>
            <a:r>
              <a:rPr kumimoji="1" lang="en-US" altLang="zh-CN" sz="2400" b="1" dirty="0" smtClean="0"/>
              <a:t>Modbus</a:t>
            </a:r>
            <a:r>
              <a:rPr kumimoji="1" lang="zh-CN" altLang="en-US" sz="2400" dirty="0" smtClean="0">
                <a:latin typeface="楷体_GB2312" pitchFamily="49" charset="-122"/>
              </a:rPr>
              <a:t>协议的工业自动化网络规范</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0" dur="500"/>
                                        <p:tgtEl>
                                          <p:spTgt spid="3">
                                            <p:txEl>
                                              <p:pRg st="2" end="2"/>
                                            </p:txEl>
                                          </p:spTgt>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3" dur="500"/>
                                        <p:tgtEl>
                                          <p:spTgt spid="3">
                                            <p:txEl>
                                              <p:pRg st="3" end="3"/>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8" dur="500"/>
                                        <p:tgtEl>
                                          <p:spTgt spid="3">
                                            <p:txEl>
                                              <p:pRg st="4" end="4"/>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4" presetClass="entr" presetSubtype="1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3" dur="500"/>
                                        <p:tgtEl>
                                          <p:spTgt spid="3">
                                            <p:txEl>
                                              <p:pRg st="5" end="5"/>
                                            </p:txEl>
                                          </p:spTgt>
                                        </p:tgtEl>
                                      </p:cBhvr>
                                    </p:animEffect>
                                  </p:childTnLst>
                                </p:cTn>
                              </p:par>
                              <p:par>
                                <p:cTn id="24" presetID="14" presetClass="entr" presetSubtype="10" fill="hold" grpId="0"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randombar(horizontal)">
                                      <p:cBhvr>
                                        <p:cTn id="26" dur="500"/>
                                        <p:tgtEl>
                                          <p:spTgt spid="3">
                                            <p:txEl>
                                              <p:pRg st="6" end="6"/>
                                            </p:txEl>
                                          </p:spTgt>
                                        </p:tgtEl>
                                      </p:cBhvr>
                                    </p:animEffect>
                                  </p:childTnLst>
                                </p:cTn>
                              </p:par>
                              <p:par>
                                <p:cTn id="27" presetID="14" presetClass="entr" presetSubtype="1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randombar(horizontal)">
                                      <p:cBhvr>
                                        <p:cTn id="29"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a:xfrm>
            <a:off x="107950" y="44450"/>
            <a:ext cx="7343775" cy="792163"/>
          </a:xfrm>
        </p:spPr>
        <p:txBody>
          <a:bodyPr/>
          <a:lstStyle/>
          <a:p>
            <a:pPr eaLnBrk="1" hangingPunct="1"/>
            <a:r>
              <a:rPr lang="en-US" altLang="zh-CN" dirty="0" smtClean="0"/>
              <a:t>1.4.4 </a:t>
            </a:r>
            <a:r>
              <a:rPr lang="zh-CN" altLang="en-US" dirty="0" smtClean="0"/>
              <a:t>其</a:t>
            </a:r>
            <a:r>
              <a:rPr lang="zh-CN" altLang="en-US" dirty="0"/>
              <a:t>他</a:t>
            </a:r>
            <a:r>
              <a:rPr lang="zh-CN" altLang="en-US" dirty="0" smtClean="0"/>
              <a:t>地区与国家现场总线</a:t>
            </a:r>
            <a:r>
              <a:rPr lang="zh-CN" altLang="en-US" dirty="0"/>
              <a:t>标准</a:t>
            </a:r>
            <a:endParaRPr lang="zh-CN" altLang="en-US" sz="2800" dirty="0" smtClean="0"/>
          </a:p>
        </p:txBody>
      </p:sp>
      <p:sp>
        <p:nvSpPr>
          <p:cNvPr id="3" name="内容占位符 2"/>
          <p:cNvSpPr>
            <a:spLocks noGrp="1"/>
          </p:cNvSpPr>
          <p:nvPr>
            <p:ph idx="1"/>
          </p:nvPr>
        </p:nvSpPr>
        <p:spPr>
          <a:xfrm>
            <a:off x="107950" y="981075"/>
            <a:ext cx="8785225" cy="5256213"/>
          </a:xfrm>
        </p:spPr>
        <p:txBody>
          <a:bodyPr/>
          <a:lstStyle/>
          <a:p>
            <a:pPr algn="just" eaLnBrk="1" hangingPunct="1">
              <a:buFont typeface="Wingdings" pitchFamily="2" charset="2"/>
              <a:buChar char="Ø"/>
              <a:defRPr/>
            </a:pPr>
            <a:r>
              <a:rPr lang="en-US" altLang="zh-CN" b="1" dirty="0"/>
              <a:t> </a:t>
            </a:r>
            <a:r>
              <a:rPr lang="en-US" altLang="zh-CN" dirty="0" smtClean="0">
                <a:solidFill>
                  <a:srgbClr val="FF0000"/>
                </a:solidFill>
              </a:rPr>
              <a:t>EN50170</a:t>
            </a:r>
            <a:endParaRPr lang="zh-CN" altLang="en-US" sz="3600" b="1" dirty="0"/>
          </a:p>
          <a:p>
            <a:pPr algn="just" eaLnBrk="1" hangingPunct="1">
              <a:buFont typeface="Wingdings" pitchFamily="2" charset="2"/>
              <a:buNone/>
              <a:defRPr/>
            </a:pPr>
            <a:r>
              <a:rPr lang="en-US" altLang="zh-CN" sz="2400" dirty="0"/>
              <a:t> </a:t>
            </a:r>
            <a:r>
              <a:rPr lang="en-US" altLang="zh-CN" sz="2400" dirty="0" smtClean="0"/>
              <a:t>    1996</a:t>
            </a:r>
            <a:r>
              <a:rPr lang="zh-CN" altLang="en-US" sz="2400" dirty="0"/>
              <a:t>年由欧洲电工委员会（</a:t>
            </a:r>
            <a:r>
              <a:rPr lang="en-US" altLang="zh-CN" sz="2400" dirty="0"/>
              <a:t>CENELEC</a:t>
            </a:r>
            <a:r>
              <a:rPr lang="zh-CN" altLang="en-US" sz="2400" dirty="0"/>
              <a:t>）</a:t>
            </a:r>
            <a:r>
              <a:rPr lang="zh-CN" altLang="en-US" sz="2400" dirty="0" smtClean="0"/>
              <a:t>发布，包含</a:t>
            </a:r>
            <a:r>
              <a:rPr lang="en-US" altLang="zh-CN" sz="2400" dirty="0"/>
              <a:t>3</a:t>
            </a:r>
            <a:r>
              <a:rPr lang="zh-CN" altLang="en-US" sz="2400" dirty="0"/>
              <a:t>种不兼容协议的非单一欧洲</a:t>
            </a:r>
            <a:r>
              <a:rPr lang="zh-CN" altLang="en-US" sz="2400" dirty="0" smtClean="0"/>
              <a:t>标准，分别为卷</a:t>
            </a:r>
            <a:r>
              <a:rPr lang="en-US" altLang="zh-CN" sz="2400" dirty="0" smtClean="0"/>
              <a:t>1</a:t>
            </a:r>
            <a:r>
              <a:rPr lang="zh-CN" altLang="en-US" sz="2400" dirty="0" smtClean="0"/>
              <a:t>：</a:t>
            </a:r>
            <a:r>
              <a:rPr lang="en-US" altLang="zh-CN" sz="2400" dirty="0" smtClean="0"/>
              <a:t>P-Net</a:t>
            </a:r>
            <a:r>
              <a:rPr lang="zh-CN" altLang="en-US" sz="2400" dirty="0" smtClean="0"/>
              <a:t>，卷</a:t>
            </a:r>
            <a:r>
              <a:rPr lang="en-US" altLang="zh-CN" sz="2400" dirty="0"/>
              <a:t>2</a:t>
            </a:r>
            <a:r>
              <a:rPr lang="zh-CN" altLang="en-US" sz="2400" dirty="0"/>
              <a:t>：</a:t>
            </a:r>
            <a:r>
              <a:rPr lang="en-US" altLang="zh-CN" sz="2400" dirty="0" err="1"/>
              <a:t>Profibus</a:t>
            </a:r>
            <a:r>
              <a:rPr lang="zh-CN" altLang="en-US" sz="2400" dirty="0" smtClean="0"/>
              <a:t>，       卷</a:t>
            </a:r>
            <a:r>
              <a:rPr lang="en-US" altLang="zh-CN" sz="2400" dirty="0"/>
              <a:t>3</a:t>
            </a:r>
            <a:r>
              <a:rPr lang="zh-CN" altLang="en-US" sz="2400" dirty="0"/>
              <a:t>：</a:t>
            </a:r>
            <a:r>
              <a:rPr lang="en-US" altLang="zh-CN" sz="2400" dirty="0" err="1" smtClean="0"/>
              <a:t>WorldFIP</a:t>
            </a:r>
            <a:endParaRPr lang="en-US" altLang="zh-CN" sz="2400" dirty="0" smtClean="0"/>
          </a:p>
          <a:p>
            <a:pPr algn="just" eaLnBrk="1" hangingPunct="1">
              <a:buFont typeface="Wingdings" pitchFamily="2" charset="2"/>
              <a:buChar char="Ø"/>
              <a:defRPr/>
            </a:pPr>
            <a:r>
              <a:rPr lang="zh-CN" altLang="en-US" dirty="0" smtClean="0">
                <a:solidFill>
                  <a:srgbClr val="FF0000"/>
                </a:solidFill>
              </a:rPr>
              <a:t>其他已成为国际标准的现场总线</a:t>
            </a:r>
            <a:r>
              <a:rPr lang="en-US" altLang="zh-CN" dirty="0" smtClean="0"/>
              <a:t>:</a:t>
            </a:r>
          </a:p>
          <a:p>
            <a:pPr lvl="1" algn="just" eaLnBrk="1" hangingPunct="1">
              <a:buFont typeface="Wingdings" panose="05000000000000000000" pitchFamily="2" charset="2"/>
              <a:buChar char="ü"/>
              <a:defRPr/>
            </a:pPr>
            <a:r>
              <a:rPr lang="en-US" altLang="zh-CN" sz="2400" b="1" dirty="0" err="1" smtClean="0">
                <a:solidFill>
                  <a:srgbClr val="C00000"/>
                </a:solidFill>
              </a:rPr>
              <a:t>Interbus</a:t>
            </a:r>
            <a:r>
              <a:rPr lang="zh-CN" altLang="en-US" sz="2400" dirty="0" smtClean="0"/>
              <a:t>        欧洲标准</a:t>
            </a:r>
            <a:r>
              <a:rPr lang="en-US" altLang="zh-CN" sz="2400" dirty="0" smtClean="0"/>
              <a:t>EN50254</a:t>
            </a:r>
            <a:r>
              <a:rPr lang="zh-CN" altLang="en-US" sz="2400" dirty="0" smtClean="0"/>
              <a:t>和德国国家标准</a:t>
            </a:r>
            <a:r>
              <a:rPr lang="en-US" altLang="zh-CN" sz="2400" dirty="0" smtClean="0"/>
              <a:t>DIN19258</a:t>
            </a:r>
          </a:p>
          <a:p>
            <a:pPr lvl="1" algn="just" eaLnBrk="1" hangingPunct="1">
              <a:buFont typeface="Wingdings" panose="05000000000000000000" pitchFamily="2" charset="2"/>
              <a:buChar char="ü"/>
              <a:defRPr/>
            </a:pPr>
            <a:r>
              <a:rPr lang="en-US" altLang="zh-CN" sz="2400" b="1" dirty="0" smtClean="0">
                <a:solidFill>
                  <a:srgbClr val="C00000"/>
                </a:solidFill>
              </a:rPr>
              <a:t>AS-I</a:t>
            </a:r>
            <a:r>
              <a:rPr lang="zh-CN" altLang="en-US" sz="2400" dirty="0" smtClean="0"/>
              <a:t>                欧洲标准</a:t>
            </a:r>
            <a:r>
              <a:rPr lang="en-US" altLang="zh-CN" sz="2400" dirty="0" smtClean="0"/>
              <a:t>EN50295</a:t>
            </a:r>
          </a:p>
          <a:p>
            <a:pPr lvl="1" algn="just" eaLnBrk="1" hangingPunct="1">
              <a:buFont typeface="Wingdings" panose="05000000000000000000" pitchFamily="2" charset="2"/>
              <a:buChar char="ü"/>
              <a:defRPr/>
            </a:pPr>
            <a:r>
              <a:rPr lang="en-US" altLang="zh-CN" sz="2400" b="1" dirty="0" smtClean="0">
                <a:solidFill>
                  <a:srgbClr val="C00000"/>
                </a:solidFill>
              </a:rPr>
              <a:t>DeviceNet</a:t>
            </a:r>
            <a:r>
              <a:rPr lang="zh-CN" altLang="en-US" sz="2400" dirty="0" smtClean="0"/>
              <a:t>    欧洲标准</a:t>
            </a:r>
            <a:r>
              <a:rPr lang="en-US" altLang="zh-CN" sz="2400" dirty="0" smtClean="0"/>
              <a:t>EN50325</a:t>
            </a:r>
          </a:p>
          <a:p>
            <a:pPr lvl="1" algn="just" eaLnBrk="1" hangingPunct="1">
              <a:buFont typeface="Wingdings" panose="05000000000000000000" pitchFamily="2" charset="2"/>
              <a:buChar char="ü"/>
              <a:defRPr/>
            </a:pPr>
            <a:r>
              <a:rPr lang="en-US" altLang="zh-CN" sz="2400" b="1" dirty="0" smtClean="0">
                <a:solidFill>
                  <a:srgbClr val="C00000"/>
                </a:solidFill>
              </a:rPr>
              <a:t>FF</a:t>
            </a:r>
            <a:r>
              <a:rPr lang="en-US" altLang="zh-CN" sz="2400" b="1" dirty="0" smtClean="0"/>
              <a:t> </a:t>
            </a:r>
            <a:r>
              <a:rPr lang="en-US" altLang="zh-CN" sz="2400" b="1" dirty="0" smtClean="0">
                <a:solidFill>
                  <a:srgbClr val="C00000"/>
                </a:solidFill>
              </a:rPr>
              <a:t>H1</a:t>
            </a:r>
            <a:r>
              <a:rPr lang="zh-CN" altLang="en-US" sz="2400" dirty="0" smtClean="0"/>
              <a:t>             美国标准</a:t>
            </a:r>
            <a:r>
              <a:rPr lang="en-US" altLang="zh-CN" sz="2400" dirty="0" smtClean="0"/>
              <a:t>ISA S50.02</a:t>
            </a:r>
          </a:p>
          <a:p>
            <a:pPr lvl="1" algn="just" eaLnBrk="1" hangingPunct="1">
              <a:buFont typeface="Wingdings" panose="05000000000000000000" pitchFamily="2" charset="2"/>
              <a:buChar char="ü"/>
              <a:defRPr/>
            </a:pPr>
            <a:r>
              <a:rPr lang="en-US" altLang="zh-CN" sz="2400" b="1" dirty="0" err="1" smtClean="0">
                <a:solidFill>
                  <a:srgbClr val="C00000"/>
                </a:solidFill>
              </a:rPr>
              <a:t>Profibus</a:t>
            </a:r>
            <a:r>
              <a:rPr lang="zh-CN" altLang="en-US" sz="2400" dirty="0" smtClean="0"/>
              <a:t>        德国国家标准</a:t>
            </a:r>
            <a:r>
              <a:rPr lang="en-US" altLang="zh-CN" sz="2400" dirty="0" smtClean="0"/>
              <a:t>DIN19245</a:t>
            </a:r>
          </a:p>
          <a:p>
            <a:pPr lvl="1" algn="just" eaLnBrk="1" hangingPunct="1">
              <a:buFont typeface="Wingdings" panose="05000000000000000000" pitchFamily="2" charset="2"/>
              <a:buChar char="ü"/>
              <a:defRPr/>
            </a:pPr>
            <a:r>
              <a:rPr lang="en-US" altLang="zh-CN" sz="2400" b="1" dirty="0" smtClean="0">
                <a:solidFill>
                  <a:srgbClr val="C00000"/>
                </a:solidFill>
              </a:rPr>
              <a:t>P-Net</a:t>
            </a:r>
            <a:r>
              <a:rPr lang="zh-CN" altLang="en-US" sz="2400" dirty="0" smtClean="0"/>
              <a:t>             丹麦国家标准（</a:t>
            </a:r>
            <a:r>
              <a:rPr lang="en-US" altLang="zh-CN" sz="2400" dirty="0" smtClean="0"/>
              <a:t>1996</a:t>
            </a:r>
            <a:r>
              <a:rPr lang="zh-CN" altLang="en-US" sz="2400" dirty="0" smtClean="0"/>
              <a:t>年）</a:t>
            </a:r>
          </a:p>
          <a:p>
            <a:pPr lvl="1" algn="just" eaLnBrk="1" hangingPunct="1">
              <a:buFont typeface="Wingdings" panose="05000000000000000000" pitchFamily="2" charset="2"/>
              <a:buChar char="ü"/>
              <a:defRPr/>
            </a:pPr>
            <a:r>
              <a:rPr lang="en-US" altLang="zh-CN" sz="2400" b="1" dirty="0" err="1" smtClean="0">
                <a:solidFill>
                  <a:srgbClr val="C00000"/>
                </a:solidFill>
              </a:rPr>
              <a:t>WorldFIP</a:t>
            </a:r>
            <a:r>
              <a:rPr lang="zh-CN" altLang="en-US" sz="2400" dirty="0" smtClean="0"/>
              <a:t>       前身</a:t>
            </a:r>
            <a:r>
              <a:rPr lang="en-US" altLang="zh-CN" sz="2400" dirty="0" smtClean="0"/>
              <a:t>FIP</a:t>
            </a:r>
            <a:r>
              <a:rPr lang="zh-CN" altLang="en-US" sz="2400" dirty="0" smtClean="0"/>
              <a:t>为法国</a:t>
            </a:r>
            <a:r>
              <a:rPr lang="en-US" altLang="zh-CN" sz="2400" dirty="0" smtClean="0"/>
              <a:t>FIP</a:t>
            </a:r>
            <a:r>
              <a:rPr lang="zh-CN" altLang="en-US" sz="2400" dirty="0" smtClean="0"/>
              <a:t>标准</a:t>
            </a:r>
            <a:endParaRPr lang="zh-CN" altLang="en-US" dirty="0" smtClean="0"/>
          </a:p>
          <a:p>
            <a:pPr algn="just" eaLnBrk="1" hangingPunct="1">
              <a:defRPr/>
            </a:pP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 calcmode="lin" valueType="num">
                                      <p:cBhvr additive="base">
                                        <p:cTn id="3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a:xfrm>
            <a:off x="107950" y="44450"/>
            <a:ext cx="7343775" cy="792163"/>
          </a:xfrm>
        </p:spPr>
        <p:txBody>
          <a:bodyPr/>
          <a:lstStyle/>
          <a:p>
            <a:pPr eaLnBrk="1" hangingPunct="1"/>
            <a:r>
              <a:rPr lang="en-US" altLang="zh-CN" dirty="0" smtClean="0"/>
              <a:t>1.4.4 </a:t>
            </a:r>
            <a:r>
              <a:rPr lang="zh-CN" altLang="en-US" dirty="0" smtClean="0"/>
              <a:t>其</a:t>
            </a:r>
            <a:r>
              <a:rPr lang="zh-CN" altLang="en-US" dirty="0"/>
              <a:t>他地区与国家现场总线标准</a:t>
            </a:r>
            <a:endParaRPr lang="zh-CN" altLang="en-US" sz="2400" dirty="0" smtClean="0"/>
          </a:p>
        </p:txBody>
      </p:sp>
      <p:sp>
        <p:nvSpPr>
          <p:cNvPr id="3" name="内容占位符 2"/>
          <p:cNvSpPr>
            <a:spLocks noGrp="1"/>
          </p:cNvSpPr>
          <p:nvPr>
            <p:ph idx="1"/>
          </p:nvPr>
        </p:nvSpPr>
        <p:spPr>
          <a:xfrm>
            <a:off x="107950" y="981075"/>
            <a:ext cx="8785225" cy="5256213"/>
          </a:xfrm>
        </p:spPr>
        <p:txBody>
          <a:bodyPr/>
          <a:lstStyle/>
          <a:p>
            <a:pPr eaLnBrk="1" hangingPunct="1">
              <a:buClr>
                <a:schemeClr val="tx1"/>
              </a:buClr>
              <a:buFont typeface="Wingdings" panose="05000000000000000000" pitchFamily="2" charset="2"/>
              <a:buChar char="Ø"/>
              <a:defRPr/>
            </a:pPr>
            <a:r>
              <a:rPr lang="zh-CN" altLang="en-US" dirty="0" smtClean="0">
                <a:solidFill>
                  <a:srgbClr val="FF0000"/>
                </a:solidFill>
              </a:rPr>
              <a:t>在国际标准现场总线之外，还存在为数不少的现场总线</a:t>
            </a:r>
            <a:r>
              <a:rPr lang="en-US" altLang="zh-CN" dirty="0" smtClean="0">
                <a:solidFill>
                  <a:srgbClr val="FF0000"/>
                </a:solidFill>
              </a:rPr>
              <a:t>/</a:t>
            </a:r>
            <a:r>
              <a:rPr lang="zh-CN" altLang="en-US" dirty="0" smtClean="0">
                <a:solidFill>
                  <a:srgbClr val="FF0000"/>
                </a:solidFill>
              </a:rPr>
              <a:t>接口，如：</a:t>
            </a:r>
            <a:endParaRPr lang="en-US" altLang="zh-CN" dirty="0" smtClean="0">
              <a:solidFill>
                <a:srgbClr val="FF0000"/>
              </a:solidFill>
            </a:endParaRPr>
          </a:p>
          <a:p>
            <a:pPr lvl="1" algn="just" eaLnBrk="1" hangingPunct="1">
              <a:buClr>
                <a:schemeClr val="tx1"/>
              </a:buClr>
              <a:buFont typeface="Wingdings" panose="05000000000000000000" pitchFamily="2" charset="2"/>
              <a:buChar char="ü"/>
              <a:defRPr/>
            </a:pPr>
            <a:r>
              <a:rPr lang="en-US" altLang="zh-CN" dirty="0" smtClean="0">
                <a:solidFill>
                  <a:srgbClr val="FF0000"/>
                </a:solidFill>
              </a:rPr>
              <a:t> </a:t>
            </a:r>
            <a:r>
              <a:rPr lang="en-US" altLang="zh-CN" sz="2400" b="1" dirty="0" err="1" smtClean="0">
                <a:solidFill>
                  <a:srgbClr val="C00000"/>
                </a:solidFill>
              </a:rPr>
              <a:t>BACnet</a:t>
            </a:r>
            <a:r>
              <a:rPr lang="zh-CN" altLang="en-US" sz="2400" b="1" dirty="0" smtClean="0"/>
              <a:t>   </a:t>
            </a:r>
            <a:r>
              <a:rPr lang="zh-CN" altLang="en-US" sz="2400" dirty="0" smtClean="0"/>
              <a:t>一</a:t>
            </a:r>
            <a:r>
              <a:rPr lang="zh-CN" altLang="en-US" sz="2400" dirty="0"/>
              <a:t>种广义现场总线，由美国加热、制冷和空调工程师协会推出，于</a:t>
            </a:r>
            <a:r>
              <a:rPr lang="en-US" altLang="zh-CN" sz="2400" dirty="0"/>
              <a:t>1995</a:t>
            </a:r>
            <a:r>
              <a:rPr lang="zh-CN" altLang="en-US" sz="2400" dirty="0"/>
              <a:t>年成为美国建筑自动化网络通信标准</a:t>
            </a:r>
            <a:r>
              <a:rPr lang="en-US" altLang="zh-CN" sz="2400" dirty="0" smtClean="0"/>
              <a:t>ANSI-135</a:t>
            </a:r>
            <a:r>
              <a:rPr lang="zh-CN" altLang="en-US" sz="2400" dirty="0"/>
              <a:t>，为建筑自动化领域的主流现场总线之一。</a:t>
            </a:r>
          </a:p>
          <a:p>
            <a:pPr lvl="1" algn="just" eaLnBrk="1" hangingPunct="1">
              <a:buClr>
                <a:schemeClr val="tx1"/>
              </a:buClr>
              <a:buFont typeface="Wingdings" panose="05000000000000000000" pitchFamily="2" charset="2"/>
              <a:buChar char="ü"/>
              <a:defRPr/>
            </a:pPr>
            <a:r>
              <a:rPr lang="en-US" altLang="zh-CN" sz="2400" b="1" dirty="0" smtClean="0"/>
              <a:t> </a:t>
            </a:r>
            <a:r>
              <a:rPr lang="en-US" altLang="zh-CN" sz="2400" b="1" dirty="0" smtClean="0">
                <a:solidFill>
                  <a:srgbClr val="C00000"/>
                </a:solidFill>
              </a:rPr>
              <a:t>Sensoplex2</a:t>
            </a:r>
            <a:r>
              <a:rPr lang="zh-CN" altLang="en-US" sz="2400" dirty="0" smtClean="0"/>
              <a:t>  德国</a:t>
            </a:r>
            <a:r>
              <a:rPr lang="zh-CN" altLang="en-US" sz="2400" dirty="0"/>
              <a:t>图尔克（</a:t>
            </a:r>
            <a:r>
              <a:rPr lang="en-US" altLang="zh-CN" sz="2400" dirty="0"/>
              <a:t>TURCK</a:t>
            </a:r>
            <a:r>
              <a:rPr lang="zh-CN" altLang="en-US" sz="2400" dirty="0"/>
              <a:t>）公司推出的应用于重工业自动化领域的控制网络。</a:t>
            </a:r>
            <a:endParaRPr lang="en-US" altLang="zh-CN" sz="2400" dirty="0" smtClean="0">
              <a:solidFill>
                <a:srgbClr val="FF0000"/>
              </a:solidFill>
            </a:endParaRPr>
          </a:p>
          <a:p>
            <a:pPr lvl="1" algn="just" eaLnBrk="1" hangingPunct="1">
              <a:buFont typeface="Wingdings" panose="05000000000000000000" pitchFamily="2" charset="2"/>
              <a:buChar char="ü"/>
              <a:defRPr/>
            </a:pPr>
            <a:r>
              <a:rPr lang="en-US" altLang="zh-CN" sz="2400" b="1" dirty="0" smtClean="0"/>
              <a:t> </a:t>
            </a:r>
            <a:r>
              <a:rPr lang="en-US" altLang="zh-CN" sz="2400" b="1" dirty="0" smtClean="0">
                <a:solidFill>
                  <a:srgbClr val="C00000"/>
                </a:solidFill>
              </a:rPr>
              <a:t>ARCNET</a:t>
            </a:r>
            <a:r>
              <a:rPr lang="en-US" altLang="zh-CN" sz="2400" b="1" dirty="0" smtClean="0"/>
              <a:t> </a:t>
            </a:r>
            <a:r>
              <a:rPr lang="zh-CN" altLang="en-US" sz="2400" b="1" dirty="0"/>
              <a:t>（</a:t>
            </a:r>
            <a:r>
              <a:rPr lang="en-US" altLang="zh-CN" sz="2400" dirty="0"/>
              <a:t>Attached Resource Computer</a:t>
            </a:r>
            <a:r>
              <a:rPr lang="zh-CN" altLang="en-US" sz="2400" b="1" dirty="0" smtClean="0"/>
              <a:t>）</a:t>
            </a:r>
            <a:r>
              <a:rPr lang="zh-CN" altLang="en-US" sz="2400" dirty="0" smtClean="0"/>
              <a:t> 由</a:t>
            </a:r>
            <a:r>
              <a:rPr lang="en-US" altLang="zh-CN" sz="2400" dirty="0" err="1"/>
              <a:t>Datapoint</a:t>
            </a:r>
            <a:r>
              <a:rPr lang="zh-CN" altLang="en-US" sz="2400" dirty="0"/>
              <a:t>公司于</a:t>
            </a:r>
            <a:r>
              <a:rPr lang="en-US" altLang="zh-CN" sz="2400" dirty="0"/>
              <a:t>20</a:t>
            </a:r>
            <a:r>
              <a:rPr lang="zh-CN" altLang="en-US" sz="2400" dirty="0"/>
              <a:t>世纪</a:t>
            </a:r>
            <a:r>
              <a:rPr lang="en-US" altLang="zh-CN" sz="2400" dirty="0"/>
              <a:t>70</a:t>
            </a:r>
            <a:r>
              <a:rPr lang="zh-CN" altLang="en-US" sz="2400" dirty="0"/>
              <a:t>年代推出，</a:t>
            </a:r>
            <a:r>
              <a:rPr lang="en-US" altLang="zh-CN" sz="2400" dirty="0"/>
              <a:t>ARCNET</a:t>
            </a:r>
            <a:r>
              <a:rPr lang="zh-CN" altLang="en-US" sz="2400" dirty="0"/>
              <a:t>即为连接资源计算机网络。</a:t>
            </a:r>
            <a:r>
              <a:rPr lang="en-US" altLang="zh-CN" sz="2400" dirty="0"/>
              <a:t>ARCNET</a:t>
            </a:r>
            <a:r>
              <a:rPr lang="zh-CN" altLang="en-US" sz="2400" dirty="0"/>
              <a:t>最初归为局域网</a:t>
            </a:r>
            <a:r>
              <a:rPr lang="en-US" altLang="zh-CN" sz="2400" dirty="0"/>
              <a:t>LAN</a:t>
            </a:r>
            <a:r>
              <a:rPr lang="zh-CN" altLang="en-US" sz="2400" dirty="0"/>
              <a:t>（</a:t>
            </a:r>
            <a:r>
              <a:rPr lang="en-US" altLang="zh-CN" sz="2400" dirty="0"/>
              <a:t>Local Are Network</a:t>
            </a:r>
            <a:r>
              <a:rPr lang="zh-CN" altLang="en-US" sz="2400" dirty="0"/>
              <a:t>），但现在已很少用于办公自动化领域，而被认为是一种较理想的现场总线</a:t>
            </a:r>
            <a:r>
              <a:rPr lang="zh-CN" altLang="en-US" sz="2400" dirty="0" smtClean="0"/>
              <a:t>。</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a:xfrm>
            <a:off x="107950" y="44450"/>
            <a:ext cx="7343775" cy="792163"/>
          </a:xfrm>
        </p:spPr>
        <p:txBody>
          <a:bodyPr/>
          <a:lstStyle/>
          <a:p>
            <a:pPr eaLnBrk="1" hangingPunct="1"/>
            <a:r>
              <a:rPr lang="en-US" altLang="zh-CN" dirty="0" smtClean="0"/>
              <a:t>1.4.4 </a:t>
            </a:r>
            <a:r>
              <a:rPr lang="zh-CN" altLang="en-US" dirty="0" smtClean="0"/>
              <a:t>其</a:t>
            </a:r>
            <a:r>
              <a:rPr lang="zh-CN" altLang="en-US" dirty="0"/>
              <a:t>他地区与国家现场总线标准</a:t>
            </a:r>
            <a:endParaRPr lang="zh-CN" altLang="en-US" sz="2400" dirty="0" smtClean="0"/>
          </a:p>
        </p:txBody>
      </p:sp>
      <p:sp>
        <p:nvSpPr>
          <p:cNvPr id="3" name="内容占位符 2"/>
          <p:cNvSpPr>
            <a:spLocks noGrp="1"/>
          </p:cNvSpPr>
          <p:nvPr>
            <p:ph idx="1"/>
          </p:nvPr>
        </p:nvSpPr>
        <p:spPr>
          <a:xfrm>
            <a:off x="107950" y="981075"/>
            <a:ext cx="8785225" cy="5256213"/>
          </a:xfrm>
        </p:spPr>
        <p:txBody>
          <a:bodyPr/>
          <a:lstStyle/>
          <a:p>
            <a:pPr eaLnBrk="1" hangingPunct="1">
              <a:buClr>
                <a:schemeClr val="tx1"/>
              </a:buClr>
              <a:buFont typeface="Wingdings" panose="05000000000000000000" pitchFamily="2" charset="2"/>
              <a:buChar char="Ø"/>
              <a:defRPr/>
            </a:pPr>
            <a:r>
              <a:rPr lang="zh-CN" altLang="en-US" dirty="0">
                <a:solidFill>
                  <a:srgbClr val="FF0000"/>
                </a:solidFill>
              </a:rPr>
              <a:t> </a:t>
            </a:r>
            <a:r>
              <a:rPr lang="zh-CN" altLang="en-US" dirty="0" smtClean="0">
                <a:solidFill>
                  <a:srgbClr val="FF0000"/>
                </a:solidFill>
              </a:rPr>
              <a:t>其他现场总线</a:t>
            </a:r>
            <a:r>
              <a:rPr lang="zh-CN" altLang="en-US" dirty="0">
                <a:solidFill>
                  <a:srgbClr val="FF0000"/>
                </a:solidFill>
              </a:rPr>
              <a:t>（</a:t>
            </a:r>
            <a:r>
              <a:rPr lang="zh-CN" altLang="en-US" dirty="0" smtClean="0">
                <a:solidFill>
                  <a:srgbClr val="FF0000"/>
                </a:solidFill>
              </a:rPr>
              <a:t>续）</a:t>
            </a:r>
            <a:endParaRPr lang="en-US" altLang="zh-CN" dirty="0" smtClean="0">
              <a:solidFill>
                <a:srgbClr val="FF0000"/>
              </a:solidFill>
            </a:endParaRPr>
          </a:p>
          <a:p>
            <a:pPr marL="857250" lvl="1" indent="-457200" algn="just" eaLnBrk="1" hangingPunct="1">
              <a:buFont typeface="Wingdings" panose="05000000000000000000" pitchFamily="2" charset="2"/>
              <a:buChar char="ü"/>
              <a:defRPr/>
            </a:pPr>
            <a:r>
              <a:rPr lang="en-US" altLang="zh-CN" sz="2400" b="1" dirty="0" err="1" smtClean="0">
                <a:solidFill>
                  <a:srgbClr val="C00000"/>
                </a:solidFill>
              </a:rPr>
              <a:t>Dupline</a:t>
            </a:r>
            <a:r>
              <a:rPr lang="zh-CN" altLang="en-US" sz="2400" dirty="0" smtClean="0"/>
              <a:t>    由瑞士</a:t>
            </a:r>
            <a:r>
              <a:rPr lang="en-US" altLang="zh-CN" sz="2400" dirty="0" smtClean="0"/>
              <a:t>Carlo </a:t>
            </a:r>
            <a:r>
              <a:rPr lang="en-US" altLang="zh-CN" sz="2400" dirty="0" err="1" smtClean="0"/>
              <a:t>Gavazzi</a:t>
            </a:r>
            <a:r>
              <a:rPr lang="zh-CN" altLang="en-US" sz="2400" dirty="0" smtClean="0"/>
              <a:t>公司推出。</a:t>
            </a:r>
            <a:endParaRPr lang="en-US" altLang="zh-CN" sz="2400" b="1" dirty="0" smtClean="0">
              <a:solidFill>
                <a:srgbClr val="C00000"/>
              </a:solidFill>
            </a:endParaRPr>
          </a:p>
          <a:p>
            <a:pPr marL="857250" lvl="1" indent="-457200" algn="just" eaLnBrk="1" hangingPunct="1">
              <a:buFont typeface="Wingdings" panose="05000000000000000000" pitchFamily="2" charset="2"/>
              <a:buChar char="ü"/>
              <a:defRPr/>
            </a:pPr>
            <a:r>
              <a:rPr lang="en-US" altLang="zh-CN" sz="2400" b="1" dirty="0" smtClean="0">
                <a:solidFill>
                  <a:srgbClr val="C00000"/>
                </a:solidFill>
              </a:rPr>
              <a:t>LIN</a:t>
            </a:r>
            <a:r>
              <a:rPr lang="zh-CN" altLang="en-US" sz="2400" dirty="0"/>
              <a:t>：局部互联网络（</a:t>
            </a:r>
            <a:r>
              <a:rPr lang="en-US" altLang="zh-CN" sz="2400" dirty="0"/>
              <a:t>Local Interconnect Network</a:t>
            </a:r>
            <a:r>
              <a:rPr lang="zh-CN" altLang="en-US" sz="2400" dirty="0"/>
              <a:t>），是一种通用、串行、低成本的车用</a:t>
            </a:r>
            <a:r>
              <a:rPr lang="en-US" altLang="zh-CN" sz="2400" dirty="0"/>
              <a:t>A</a:t>
            </a:r>
            <a:r>
              <a:rPr lang="zh-CN" altLang="en-US" sz="2400" dirty="0"/>
              <a:t>类网络标准，可作为</a:t>
            </a:r>
            <a:r>
              <a:rPr lang="en-US" altLang="zh-CN" sz="2400" dirty="0"/>
              <a:t>CAN</a:t>
            </a:r>
            <a:r>
              <a:rPr lang="zh-CN" altLang="en-US" sz="2400" dirty="0"/>
              <a:t>的辅助网络。 </a:t>
            </a:r>
            <a:r>
              <a:rPr lang="en-US" altLang="zh-CN" sz="2400" dirty="0"/>
              <a:t>LIN</a:t>
            </a:r>
            <a:r>
              <a:rPr lang="zh-CN" altLang="en-US" sz="2400" dirty="0"/>
              <a:t>最初是由五大汽车制造商奥迪（</a:t>
            </a:r>
            <a:r>
              <a:rPr lang="en-US" altLang="zh-CN" sz="2400" dirty="0"/>
              <a:t>Audi</a:t>
            </a:r>
            <a:r>
              <a:rPr lang="zh-CN" altLang="en-US" sz="2400" dirty="0"/>
              <a:t>）、宝马（</a:t>
            </a:r>
            <a:r>
              <a:rPr lang="en-US" altLang="zh-CN" sz="2400" dirty="0"/>
              <a:t>BMW</a:t>
            </a:r>
            <a:r>
              <a:rPr lang="zh-CN" altLang="en-US" sz="2400" dirty="0"/>
              <a:t>）、戴姆勒（</a:t>
            </a:r>
            <a:r>
              <a:rPr lang="en-US" altLang="zh-CN" sz="2400" dirty="0"/>
              <a:t>DaimlerChrysler</a:t>
            </a:r>
            <a:r>
              <a:rPr lang="zh-CN" altLang="en-US" sz="2400" dirty="0"/>
              <a:t>）、沃尔沃（</a:t>
            </a:r>
            <a:r>
              <a:rPr lang="en-US" altLang="zh-CN" sz="2400" dirty="0"/>
              <a:t>Volvo</a:t>
            </a:r>
            <a:r>
              <a:rPr lang="zh-CN" altLang="en-US" sz="2400" dirty="0"/>
              <a:t>）、大众（</a:t>
            </a:r>
            <a:r>
              <a:rPr lang="en-US" altLang="zh-CN" sz="2400" dirty="0"/>
              <a:t>Volkswagen</a:t>
            </a:r>
            <a:r>
              <a:rPr lang="zh-CN" altLang="en-US" sz="2400" dirty="0"/>
              <a:t>）和开发工具生产商</a:t>
            </a:r>
            <a:r>
              <a:rPr lang="en-US" altLang="zh-CN" sz="2400" dirty="0"/>
              <a:t>VCT</a:t>
            </a:r>
            <a:r>
              <a:rPr lang="zh-CN" altLang="en-US" sz="2400" dirty="0"/>
              <a:t>（</a:t>
            </a:r>
            <a:r>
              <a:rPr lang="en-US" altLang="zh-CN" sz="2400" dirty="0"/>
              <a:t>Volcano Communications Technologies</a:t>
            </a:r>
            <a:r>
              <a:rPr lang="zh-CN" altLang="en-US" sz="2400" dirty="0"/>
              <a:t>）及半导体生产商</a:t>
            </a:r>
            <a:r>
              <a:rPr lang="en-US" altLang="zh-CN" sz="2400" dirty="0"/>
              <a:t>Motorola</a:t>
            </a:r>
            <a:r>
              <a:rPr lang="zh-CN" altLang="en-US" sz="2400" dirty="0"/>
              <a:t>共同推出。</a:t>
            </a:r>
            <a:r>
              <a:rPr lang="en-US" altLang="zh-CN" sz="2400" dirty="0"/>
              <a:t>LIN</a:t>
            </a:r>
            <a:r>
              <a:rPr lang="zh-CN" altLang="en-US" sz="2400" dirty="0"/>
              <a:t>协会从成立至今主要推出了</a:t>
            </a:r>
            <a:r>
              <a:rPr lang="en-US" altLang="zh-CN" sz="2400" dirty="0"/>
              <a:t>LIN1.0</a:t>
            </a:r>
            <a:r>
              <a:rPr lang="zh-CN" altLang="en-US" sz="2400" dirty="0"/>
              <a:t>、</a:t>
            </a:r>
            <a:r>
              <a:rPr lang="en-US" altLang="zh-CN" sz="2400" dirty="0"/>
              <a:t>LIN1.1</a:t>
            </a:r>
            <a:r>
              <a:rPr lang="zh-CN" altLang="en-US" sz="2400" dirty="0"/>
              <a:t>、</a:t>
            </a:r>
            <a:r>
              <a:rPr lang="en-US" altLang="zh-CN" sz="2400" dirty="0"/>
              <a:t>LIN1.2</a:t>
            </a:r>
            <a:r>
              <a:rPr lang="zh-CN" altLang="en-US" sz="2400" dirty="0"/>
              <a:t>、</a:t>
            </a:r>
            <a:r>
              <a:rPr lang="en-US" altLang="zh-CN" sz="2400" dirty="0"/>
              <a:t>LIN1.3</a:t>
            </a:r>
            <a:r>
              <a:rPr lang="zh-CN" altLang="en-US" sz="2400" dirty="0"/>
              <a:t>，直到目前最新的</a:t>
            </a:r>
            <a:r>
              <a:rPr lang="en-US" altLang="zh-CN" sz="2400" dirty="0"/>
              <a:t>LIN2.0</a:t>
            </a:r>
            <a:r>
              <a:rPr lang="zh-CN" altLang="en-US" sz="2400" dirty="0"/>
              <a:t>。</a:t>
            </a:r>
          </a:p>
          <a:p>
            <a:pPr marL="857250" lvl="1" indent="-457200" eaLnBrk="1" hangingPunct="1">
              <a:buFont typeface="Wingdings" panose="05000000000000000000" pitchFamily="2" charset="2"/>
              <a:buChar char="ü"/>
              <a:defRPr/>
            </a:pPr>
            <a:r>
              <a:rPr lang="en-US" altLang="zh-CN" sz="2400" b="1" dirty="0">
                <a:solidFill>
                  <a:srgbClr val="C00000"/>
                </a:solidFill>
              </a:rPr>
              <a:t>BIT Bus</a:t>
            </a:r>
            <a:r>
              <a:rPr lang="zh-CN" altLang="en-US" sz="2400" dirty="0"/>
              <a:t>：由</a:t>
            </a:r>
            <a:r>
              <a:rPr lang="en-US" altLang="zh-CN" sz="2400" dirty="0"/>
              <a:t>Intel</a:t>
            </a:r>
            <a:r>
              <a:rPr lang="zh-CN" altLang="en-US" sz="2400" dirty="0"/>
              <a:t>公司于</a:t>
            </a:r>
            <a:r>
              <a:rPr lang="en-US" altLang="zh-CN" sz="2400" dirty="0"/>
              <a:t>1984</a:t>
            </a:r>
            <a:r>
              <a:rPr lang="zh-CN" altLang="en-US" sz="2400" dirty="0"/>
              <a:t>年推出。</a:t>
            </a:r>
            <a:r>
              <a:rPr lang="en-US" altLang="zh-CN" sz="2400" dirty="0"/>
              <a:t>BIT Bus</a:t>
            </a:r>
            <a:r>
              <a:rPr lang="zh-CN" altLang="en-US" sz="2400" dirty="0"/>
              <a:t>曾在欧洲获得较广泛的应用，我国也有不少系统在运行</a:t>
            </a:r>
            <a:r>
              <a:rPr lang="zh-CN" altLang="en-US" sz="2400" dirty="0" smtClean="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a:xfrm>
            <a:off x="107950" y="44450"/>
            <a:ext cx="7343775" cy="792163"/>
          </a:xfrm>
        </p:spPr>
        <p:txBody>
          <a:bodyPr/>
          <a:lstStyle/>
          <a:p>
            <a:pPr eaLnBrk="1" hangingPunct="1"/>
            <a:r>
              <a:rPr lang="en-US" altLang="zh-CN" dirty="0" smtClean="0"/>
              <a:t>1.4.4</a:t>
            </a:r>
            <a:r>
              <a:rPr lang="zh-CN" altLang="en-US" dirty="0"/>
              <a:t>其他地区与国家现场总线标准</a:t>
            </a:r>
            <a:endParaRPr lang="zh-CN" altLang="en-US" sz="2400" dirty="0" smtClean="0"/>
          </a:p>
        </p:txBody>
      </p:sp>
      <p:sp>
        <p:nvSpPr>
          <p:cNvPr id="3" name="内容占位符 2"/>
          <p:cNvSpPr>
            <a:spLocks noGrp="1"/>
          </p:cNvSpPr>
          <p:nvPr>
            <p:ph idx="1"/>
          </p:nvPr>
        </p:nvSpPr>
        <p:spPr>
          <a:xfrm>
            <a:off x="107950" y="981075"/>
            <a:ext cx="8785225" cy="5256213"/>
          </a:xfrm>
        </p:spPr>
        <p:txBody>
          <a:bodyPr/>
          <a:lstStyle/>
          <a:p>
            <a:pPr eaLnBrk="1" hangingPunct="1">
              <a:buClr>
                <a:schemeClr val="tx1"/>
              </a:buClr>
              <a:buFont typeface="Wingdings" panose="05000000000000000000" pitchFamily="2" charset="2"/>
              <a:buChar char="Ø"/>
              <a:defRPr/>
            </a:pPr>
            <a:r>
              <a:rPr lang="zh-CN" altLang="en-US" dirty="0">
                <a:solidFill>
                  <a:srgbClr val="FF0000"/>
                </a:solidFill>
              </a:rPr>
              <a:t> </a:t>
            </a:r>
            <a:r>
              <a:rPr lang="zh-CN" altLang="en-US" dirty="0" smtClean="0">
                <a:solidFill>
                  <a:srgbClr val="FF0000"/>
                </a:solidFill>
              </a:rPr>
              <a:t>其他现场总线</a:t>
            </a:r>
            <a:r>
              <a:rPr lang="zh-CN" altLang="en-US" dirty="0">
                <a:solidFill>
                  <a:srgbClr val="FF0000"/>
                </a:solidFill>
              </a:rPr>
              <a:t>（</a:t>
            </a:r>
            <a:r>
              <a:rPr lang="zh-CN" altLang="en-US" dirty="0" smtClean="0">
                <a:solidFill>
                  <a:srgbClr val="FF0000"/>
                </a:solidFill>
              </a:rPr>
              <a:t>续）</a:t>
            </a:r>
            <a:endParaRPr lang="en-US" altLang="zh-CN" dirty="0" smtClean="0">
              <a:solidFill>
                <a:srgbClr val="FF0000"/>
              </a:solidFill>
            </a:endParaRPr>
          </a:p>
          <a:p>
            <a:pPr marL="857250" lvl="1" indent="-457200" algn="just" eaLnBrk="1" hangingPunct="1">
              <a:buFont typeface="Wingdings" panose="05000000000000000000" pitchFamily="2" charset="2"/>
              <a:buChar char="ü"/>
              <a:defRPr/>
            </a:pPr>
            <a:r>
              <a:rPr lang="en-US" altLang="zh-CN" sz="2400" b="1" dirty="0">
                <a:solidFill>
                  <a:srgbClr val="C00000"/>
                </a:solidFill>
              </a:rPr>
              <a:t>RS-485</a:t>
            </a:r>
            <a:r>
              <a:rPr lang="zh-CN" altLang="en-US" sz="2400" dirty="0"/>
              <a:t>，由美国</a:t>
            </a:r>
            <a:r>
              <a:rPr lang="en-US" altLang="zh-CN" sz="2400" dirty="0"/>
              <a:t>EIA</a:t>
            </a:r>
            <a:r>
              <a:rPr lang="zh-CN" altLang="en-US" sz="2400" dirty="0"/>
              <a:t>于</a:t>
            </a:r>
            <a:r>
              <a:rPr lang="en-US" altLang="zh-CN" sz="2400" dirty="0"/>
              <a:t>1983</a:t>
            </a:r>
            <a:r>
              <a:rPr lang="zh-CN" altLang="en-US" sz="2400" dirty="0"/>
              <a:t>年</a:t>
            </a:r>
            <a:r>
              <a:rPr lang="en-US" altLang="zh-CN" sz="2400" dirty="0"/>
              <a:t>12</a:t>
            </a:r>
            <a:r>
              <a:rPr lang="zh-CN" altLang="en-US" sz="2400" dirty="0"/>
              <a:t>月在</a:t>
            </a:r>
            <a:r>
              <a:rPr lang="en-US" altLang="zh-CN" sz="2400" dirty="0"/>
              <a:t>RS-232</a:t>
            </a:r>
            <a:r>
              <a:rPr lang="zh-CN" altLang="en-US" sz="2400" dirty="0"/>
              <a:t>标准的基础上制定的一个用于平衡数字多点系统发送器和接收器的</a:t>
            </a:r>
            <a:r>
              <a:rPr lang="zh-CN" altLang="en-US" sz="2400" b="1" dirty="0"/>
              <a:t>物理接口电气标准</a:t>
            </a:r>
            <a:r>
              <a:rPr lang="zh-CN" altLang="en-US" sz="2400" dirty="0"/>
              <a:t>。</a:t>
            </a:r>
          </a:p>
          <a:p>
            <a:pPr marL="857250" lvl="1" indent="-457200" algn="just" eaLnBrk="1" hangingPunct="1">
              <a:buFont typeface="Wingdings" panose="05000000000000000000" pitchFamily="2" charset="2"/>
              <a:buChar char="ü"/>
              <a:defRPr/>
            </a:pPr>
            <a:r>
              <a:rPr lang="en-US" altLang="zh-CN" sz="2400" b="1" dirty="0" err="1">
                <a:solidFill>
                  <a:srgbClr val="C00000"/>
                </a:solidFill>
              </a:rPr>
              <a:t>Beckhoff</a:t>
            </a:r>
            <a:r>
              <a:rPr lang="zh-CN" altLang="en-US" sz="2400" dirty="0"/>
              <a:t>：是一种出自欧洲的光总线。</a:t>
            </a:r>
            <a:r>
              <a:rPr lang="en-US" altLang="zh-CN" sz="2400" dirty="0" err="1"/>
              <a:t>Beckhoff</a:t>
            </a:r>
            <a:r>
              <a:rPr lang="zh-CN" altLang="en-US" sz="2400" dirty="0"/>
              <a:t>所设计的光总线大多是封闭的，其收发器和</a:t>
            </a:r>
            <a:r>
              <a:rPr lang="en-US" altLang="zh-CN" sz="2400" dirty="0"/>
              <a:t>ASIC</a:t>
            </a:r>
            <a:r>
              <a:rPr lang="zh-CN" altLang="en-US" sz="2400" dirty="0"/>
              <a:t>芯片均由</a:t>
            </a:r>
            <a:r>
              <a:rPr lang="en-US" altLang="zh-CN" sz="2400" dirty="0" err="1"/>
              <a:t>Beckhoff</a:t>
            </a:r>
            <a:r>
              <a:rPr lang="zh-CN" altLang="en-US" sz="2400" dirty="0"/>
              <a:t>设计提供。</a:t>
            </a:r>
            <a:r>
              <a:rPr lang="en-US" altLang="zh-CN" sz="2400" dirty="0" err="1"/>
              <a:t>Beckhoff</a:t>
            </a:r>
            <a:r>
              <a:rPr lang="zh-CN" altLang="en-US" sz="2400" dirty="0"/>
              <a:t>的性能与</a:t>
            </a:r>
            <a:r>
              <a:rPr lang="en-US" altLang="zh-CN" sz="2400" dirty="0"/>
              <a:t>SERCOS</a:t>
            </a:r>
            <a:r>
              <a:rPr lang="zh-CN" altLang="en-US" sz="2400" dirty="0"/>
              <a:t>的性能相近</a:t>
            </a:r>
            <a:r>
              <a:rPr lang="zh-CN" altLang="en-US" sz="2400" dirty="0" smtClean="0"/>
              <a:t>。</a:t>
            </a:r>
            <a:endParaRPr lang="en-US" altLang="zh-CN" sz="2400" dirty="0" smtClean="0"/>
          </a:p>
          <a:p>
            <a:pPr marL="857250" lvl="1" indent="-457200" algn="just" eaLnBrk="1" hangingPunct="1">
              <a:buFont typeface="Wingdings" panose="05000000000000000000" pitchFamily="2" charset="2"/>
              <a:buChar char="ü"/>
              <a:defRPr/>
            </a:pPr>
            <a:r>
              <a:rPr lang="en-US" altLang="zh-CN" sz="2400" b="1" dirty="0">
                <a:solidFill>
                  <a:srgbClr val="C00000"/>
                </a:solidFill>
              </a:rPr>
              <a:t>X-10</a:t>
            </a:r>
            <a:r>
              <a:rPr lang="zh-CN" altLang="en-US" sz="2400" dirty="0"/>
              <a:t>：一个简单的协议，于</a:t>
            </a:r>
            <a:r>
              <a:rPr lang="en-US" altLang="zh-CN" sz="2400" dirty="0"/>
              <a:t>1976</a:t>
            </a:r>
            <a:r>
              <a:rPr lang="zh-CN" altLang="en-US" sz="2400" dirty="0"/>
              <a:t>～</a:t>
            </a:r>
            <a:r>
              <a:rPr lang="en-US" altLang="zh-CN" sz="2400" dirty="0"/>
              <a:t>1978</a:t>
            </a:r>
            <a:r>
              <a:rPr lang="zh-CN" altLang="en-US" sz="2400" dirty="0"/>
              <a:t>年在美国开发。以家庭内普遍存在的电力线为通信介质，用于家庭电器控制、安全控制等方面</a:t>
            </a:r>
            <a:r>
              <a:rPr lang="zh-CN" altLang="en-US" sz="2400" dirty="0" smtClean="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a:xfrm>
            <a:off x="107950" y="44450"/>
            <a:ext cx="7343775" cy="792163"/>
          </a:xfrm>
        </p:spPr>
        <p:txBody>
          <a:bodyPr/>
          <a:lstStyle/>
          <a:p>
            <a:pPr eaLnBrk="1" hangingPunct="1"/>
            <a:r>
              <a:rPr lang="en-US" altLang="zh-CN" dirty="0" smtClean="0"/>
              <a:t>1.4.4</a:t>
            </a:r>
            <a:r>
              <a:rPr lang="zh-CN" altLang="en-US" dirty="0"/>
              <a:t>其他地区与国家现场总线标准</a:t>
            </a:r>
            <a:endParaRPr lang="zh-CN" altLang="en-US" sz="2400" dirty="0" smtClean="0"/>
          </a:p>
        </p:txBody>
      </p:sp>
      <p:sp>
        <p:nvSpPr>
          <p:cNvPr id="3" name="内容占位符 2"/>
          <p:cNvSpPr>
            <a:spLocks noGrp="1"/>
          </p:cNvSpPr>
          <p:nvPr>
            <p:ph idx="1"/>
          </p:nvPr>
        </p:nvSpPr>
        <p:spPr>
          <a:xfrm>
            <a:off x="107950" y="981075"/>
            <a:ext cx="8785225" cy="5256213"/>
          </a:xfrm>
        </p:spPr>
        <p:txBody>
          <a:bodyPr/>
          <a:lstStyle/>
          <a:p>
            <a:pPr eaLnBrk="1" hangingPunct="1">
              <a:buClr>
                <a:schemeClr val="tx1"/>
              </a:buClr>
              <a:buFont typeface="Wingdings" panose="05000000000000000000" pitchFamily="2" charset="2"/>
              <a:buChar char="Ø"/>
              <a:defRPr/>
            </a:pPr>
            <a:r>
              <a:rPr lang="zh-CN" altLang="en-US" dirty="0">
                <a:solidFill>
                  <a:srgbClr val="FF0000"/>
                </a:solidFill>
              </a:rPr>
              <a:t> </a:t>
            </a:r>
            <a:r>
              <a:rPr lang="zh-CN" altLang="en-US" dirty="0" smtClean="0">
                <a:solidFill>
                  <a:srgbClr val="FF0000"/>
                </a:solidFill>
              </a:rPr>
              <a:t>其他现场总线</a:t>
            </a:r>
            <a:r>
              <a:rPr lang="zh-CN" altLang="en-US" dirty="0">
                <a:solidFill>
                  <a:srgbClr val="FF0000"/>
                </a:solidFill>
              </a:rPr>
              <a:t>（</a:t>
            </a:r>
            <a:r>
              <a:rPr lang="zh-CN" altLang="en-US" dirty="0" smtClean="0">
                <a:solidFill>
                  <a:srgbClr val="FF0000"/>
                </a:solidFill>
              </a:rPr>
              <a:t>续）</a:t>
            </a:r>
            <a:endParaRPr lang="en-US" altLang="zh-CN" dirty="0" smtClean="0">
              <a:solidFill>
                <a:srgbClr val="FF0000"/>
              </a:solidFill>
            </a:endParaRPr>
          </a:p>
          <a:p>
            <a:pPr marL="857250" lvl="1" indent="-457200" algn="just" eaLnBrk="1" hangingPunct="1">
              <a:buFont typeface="Wingdings" panose="05000000000000000000" pitchFamily="2" charset="2"/>
              <a:buChar char="ü"/>
              <a:defRPr/>
            </a:pPr>
            <a:r>
              <a:rPr lang="en-US" altLang="zh-CN" sz="2400" b="1" dirty="0" err="1">
                <a:solidFill>
                  <a:srgbClr val="C00000"/>
                </a:solidFill>
              </a:rPr>
              <a:t>CEBus</a:t>
            </a:r>
            <a:r>
              <a:rPr lang="zh-CN" altLang="en-US" sz="2400" dirty="0"/>
              <a:t>：消费电子总线（</a:t>
            </a:r>
            <a:r>
              <a:rPr lang="en-US" altLang="zh-CN" sz="2400" dirty="0"/>
              <a:t>Consumer Electronics Bus</a:t>
            </a:r>
            <a:r>
              <a:rPr lang="zh-CN" altLang="en-US" sz="2400" dirty="0"/>
              <a:t>），由美国</a:t>
            </a:r>
            <a:r>
              <a:rPr lang="en-US" altLang="zh-CN" sz="2400" dirty="0"/>
              <a:t>EIA</a:t>
            </a:r>
            <a:r>
              <a:rPr lang="zh-CN" altLang="en-US" sz="2400" dirty="0"/>
              <a:t>的消费电子小组于</a:t>
            </a:r>
            <a:r>
              <a:rPr lang="en-US" altLang="zh-CN" sz="2400" dirty="0"/>
              <a:t>1984</a:t>
            </a:r>
            <a:r>
              <a:rPr lang="zh-CN" altLang="en-US" sz="2400" dirty="0"/>
              <a:t>年开始制定，于</a:t>
            </a:r>
            <a:r>
              <a:rPr lang="en-US" altLang="zh-CN" sz="2400" dirty="0"/>
              <a:t>1992</a:t>
            </a:r>
            <a:r>
              <a:rPr lang="zh-CN" altLang="en-US" sz="2400" dirty="0"/>
              <a:t>年正式成为</a:t>
            </a:r>
            <a:r>
              <a:rPr lang="en-US" altLang="zh-CN" sz="2400" dirty="0"/>
              <a:t>EIA-600</a:t>
            </a:r>
            <a:r>
              <a:rPr lang="zh-CN" altLang="en-US" sz="2400" dirty="0"/>
              <a:t>标准。</a:t>
            </a:r>
            <a:r>
              <a:rPr lang="en-US" altLang="zh-CN" sz="2400" dirty="0" err="1"/>
              <a:t>CEBus</a:t>
            </a:r>
            <a:r>
              <a:rPr lang="zh-CN" altLang="en-US" sz="2400" dirty="0"/>
              <a:t>物理层定义了电力线、双绞线、红外线等</a:t>
            </a:r>
            <a:r>
              <a:rPr lang="en-US" altLang="zh-CN" sz="2400" dirty="0"/>
              <a:t>7</a:t>
            </a:r>
            <a:r>
              <a:rPr lang="zh-CN" altLang="en-US" sz="2400" dirty="0"/>
              <a:t>种介质。</a:t>
            </a:r>
            <a:r>
              <a:rPr lang="en-US" altLang="zh-CN" sz="2400" dirty="0" err="1"/>
              <a:t>CEBus</a:t>
            </a:r>
            <a:r>
              <a:rPr lang="zh-CN" altLang="en-US" sz="2400" dirty="0"/>
              <a:t>是一种有影响的家庭自动化总线</a:t>
            </a:r>
            <a:r>
              <a:rPr lang="zh-CN" altLang="en-US" sz="2400" dirty="0" smtClean="0"/>
              <a:t>。</a:t>
            </a:r>
            <a:endParaRPr lang="en-US" altLang="zh-CN" sz="2400" dirty="0" smtClean="0"/>
          </a:p>
          <a:p>
            <a:pPr lvl="2" indent="-342900" algn="just" eaLnBrk="1" hangingPunct="1">
              <a:buFont typeface="Wingdings" panose="05000000000000000000" pitchFamily="2" charset="2"/>
              <a:buChar char="p"/>
              <a:defRPr/>
            </a:pPr>
            <a:r>
              <a:rPr lang="en-US" altLang="zh-CN" dirty="0" smtClean="0"/>
              <a:t> X-10</a:t>
            </a:r>
            <a:r>
              <a:rPr lang="zh-CN" altLang="en-US" dirty="0" smtClean="0"/>
              <a:t>和</a:t>
            </a:r>
            <a:r>
              <a:rPr lang="en-US" altLang="zh-CN" dirty="0" err="1" smtClean="0"/>
              <a:t>CEBus</a:t>
            </a:r>
            <a:r>
              <a:rPr lang="zh-CN" altLang="en-US" dirty="0" smtClean="0"/>
              <a:t>均为美国的家庭自动化总线</a:t>
            </a:r>
            <a:r>
              <a:rPr lang="en-US" altLang="zh-CN" dirty="0" smtClean="0"/>
              <a:t>/</a:t>
            </a:r>
            <a:r>
              <a:rPr lang="zh-CN" altLang="en-US" dirty="0" smtClean="0"/>
              <a:t>网络标准</a:t>
            </a:r>
            <a:endParaRPr lang="en-US" altLang="zh-CN" dirty="0" smtClean="0"/>
          </a:p>
          <a:p>
            <a:pPr lvl="2" indent="-342900" algn="just" eaLnBrk="1" hangingPunct="1">
              <a:buFont typeface="Wingdings" panose="05000000000000000000" pitchFamily="2" charset="2"/>
              <a:buChar char="p"/>
              <a:defRPr/>
            </a:pPr>
            <a:r>
              <a:rPr lang="zh-CN" altLang="en-US" dirty="0" smtClean="0"/>
              <a:t>家庭</a:t>
            </a:r>
            <a:r>
              <a:rPr lang="zh-CN" altLang="en-US" dirty="0"/>
              <a:t>自动化总线</a:t>
            </a:r>
            <a:r>
              <a:rPr lang="en-US" altLang="zh-CN" dirty="0"/>
              <a:t>/</a:t>
            </a:r>
            <a:r>
              <a:rPr lang="zh-CN" altLang="en-US" dirty="0"/>
              <a:t>网络还有：</a:t>
            </a:r>
          </a:p>
          <a:p>
            <a:pPr lvl="2" algn="just" eaLnBrk="1" hangingPunct="1">
              <a:buClr>
                <a:srgbClr val="FFC000"/>
              </a:buClr>
              <a:buFontTx/>
              <a:buChar char="•"/>
              <a:defRPr/>
            </a:pPr>
            <a:r>
              <a:rPr lang="zh-CN" altLang="en-US" sz="2800" dirty="0"/>
              <a:t> </a:t>
            </a:r>
            <a:r>
              <a:rPr lang="zh-CN" altLang="en-US" dirty="0"/>
              <a:t>欧洲的欧洲安装总线</a:t>
            </a:r>
            <a:r>
              <a:rPr lang="en-US" altLang="zh-CN" b="1" dirty="0">
                <a:solidFill>
                  <a:srgbClr val="C00000"/>
                </a:solidFill>
              </a:rPr>
              <a:t>EIB</a:t>
            </a:r>
            <a:r>
              <a:rPr lang="en-US" altLang="zh-CN" dirty="0"/>
              <a:t>(European Installation Bus)</a:t>
            </a:r>
          </a:p>
          <a:p>
            <a:pPr lvl="2" algn="just" eaLnBrk="1" hangingPunct="1">
              <a:buClr>
                <a:srgbClr val="FFC000"/>
              </a:buClr>
              <a:buFontTx/>
              <a:buChar char="•"/>
              <a:defRPr/>
            </a:pPr>
            <a:r>
              <a:rPr lang="en-US" altLang="zh-CN" dirty="0"/>
              <a:t> </a:t>
            </a:r>
            <a:r>
              <a:rPr lang="zh-CN" altLang="en-US" dirty="0"/>
              <a:t>欧洲家庭系统</a:t>
            </a:r>
            <a:r>
              <a:rPr lang="en-US" altLang="zh-CN" b="1" dirty="0">
                <a:solidFill>
                  <a:srgbClr val="C00000"/>
                </a:solidFill>
              </a:rPr>
              <a:t>EHS</a:t>
            </a:r>
            <a:r>
              <a:rPr lang="en-US" altLang="zh-CN" dirty="0"/>
              <a:t>(Europe Home System) </a:t>
            </a:r>
            <a:r>
              <a:rPr lang="zh-CN" altLang="en-US" dirty="0"/>
              <a:t>和 </a:t>
            </a:r>
            <a:r>
              <a:rPr lang="en-US" altLang="zh-CN" b="1" dirty="0" err="1">
                <a:solidFill>
                  <a:srgbClr val="C00000"/>
                </a:solidFill>
              </a:rPr>
              <a:t>BatiBUS</a:t>
            </a:r>
            <a:endParaRPr lang="en-US" altLang="zh-CN" b="1" dirty="0">
              <a:solidFill>
                <a:srgbClr val="C00000"/>
              </a:solidFill>
            </a:endParaRPr>
          </a:p>
          <a:p>
            <a:pPr lvl="2" algn="just" eaLnBrk="1" hangingPunct="1">
              <a:buClr>
                <a:srgbClr val="FFC000"/>
              </a:buClr>
              <a:buFontTx/>
              <a:buChar char="•"/>
              <a:defRPr/>
            </a:pPr>
            <a:r>
              <a:rPr lang="en-US" altLang="zh-CN" dirty="0"/>
              <a:t> </a:t>
            </a:r>
            <a:r>
              <a:rPr lang="zh-CN" altLang="en-US" dirty="0"/>
              <a:t>日本的</a:t>
            </a:r>
            <a:r>
              <a:rPr lang="en-US" altLang="zh-CN" b="1" dirty="0" err="1">
                <a:solidFill>
                  <a:srgbClr val="C00000"/>
                </a:solidFill>
              </a:rPr>
              <a:t>Homebus</a:t>
            </a:r>
            <a:endParaRPr lang="en-US" altLang="zh-CN" b="1" dirty="0">
              <a:solidFill>
                <a:srgbClr val="C00000"/>
              </a:solidFill>
            </a:endParaRPr>
          </a:p>
          <a:p>
            <a:pPr lvl="2" algn="just" eaLnBrk="1" hangingPunct="1">
              <a:buClr>
                <a:srgbClr val="FFC000"/>
              </a:buClr>
              <a:buFontTx/>
              <a:buChar char="•"/>
              <a:defRPr/>
            </a:pPr>
            <a:r>
              <a:rPr lang="en-US" altLang="zh-CN" dirty="0"/>
              <a:t> </a:t>
            </a:r>
            <a:r>
              <a:rPr lang="zh-CN" altLang="en-US" dirty="0"/>
              <a:t>澳洲奇胜（</a:t>
            </a:r>
            <a:r>
              <a:rPr lang="en-US" altLang="zh-CN" dirty="0"/>
              <a:t>Clipsal</a:t>
            </a:r>
            <a:r>
              <a:rPr lang="zh-CN" altLang="en-US" dirty="0"/>
              <a:t>）公司的</a:t>
            </a:r>
            <a:r>
              <a:rPr lang="en-US" altLang="zh-CN" b="1" dirty="0" smtClean="0">
                <a:solidFill>
                  <a:srgbClr val="C00000"/>
                </a:solidFill>
              </a:rPr>
              <a:t>C-BUS</a:t>
            </a:r>
          </a:p>
          <a:p>
            <a:pPr lvl="1" algn="just" eaLnBrk="1" hangingPunct="1">
              <a:buClr>
                <a:schemeClr val="tx1"/>
              </a:buClr>
              <a:buFont typeface="Wingdings" panose="05000000000000000000" pitchFamily="2" charset="2"/>
              <a:buChar char="ü"/>
              <a:defRPr/>
            </a:pPr>
            <a:r>
              <a:rPr lang="zh-CN" altLang="en-US" sz="2400" dirty="0"/>
              <a:t>尚有</a:t>
            </a:r>
            <a:r>
              <a:rPr lang="en-US" altLang="zh-CN" sz="2400" b="1" dirty="0" smtClean="0">
                <a:solidFill>
                  <a:srgbClr val="C00000"/>
                </a:solidFill>
              </a:rPr>
              <a:t>WTB</a:t>
            </a:r>
            <a:r>
              <a:rPr lang="zh-CN" altLang="en-US" sz="2400" b="1" dirty="0" smtClean="0">
                <a:solidFill>
                  <a:srgbClr val="C00000"/>
                </a:solidFill>
              </a:rPr>
              <a:t>（</a:t>
            </a:r>
            <a:r>
              <a:rPr lang="en-US" altLang="zh-CN" sz="2400" b="1" dirty="0" smtClean="0">
                <a:solidFill>
                  <a:srgbClr val="C00000"/>
                </a:solidFill>
              </a:rPr>
              <a:t>Wire Train Bus</a:t>
            </a:r>
            <a:r>
              <a:rPr lang="zh-CN" altLang="en-US" sz="2400" b="1" dirty="0" smtClean="0">
                <a:solidFill>
                  <a:srgbClr val="C00000"/>
                </a:solidFill>
              </a:rPr>
              <a:t>）、</a:t>
            </a:r>
            <a:r>
              <a:rPr lang="en-US" altLang="zh-CN" sz="2400" b="1" dirty="0" smtClean="0">
                <a:solidFill>
                  <a:srgbClr val="C00000"/>
                </a:solidFill>
              </a:rPr>
              <a:t>MVB</a:t>
            </a:r>
            <a:r>
              <a:rPr lang="zh-CN" altLang="en-US" sz="2400" b="1" dirty="0" smtClean="0">
                <a:solidFill>
                  <a:srgbClr val="C00000"/>
                </a:solidFill>
              </a:rPr>
              <a:t>（</a:t>
            </a:r>
            <a:r>
              <a:rPr lang="en-US" altLang="zh-CN" sz="2400" b="1" dirty="0" smtClean="0">
                <a:solidFill>
                  <a:srgbClr val="C00000"/>
                </a:solidFill>
              </a:rPr>
              <a:t>Multifunction Vehicle Bus</a:t>
            </a:r>
            <a:r>
              <a:rPr lang="zh-CN" altLang="en-US" sz="2400" b="1" dirty="0" smtClean="0">
                <a:solidFill>
                  <a:srgbClr val="C00000"/>
                </a:solidFill>
              </a:rPr>
              <a:t>）、</a:t>
            </a:r>
            <a:r>
              <a:rPr lang="en-US" altLang="zh-CN" sz="2400" b="1" dirty="0" err="1" smtClean="0">
                <a:solidFill>
                  <a:srgbClr val="C00000"/>
                </a:solidFill>
              </a:rPr>
              <a:t>CANopen</a:t>
            </a:r>
            <a:r>
              <a:rPr lang="zh-CN" altLang="en-US" sz="2400" b="1" dirty="0" smtClean="0">
                <a:solidFill>
                  <a:srgbClr val="C00000"/>
                </a:solidFill>
              </a:rPr>
              <a:t>、</a:t>
            </a:r>
            <a:r>
              <a:rPr lang="en-US" altLang="zh-CN" sz="2400" b="1" dirty="0" smtClean="0">
                <a:solidFill>
                  <a:srgbClr val="C00000"/>
                </a:solidFill>
              </a:rPr>
              <a:t>IQBUS</a:t>
            </a:r>
            <a:r>
              <a:rPr lang="zh-CN" altLang="en-US" sz="2400" b="1" dirty="0" smtClean="0">
                <a:solidFill>
                  <a:srgbClr val="C00000"/>
                </a:solidFill>
              </a:rPr>
              <a:t>、</a:t>
            </a:r>
            <a:r>
              <a:rPr lang="en-US" altLang="zh-CN" sz="2400" b="1" dirty="0" err="1" smtClean="0">
                <a:solidFill>
                  <a:srgbClr val="C00000"/>
                </a:solidFill>
              </a:rPr>
              <a:t>EHSnet</a:t>
            </a:r>
            <a:r>
              <a:rPr lang="zh-CN" altLang="en-US" sz="2400" b="1" dirty="0" smtClean="0">
                <a:solidFill>
                  <a:srgbClr val="C00000"/>
                </a:solidFill>
              </a:rPr>
              <a:t>、</a:t>
            </a:r>
            <a:r>
              <a:rPr lang="en-US" altLang="zh-CN" sz="2400" b="1" dirty="0" err="1" smtClean="0">
                <a:solidFill>
                  <a:srgbClr val="C00000"/>
                </a:solidFill>
              </a:rPr>
              <a:t>excom</a:t>
            </a:r>
            <a:r>
              <a:rPr lang="zh-CN" altLang="en-US" sz="2400" dirty="0"/>
              <a:t>等现场总线。</a:t>
            </a:r>
          </a:p>
          <a:p>
            <a:pPr lvl="1" algn="just" eaLnBrk="1" hangingPunct="1">
              <a:buClr>
                <a:schemeClr val="tx1"/>
              </a:buClr>
              <a:buFont typeface="Wingdings" panose="05000000000000000000" pitchFamily="2" charset="2"/>
              <a:buChar char="ü"/>
              <a:defRPr/>
            </a:pPr>
            <a:endParaRPr lang="en-US" altLang="zh-CN" b="1" dirty="0" smtClean="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1000"/>
                                        <p:tgtEl>
                                          <p:spTgt spid="3">
                                            <p:txEl>
                                              <p:pRg st="6" end="6"/>
                                            </p:txEl>
                                          </p:spTgt>
                                        </p:tgtEl>
                                      </p:cBhvr>
                                    </p:animEffect>
                                    <p:anim calcmode="lin" valueType="num">
                                      <p:cBhvr>
                                        <p:cTn id="3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1000"/>
                                        <p:tgtEl>
                                          <p:spTgt spid="3">
                                            <p:txEl>
                                              <p:pRg st="7" end="7"/>
                                            </p:txEl>
                                          </p:spTgt>
                                        </p:tgtEl>
                                      </p:cBhvr>
                                    </p:animEffect>
                                    <p:anim calcmode="lin" valueType="num">
                                      <p:cBhvr>
                                        <p:cTn id="3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1000"/>
                                        <p:tgtEl>
                                          <p:spTgt spid="3">
                                            <p:txEl>
                                              <p:pRg st="8" end="8"/>
                                            </p:txEl>
                                          </p:spTgt>
                                        </p:tgtEl>
                                      </p:cBhvr>
                                    </p:animEffect>
                                    <p:anim calcmode="lin" valueType="num">
                                      <p:cBhvr>
                                        <p:cTn id="4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p:cNvSpPr>
          <p:nvPr>
            <p:ph type="title"/>
          </p:nvPr>
        </p:nvSpPr>
        <p:spPr>
          <a:xfrm>
            <a:off x="107950" y="44450"/>
            <a:ext cx="7343775" cy="792163"/>
          </a:xfrm>
        </p:spPr>
        <p:txBody>
          <a:bodyPr/>
          <a:lstStyle/>
          <a:p>
            <a:pPr eaLnBrk="1" hangingPunct="1"/>
            <a:r>
              <a:rPr lang="en-US" altLang="zh-CN" dirty="0" smtClean="0"/>
              <a:t>1.4.4</a:t>
            </a:r>
            <a:r>
              <a:rPr lang="zh-CN" altLang="en-US" dirty="0"/>
              <a:t>其他地区与国家现场总线标准</a:t>
            </a:r>
            <a:endParaRPr lang="zh-CN" altLang="en-US" sz="2400" dirty="0" smtClean="0"/>
          </a:p>
        </p:txBody>
      </p:sp>
      <p:sp>
        <p:nvSpPr>
          <p:cNvPr id="3" name="内容占位符 2"/>
          <p:cNvSpPr>
            <a:spLocks noGrp="1"/>
          </p:cNvSpPr>
          <p:nvPr>
            <p:ph idx="1"/>
          </p:nvPr>
        </p:nvSpPr>
        <p:spPr>
          <a:xfrm>
            <a:off x="107950" y="981075"/>
            <a:ext cx="8785225" cy="5256213"/>
          </a:xfrm>
        </p:spPr>
        <p:txBody>
          <a:bodyPr/>
          <a:lstStyle/>
          <a:p>
            <a:pPr algn="just" eaLnBrk="1" hangingPunct="1">
              <a:buFont typeface="Wingdings" panose="05000000000000000000" pitchFamily="2" charset="2"/>
              <a:buChar char="Ø"/>
              <a:defRPr/>
            </a:pPr>
            <a:r>
              <a:rPr lang="zh-CN" altLang="en-US" dirty="0">
                <a:solidFill>
                  <a:srgbClr val="FF0000"/>
                </a:solidFill>
              </a:rPr>
              <a:t>推广现场总线技术的组织：</a:t>
            </a:r>
          </a:p>
          <a:p>
            <a:pPr lvl="1" algn="just" eaLnBrk="1" hangingPunct="1">
              <a:buClr>
                <a:schemeClr val="accent5">
                  <a:lumMod val="50000"/>
                </a:schemeClr>
              </a:buClr>
              <a:buFont typeface="Wingdings" panose="05000000000000000000" pitchFamily="2" charset="2"/>
              <a:buChar char="ü"/>
              <a:defRPr/>
            </a:pPr>
            <a:r>
              <a:rPr lang="zh-CN" altLang="en-US" dirty="0"/>
              <a:t> </a:t>
            </a:r>
            <a:r>
              <a:rPr lang="zh-CN" altLang="en-US" b="1" dirty="0">
                <a:solidFill>
                  <a:srgbClr val="C00000"/>
                </a:solidFill>
              </a:rPr>
              <a:t>现场总线基金会</a:t>
            </a:r>
            <a:r>
              <a:rPr lang="zh-CN" altLang="en-US" dirty="0"/>
              <a:t>（</a:t>
            </a:r>
            <a:r>
              <a:rPr lang="en-US" altLang="zh-CN" dirty="0"/>
              <a:t>Fieldbus Foundation</a:t>
            </a:r>
            <a:r>
              <a:rPr lang="zh-CN" altLang="en-US" dirty="0"/>
              <a:t>）</a:t>
            </a:r>
          </a:p>
          <a:p>
            <a:pPr lvl="1" algn="just" eaLnBrk="1" hangingPunct="1">
              <a:buClr>
                <a:schemeClr val="accent5">
                  <a:lumMod val="50000"/>
                </a:schemeClr>
              </a:buClr>
              <a:buFont typeface="Wingdings" panose="05000000000000000000" pitchFamily="2" charset="2"/>
              <a:buChar char="ü"/>
              <a:defRPr/>
            </a:pPr>
            <a:r>
              <a:rPr lang="zh-CN" altLang="en-US" dirty="0"/>
              <a:t> </a:t>
            </a:r>
            <a:r>
              <a:rPr lang="en-US" altLang="zh-CN" b="1" dirty="0">
                <a:solidFill>
                  <a:srgbClr val="C00000"/>
                </a:solidFill>
              </a:rPr>
              <a:t>PROFIBUS</a:t>
            </a:r>
            <a:r>
              <a:rPr lang="zh-CN" altLang="en-US" b="1" dirty="0">
                <a:solidFill>
                  <a:srgbClr val="C00000"/>
                </a:solidFill>
              </a:rPr>
              <a:t>协会</a:t>
            </a:r>
          </a:p>
          <a:p>
            <a:pPr lvl="1" algn="just" eaLnBrk="1" hangingPunct="1">
              <a:buClr>
                <a:schemeClr val="accent5">
                  <a:lumMod val="50000"/>
                </a:schemeClr>
              </a:buClr>
              <a:buFont typeface="Wingdings" panose="05000000000000000000" pitchFamily="2" charset="2"/>
              <a:buChar char="ü"/>
              <a:defRPr/>
            </a:pPr>
            <a:r>
              <a:rPr lang="zh-CN" altLang="en-US" b="1" dirty="0">
                <a:solidFill>
                  <a:srgbClr val="C00000"/>
                </a:solidFill>
              </a:rPr>
              <a:t> </a:t>
            </a:r>
            <a:r>
              <a:rPr lang="en-US" altLang="zh-CN" b="1" dirty="0" err="1">
                <a:solidFill>
                  <a:srgbClr val="C00000"/>
                </a:solidFill>
              </a:rPr>
              <a:t>LonMark</a:t>
            </a:r>
            <a:r>
              <a:rPr lang="zh-CN" altLang="en-US" b="1" dirty="0">
                <a:solidFill>
                  <a:srgbClr val="C00000"/>
                </a:solidFill>
              </a:rPr>
              <a:t>协会</a:t>
            </a:r>
            <a:r>
              <a:rPr lang="zh-CN" altLang="en-US" dirty="0"/>
              <a:t>（推行以</a:t>
            </a:r>
            <a:r>
              <a:rPr lang="en-US" altLang="zh-CN" dirty="0" err="1"/>
              <a:t>LonWorks</a:t>
            </a:r>
            <a:r>
              <a:rPr lang="zh-CN" altLang="en-US" dirty="0"/>
              <a:t>技术为基础</a:t>
            </a:r>
            <a:r>
              <a:rPr lang="zh-CN" altLang="en-US" dirty="0" smtClean="0"/>
              <a:t>的</a:t>
            </a:r>
            <a:r>
              <a:rPr lang="en-US" altLang="zh-CN" dirty="0" err="1" smtClean="0"/>
              <a:t>LonMark</a:t>
            </a:r>
            <a:r>
              <a:rPr lang="zh-CN" altLang="en-US" dirty="0"/>
              <a:t>标准）</a:t>
            </a:r>
          </a:p>
          <a:p>
            <a:pPr lvl="1" algn="just" eaLnBrk="1" hangingPunct="1">
              <a:buClr>
                <a:schemeClr val="accent5">
                  <a:lumMod val="50000"/>
                </a:schemeClr>
              </a:buClr>
              <a:buFont typeface="Wingdings" panose="05000000000000000000" pitchFamily="2" charset="2"/>
              <a:buChar char="ü"/>
              <a:defRPr/>
            </a:pPr>
            <a:r>
              <a:rPr lang="zh-CN" altLang="en-US" dirty="0"/>
              <a:t> </a:t>
            </a:r>
            <a:r>
              <a:rPr lang="zh-CN" altLang="en-US" b="1" dirty="0">
                <a:solidFill>
                  <a:srgbClr val="C00000"/>
                </a:solidFill>
              </a:rPr>
              <a:t>工业以太网协会</a:t>
            </a:r>
            <a:r>
              <a:rPr lang="en-US" altLang="zh-CN" b="1" dirty="0" smtClean="0">
                <a:solidFill>
                  <a:srgbClr val="C00000"/>
                </a:solidFill>
              </a:rPr>
              <a:t>IEA</a:t>
            </a:r>
            <a:r>
              <a:rPr lang="zh-CN" altLang="en-US" dirty="0" smtClean="0"/>
              <a:t>（</a:t>
            </a:r>
            <a:r>
              <a:rPr lang="en-US" altLang="zh-CN" dirty="0" smtClean="0"/>
              <a:t>Industrial </a:t>
            </a:r>
            <a:r>
              <a:rPr lang="en-US" altLang="zh-CN" dirty="0" err="1"/>
              <a:t>EtherNet</a:t>
            </a:r>
            <a:r>
              <a:rPr lang="en-US" altLang="zh-CN" dirty="0"/>
              <a:t> Association</a:t>
            </a:r>
            <a:r>
              <a:rPr lang="zh-CN" altLang="en-US" dirty="0"/>
              <a:t>）</a:t>
            </a:r>
          </a:p>
          <a:p>
            <a:pPr lvl="1" algn="just" eaLnBrk="1" hangingPunct="1">
              <a:buClr>
                <a:schemeClr val="accent5">
                  <a:lumMod val="50000"/>
                </a:schemeClr>
              </a:buClr>
              <a:buFont typeface="Wingdings" panose="05000000000000000000" pitchFamily="2" charset="2"/>
              <a:buChar char="ü"/>
              <a:defRPr/>
            </a:pPr>
            <a:r>
              <a:rPr lang="zh-CN" altLang="en-US" b="1" dirty="0">
                <a:solidFill>
                  <a:srgbClr val="C00000"/>
                </a:solidFill>
              </a:rPr>
              <a:t>工业自动化开放网络联盟</a:t>
            </a:r>
            <a:r>
              <a:rPr lang="en-US" altLang="zh-CN" b="1" dirty="0" smtClean="0">
                <a:solidFill>
                  <a:srgbClr val="C00000"/>
                </a:solidFill>
              </a:rPr>
              <a:t>IAONA</a:t>
            </a:r>
            <a:r>
              <a:rPr lang="zh-CN" altLang="en-US" dirty="0" smtClean="0"/>
              <a:t>（</a:t>
            </a:r>
            <a:r>
              <a:rPr lang="en-US" altLang="zh-CN" dirty="0" smtClean="0"/>
              <a:t>Industrial </a:t>
            </a:r>
            <a:r>
              <a:rPr lang="en-US" altLang="zh-CN" dirty="0"/>
              <a:t>Automation Open Network </a:t>
            </a:r>
            <a:r>
              <a:rPr lang="en-US" altLang="zh-CN" dirty="0" smtClean="0"/>
              <a:t>Alliance</a:t>
            </a:r>
            <a:r>
              <a:rPr lang="zh-CN" altLang="en-US" dirty="0" smtClean="0"/>
              <a:t>）</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heel(1)">
                                      <p:cBhvr>
                                        <p:cTn id="7" dur="2000"/>
                                        <p:tgtEl>
                                          <p:spTgt spid="3">
                                            <p:txEl>
                                              <p:pRg st="1" end="1"/>
                                            </p:txEl>
                                          </p:spTgt>
                                        </p:tgtEl>
                                      </p:cBhvr>
                                    </p:animEffect>
                                  </p:childTnLst>
                                </p:cTn>
                              </p:par>
                              <p:par>
                                <p:cTn id="8" presetID="21" presetClass="entr" presetSubtype="1"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heel(1)">
                                      <p:cBhvr>
                                        <p:cTn id="10" dur="2000"/>
                                        <p:tgtEl>
                                          <p:spTgt spid="3">
                                            <p:txEl>
                                              <p:pRg st="2" end="2"/>
                                            </p:txEl>
                                          </p:spTgt>
                                        </p:tgtEl>
                                      </p:cBhvr>
                                    </p:animEffect>
                                  </p:childTnLst>
                                </p:cTn>
                              </p:par>
                              <p:par>
                                <p:cTn id="11" presetID="21" presetClass="entr" presetSubtype="1"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heel(1)">
                                      <p:cBhvr>
                                        <p:cTn id="13" dur="2000"/>
                                        <p:tgtEl>
                                          <p:spTgt spid="3">
                                            <p:txEl>
                                              <p:pRg st="3" end="3"/>
                                            </p:txEl>
                                          </p:spTgt>
                                        </p:tgtEl>
                                      </p:cBhvr>
                                    </p:animEffect>
                                  </p:childTnLst>
                                </p:cTn>
                              </p:par>
                              <p:par>
                                <p:cTn id="14" presetID="21" presetClass="entr" presetSubtype="1"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wheel(1)">
                                      <p:cBhvr>
                                        <p:cTn id="16" dur="2000"/>
                                        <p:tgtEl>
                                          <p:spTgt spid="3">
                                            <p:txEl>
                                              <p:pRg st="4" end="4"/>
                                            </p:txEl>
                                          </p:spTgt>
                                        </p:tgtEl>
                                      </p:cBhvr>
                                    </p:animEffect>
                                  </p:childTnLst>
                                </p:cTn>
                              </p:par>
                              <p:par>
                                <p:cTn id="17" presetID="21" presetClass="entr" presetSubtype="1"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wheel(1)">
                                      <p:cBhvr>
                                        <p:cTn id="19"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950" y="44451"/>
            <a:ext cx="7992442" cy="792262"/>
          </a:xfrm>
        </p:spPr>
        <p:txBody>
          <a:bodyPr/>
          <a:lstStyle/>
          <a:p>
            <a:r>
              <a:rPr lang="en-US" altLang="zh-CN" dirty="0" smtClean="0"/>
              <a:t>1.4.5</a:t>
            </a:r>
            <a:r>
              <a:rPr lang="zh-CN" altLang="en-US" dirty="0"/>
              <a:t>现场总线</a:t>
            </a:r>
            <a:r>
              <a:rPr lang="en-US" altLang="zh-CN" dirty="0"/>
              <a:t>/</a:t>
            </a:r>
            <a:r>
              <a:rPr lang="zh-CN" altLang="en-US" dirty="0"/>
              <a:t>工业控制网络发展现状</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3608" y="908720"/>
            <a:ext cx="6840562" cy="5138501"/>
          </a:xfrm>
          <a:prstGeom prst="rect">
            <a:avLst/>
          </a:prstGeom>
        </p:spPr>
      </p:pic>
    </p:spTree>
    <p:extLst>
      <p:ext uri="{BB962C8B-B14F-4D97-AF65-F5344CB8AC3E}">
        <p14:creationId xmlns:p14="http://schemas.microsoft.com/office/powerpoint/2010/main" val="31740754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950" y="44451"/>
            <a:ext cx="8064450" cy="792262"/>
          </a:xfrm>
        </p:spPr>
        <p:txBody>
          <a:bodyPr/>
          <a:lstStyle/>
          <a:p>
            <a:r>
              <a:rPr lang="en-US" altLang="zh-CN" dirty="0"/>
              <a:t>1.4.5</a:t>
            </a:r>
            <a:r>
              <a:rPr lang="zh-CN" altLang="en-US" dirty="0"/>
              <a:t>现场总线</a:t>
            </a:r>
            <a:r>
              <a:rPr lang="en-US" altLang="zh-CN" dirty="0"/>
              <a:t>/</a:t>
            </a:r>
            <a:r>
              <a:rPr lang="zh-CN" altLang="en-US" dirty="0"/>
              <a:t>工业控制网络发展现状</a:t>
            </a:r>
          </a:p>
        </p:txBody>
      </p:sp>
      <p:sp>
        <p:nvSpPr>
          <p:cNvPr id="3" name="内容占位符 2"/>
          <p:cNvSpPr>
            <a:spLocks noGrp="1"/>
          </p:cNvSpPr>
          <p:nvPr>
            <p:ph idx="1"/>
          </p:nvPr>
        </p:nvSpPr>
        <p:spPr/>
        <p:txBody>
          <a:bodyPr/>
          <a:lstStyle/>
          <a:p>
            <a:pPr>
              <a:buFont typeface="Wingdings" panose="05000000000000000000" pitchFamily="2" charset="2"/>
              <a:buChar char="p"/>
            </a:pPr>
            <a:r>
              <a:rPr lang="zh-CN" altLang="en-US" dirty="0" smtClean="0">
                <a:solidFill>
                  <a:schemeClr val="accent6">
                    <a:lumMod val="50000"/>
                  </a:schemeClr>
                </a:solidFill>
              </a:rPr>
              <a:t> </a:t>
            </a:r>
            <a:r>
              <a:rPr lang="zh-CN" altLang="en-US" b="1" dirty="0" smtClean="0">
                <a:solidFill>
                  <a:schemeClr val="accent6">
                    <a:lumMod val="50000"/>
                  </a:schemeClr>
                </a:solidFill>
              </a:rPr>
              <a:t>主要标准的市场份额</a:t>
            </a:r>
            <a:endParaRPr lang="en-US" altLang="zh-CN" b="1" dirty="0" smtClean="0">
              <a:solidFill>
                <a:schemeClr val="accent6">
                  <a:lumMod val="50000"/>
                </a:schemeClr>
              </a:solidFill>
            </a:endParaRPr>
          </a:p>
          <a:p>
            <a:pPr lvl="1">
              <a:buFont typeface="Wingdings" panose="05000000000000000000" pitchFamily="2" charset="2"/>
              <a:buChar char="Ø"/>
            </a:pPr>
            <a:r>
              <a:rPr lang="zh-CN" altLang="en-US" dirty="0" smtClean="0">
                <a:solidFill>
                  <a:srgbClr val="C00000"/>
                </a:solidFill>
              </a:rPr>
              <a:t>现场总线</a:t>
            </a:r>
            <a:endParaRPr lang="en-US" altLang="zh-CN" dirty="0" smtClean="0">
              <a:solidFill>
                <a:srgbClr val="C00000"/>
              </a:solidFill>
            </a:endParaRPr>
          </a:p>
          <a:p>
            <a:pPr lvl="1">
              <a:buFont typeface="Wingdings" panose="05000000000000000000" pitchFamily="2" charset="2"/>
              <a:buChar char="Ø"/>
            </a:pPr>
            <a:r>
              <a:rPr lang="zh-CN" altLang="en-US" dirty="0" smtClean="0">
                <a:solidFill>
                  <a:srgbClr val="C00000"/>
                </a:solidFill>
              </a:rPr>
              <a:t>工业以太网</a:t>
            </a:r>
            <a:endParaRPr lang="en-US" altLang="zh-CN" dirty="0" smtClean="0">
              <a:solidFill>
                <a:srgbClr val="C00000"/>
              </a:solidFill>
            </a:endParaRPr>
          </a:p>
          <a:p>
            <a:pPr lvl="1">
              <a:buFont typeface="Wingdings" panose="05000000000000000000" pitchFamily="2" charset="2"/>
              <a:buChar char="Ø"/>
            </a:pPr>
            <a:r>
              <a:rPr lang="zh-CN" altLang="en-US" dirty="0" smtClean="0">
                <a:solidFill>
                  <a:srgbClr val="C00000"/>
                </a:solidFill>
              </a:rPr>
              <a:t>无线</a:t>
            </a:r>
            <a:endParaRPr lang="en-US" altLang="zh-CN" dirty="0" smtClean="0">
              <a:solidFill>
                <a:srgbClr val="C00000"/>
              </a:solidFill>
            </a:endParaRPr>
          </a:p>
          <a:p>
            <a:pPr marL="457200" lvl="1" indent="0">
              <a:buNone/>
            </a:pPr>
            <a:endParaRPr lang="en-US" altLang="zh-CN" dirty="0" smtClean="0"/>
          </a:p>
          <a:p>
            <a:pPr>
              <a:buFont typeface="Wingdings" panose="05000000000000000000" pitchFamily="2" charset="2"/>
              <a:buChar char="p"/>
            </a:pPr>
            <a:r>
              <a:rPr lang="zh-CN" altLang="en-US" dirty="0" smtClean="0">
                <a:solidFill>
                  <a:schemeClr val="accent6">
                    <a:lumMod val="50000"/>
                  </a:schemeClr>
                </a:solidFill>
              </a:rPr>
              <a:t> </a:t>
            </a:r>
            <a:r>
              <a:rPr lang="zh-CN" altLang="en-US" b="1" dirty="0" smtClean="0">
                <a:solidFill>
                  <a:schemeClr val="accent6">
                    <a:lumMod val="50000"/>
                  </a:schemeClr>
                </a:solidFill>
              </a:rPr>
              <a:t>发展趋势</a:t>
            </a:r>
            <a:endParaRPr lang="en-US" altLang="zh-CN" b="1" dirty="0" smtClean="0">
              <a:solidFill>
                <a:schemeClr val="accent6">
                  <a:lumMod val="50000"/>
                </a:schemeClr>
              </a:solidFill>
            </a:endParaRPr>
          </a:p>
          <a:p>
            <a:pPr lvl="1">
              <a:buFont typeface="Wingdings" panose="05000000000000000000" pitchFamily="2" charset="2"/>
              <a:buChar char="Ø"/>
            </a:pPr>
            <a:r>
              <a:rPr lang="zh-CN" altLang="en-US" dirty="0" smtClean="0">
                <a:solidFill>
                  <a:srgbClr val="C00000"/>
                </a:solidFill>
              </a:rPr>
              <a:t>现场总线持续增长</a:t>
            </a:r>
            <a:endParaRPr lang="en-US" altLang="zh-CN" dirty="0" smtClean="0">
              <a:solidFill>
                <a:srgbClr val="C00000"/>
              </a:solidFill>
            </a:endParaRPr>
          </a:p>
          <a:p>
            <a:pPr lvl="1">
              <a:buFont typeface="Wingdings" panose="05000000000000000000" pitchFamily="2" charset="2"/>
              <a:buChar char="Ø"/>
            </a:pPr>
            <a:r>
              <a:rPr lang="zh-CN" altLang="en-US" dirty="0" smtClean="0">
                <a:solidFill>
                  <a:srgbClr val="C00000"/>
                </a:solidFill>
              </a:rPr>
              <a:t>工业以太网增长更快</a:t>
            </a:r>
            <a:endParaRPr lang="en-US" altLang="zh-CN" dirty="0" smtClean="0">
              <a:solidFill>
                <a:srgbClr val="C00000"/>
              </a:solidFill>
            </a:endParaRPr>
          </a:p>
          <a:p>
            <a:pPr lvl="1">
              <a:buFont typeface="Wingdings" panose="05000000000000000000" pitchFamily="2" charset="2"/>
              <a:buChar char="Ø"/>
            </a:pPr>
            <a:r>
              <a:rPr lang="zh-CN" altLang="en-US" dirty="0" smtClean="0">
                <a:solidFill>
                  <a:srgbClr val="C00000"/>
                </a:solidFill>
              </a:rPr>
              <a:t>无线时代到来</a:t>
            </a:r>
            <a:endParaRPr lang="zh-CN" altLang="en-US" dirty="0">
              <a:solidFill>
                <a:srgbClr val="C00000"/>
              </a:solidFill>
            </a:endParaRPr>
          </a:p>
        </p:txBody>
      </p:sp>
    </p:spTree>
    <p:extLst>
      <p:ext uri="{BB962C8B-B14F-4D97-AF65-F5344CB8AC3E}">
        <p14:creationId xmlns:p14="http://schemas.microsoft.com/office/powerpoint/2010/main" val="14071154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a:xfrm>
            <a:off x="107950" y="44450"/>
            <a:ext cx="7343775" cy="792163"/>
          </a:xfrm>
        </p:spPr>
        <p:txBody>
          <a:bodyPr/>
          <a:lstStyle/>
          <a:p>
            <a:pPr eaLnBrk="1" hangingPunct="1"/>
            <a:r>
              <a:rPr lang="zh-CN" altLang="en-US" smtClean="0"/>
              <a:t>第</a:t>
            </a:r>
            <a:r>
              <a:rPr lang="en-US" altLang="zh-CN" smtClean="0"/>
              <a:t>1</a:t>
            </a:r>
            <a:r>
              <a:rPr lang="zh-CN" altLang="en-US" smtClean="0"/>
              <a:t>章 概述</a:t>
            </a:r>
          </a:p>
        </p:txBody>
      </p:sp>
      <p:sp>
        <p:nvSpPr>
          <p:cNvPr id="3" name="内容占位符 2"/>
          <p:cNvSpPr>
            <a:spLocks noGrp="1"/>
          </p:cNvSpPr>
          <p:nvPr>
            <p:ph idx="1"/>
          </p:nvPr>
        </p:nvSpPr>
        <p:spPr>
          <a:xfrm>
            <a:off x="107950" y="981075"/>
            <a:ext cx="8928100" cy="5102225"/>
          </a:xfrm>
        </p:spPr>
        <p:txBody>
          <a:bodyPr/>
          <a:lstStyle/>
          <a:p>
            <a:pPr eaLnBrk="1" hangingPunct="1">
              <a:lnSpc>
                <a:spcPct val="150000"/>
              </a:lnSpc>
              <a:buFont typeface="Wingdings" panose="05000000000000000000" pitchFamily="2" charset="2"/>
              <a:buChar char="ü"/>
              <a:defRPr/>
            </a:pPr>
            <a:r>
              <a:rPr lang="en-US" altLang="zh-CN" sz="2800" dirty="0" smtClean="0"/>
              <a:t>1.1 </a:t>
            </a:r>
            <a:r>
              <a:rPr lang="zh-CN" altLang="en-US" sz="2800" dirty="0" smtClean="0"/>
              <a:t>工业控制网络</a:t>
            </a:r>
            <a:endParaRPr lang="en-US" altLang="zh-CN" sz="2800" dirty="0" smtClean="0"/>
          </a:p>
          <a:p>
            <a:pPr eaLnBrk="1" hangingPunct="1">
              <a:lnSpc>
                <a:spcPct val="150000"/>
              </a:lnSpc>
              <a:buFont typeface="Wingdings" panose="05000000000000000000" pitchFamily="2" charset="2"/>
              <a:buChar char="ü"/>
              <a:defRPr/>
            </a:pPr>
            <a:r>
              <a:rPr lang="en-US" altLang="zh-CN" sz="2800" dirty="0" smtClean="0"/>
              <a:t>1.2 </a:t>
            </a:r>
            <a:r>
              <a:rPr lang="zh-CN" altLang="en-US" sz="2800" dirty="0"/>
              <a:t>现场总线的概念</a:t>
            </a:r>
            <a:endParaRPr lang="en-US" altLang="zh-CN" sz="2800" dirty="0"/>
          </a:p>
          <a:p>
            <a:pPr eaLnBrk="1" hangingPunct="1">
              <a:lnSpc>
                <a:spcPct val="150000"/>
              </a:lnSpc>
              <a:buFont typeface="Wingdings" panose="05000000000000000000" pitchFamily="2" charset="2"/>
              <a:buChar char="ü"/>
              <a:defRPr/>
            </a:pPr>
            <a:r>
              <a:rPr lang="en-US" altLang="zh-CN" sz="2800" dirty="0" smtClean="0"/>
              <a:t>1.3 </a:t>
            </a:r>
            <a:r>
              <a:rPr lang="zh-CN" altLang="en-US" sz="2800" dirty="0" smtClean="0"/>
              <a:t>现场总线系统的组成与体系结构</a:t>
            </a:r>
            <a:endParaRPr lang="en-US" altLang="zh-CN" sz="2800" dirty="0" smtClean="0"/>
          </a:p>
          <a:p>
            <a:pPr eaLnBrk="1" hangingPunct="1">
              <a:lnSpc>
                <a:spcPct val="150000"/>
              </a:lnSpc>
              <a:buFont typeface="Wingdings" panose="05000000000000000000" pitchFamily="2" charset="2"/>
              <a:buChar char="ü"/>
              <a:defRPr/>
            </a:pPr>
            <a:r>
              <a:rPr lang="en-US" altLang="zh-CN" sz="2800" dirty="0" smtClean="0"/>
              <a:t>1.4 </a:t>
            </a:r>
            <a:r>
              <a:rPr lang="zh-CN" altLang="en-US" sz="2800" dirty="0" smtClean="0"/>
              <a:t>现场总线标准</a:t>
            </a:r>
            <a:endParaRPr lang="en-US" altLang="zh-CN" sz="2800" dirty="0" smtClean="0"/>
          </a:p>
          <a:p>
            <a:pPr eaLnBrk="1" hangingPunct="1">
              <a:lnSpc>
                <a:spcPct val="150000"/>
              </a:lnSpc>
              <a:buFont typeface="Wingdings" panose="05000000000000000000" pitchFamily="2" charset="2"/>
              <a:buChar char="ü"/>
              <a:defRPr/>
            </a:pPr>
            <a:r>
              <a:rPr lang="en-US" altLang="zh-CN" sz="2800" dirty="0" smtClean="0">
                <a:solidFill>
                  <a:srgbClr val="FF0000"/>
                </a:solidFill>
              </a:rPr>
              <a:t>1.5 </a:t>
            </a:r>
            <a:r>
              <a:rPr lang="zh-CN" altLang="en-US" sz="2800" dirty="0" smtClean="0">
                <a:solidFill>
                  <a:srgbClr val="FF0000"/>
                </a:solidFill>
              </a:rPr>
              <a:t>现场总线</a:t>
            </a:r>
            <a:r>
              <a:rPr lang="zh-CN" altLang="en-US" sz="2800" dirty="0">
                <a:solidFill>
                  <a:srgbClr val="FF0000"/>
                </a:solidFill>
              </a:rPr>
              <a:t>应用领域</a:t>
            </a:r>
            <a:endParaRPr lang="en-US" altLang="zh-CN" sz="2800" dirty="0">
              <a:solidFill>
                <a:srgbClr val="FF0000"/>
              </a:solidFill>
            </a:endParaRPr>
          </a:p>
          <a:p>
            <a:pPr eaLnBrk="1" hangingPunct="1">
              <a:lnSpc>
                <a:spcPct val="150000"/>
              </a:lnSpc>
              <a:buFont typeface="Wingdings" panose="05000000000000000000" pitchFamily="2" charset="2"/>
              <a:buChar char="ü"/>
              <a:defRPr/>
            </a:pPr>
            <a:endParaRPr lang="zh-CN" altLang="en-US" sz="2800"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a:xfrm>
            <a:off x="107950" y="44450"/>
            <a:ext cx="7343775" cy="792163"/>
          </a:xfrm>
        </p:spPr>
        <p:txBody>
          <a:bodyPr/>
          <a:lstStyle/>
          <a:p>
            <a:pPr eaLnBrk="1" hangingPunct="1"/>
            <a:r>
              <a:rPr lang="en-US" altLang="zh-CN" dirty="0" smtClean="0"/>
              <a:t>1.5 </a:t>
            </a:r>
            <a:r>
              <a:rPr lang="zh-CN" altLang="en-US" dirty="0" smtClean="0"/>
              <a:t>现场总线应用领域</a:t>
            </a:r>
          </a:p>
        </p:txBody>
      </p:sp>
      <p:sp>
        <p:nvSpPr>
          <p:cNvPr id="3" name="内容占位符 2"/>
          <p:cNvSpPr>
            <a:spLocks noGrp="1"/>
          </p:cNvSpPr>
          <p:nvPr>
            <p:ph idx="1"/>
          </p:nvPr>
        </p:nvSpPr>
        <p:spPr>
          <a:xfrm>
            <a:off x="107950" y="981075"/>
            <a:ext cx="8785225" cy="5256213"/>
          </a:xfrm>
        </p:spPr>
        <p:txBody>
          <a:bodyPr/>
          <a:lstStyle/>
          <a:p>
            <a:pPr algn="just" eaLnBrk="1" hangingPunct="1">
              <a:buFont typeface="Wingdings" pitchFamily="2" charset="2"/>
              <a:buNone/>
              <a:defRPr/>
            </a:pPr>
            <a:r>
              <a:rPr lang="en-US" altLang="zh-CN" sz="2400" b="1" dirty="0" smtClean="0">
                <a:latin typeface="Times New Roman" pitchFamily="18" charset="0"/>
              </a:rPr>
              <a:t>      </a:t>
            </a:r>
            <a:r>
              <a:rPr lang="zh-CN" altLang="en-US" sz="2400" b="1" dirty="0" smtClean="0">
                <a:latin typeface="Times New Roman" pitchFamily="18" charset="0"/>
              </a:rPr>
              <a:t>现场总线可广泛应用于过程工业</a:t>
            </a:r>
            <a:r>
              <a:rPr lang="en-US" altLang="zh-CN" sz="2400" b="1" dirty="0" smtClean="0">
                <a:latin typeface="Times New Roman" pitchFamily="18" charset="0"/>
              </a:rPr>
              <a:t>/</a:t>
            </a:r>
            <a:r>
              <a:rPr lang="zh-CN" altLang="en-US" sz="2400" b="1" dirty="0" smtClean="0">
                <a:latin typeface="Times New Roman" pitchFamily="18" charset="0"/>
              </a:rPr>
              <a:t>工厂自动化、电力系统自动化、交通、家庭自动化等各领域，如：</a:t>
            </a:r>
          </a:p>
          <a:p>
            <a:pPr lvl="1" algn="just" eaLnBrk="1" hangingPunct="1">
              <a:buFont typeface="Wingdings" pitchFamily="2" charset="2"/>
              <a:buNone/>
              <a:defRPr/>
            </a:pPr>
            <a:r>
              <a:rPr lang="zh-CN" altLang="en-US" sz="2000" dirty="0" smtClean="0">
                <a:latin typeface="Times New Roman" pitchFamily="18" charset="0"/>
              </a:rPr>
              <a:t>◆  </a:t>
            </a:r>
            <a:r>
              <a:rPr lang="zh-CN" altLang="en-US" sz="2400" dirty="0" smtClean="0">
                <a:latin typeface="Times New Roman" pitchFamily="18" charset="0"/>
              </a:rPr>
              <a:t>汽车工业                                       ◆  继电保护与电力监控</a:t>
            </a:r>
          </a:p>
          <a:p>
            <a:pPr lvl="1" algn="just" eaLnBrk="1" hangingPunct="1">
              <a:buFont typeface="Wingdings" pitchFamily="2" charset="2"/>
              <a:buNone/>
              <a:defRPr/>
            </a:pPr>
            <a:r>
              <a:rPr lang="zh-CN" altLang="en-US" sz="2400" dirty="0" smtClean="0">
                <a:latin typeface="Times New Roman" pitchFamily="18" charset="0"/>
              </a:rPr>
              <a:t>◆  半导体芯片和半导体产品制造  ◆  水处理</a:t>
            </a:r>
          </a:p>
          <a:p>
            <a:pPr lvl="1" algn="just" eaLnBrk="1" hangingPunct="1">
              <a:buFont typeface="Wingdings" pitchFamily="2" charset="2"/>
              <a:buNone/>
              <a:defRPr/>
            </a:pPr>
            <a:r>
              <a:rPr lang="zh-CN" altLang="en-US" sz="2400" dirty="0" smtClean="0">
                <a:latin typeface="Times New Roman" pitchFamily="18" charset="0"/>
              </a:rPr>
              <a:t>◆  食品饮料制造                              ◆  机器人</a:t>
            </a:r>
          </a:p>
          <a:p>
            <a:pPr lvl="1" algn="just" eaLnBrk="1" hangingPunct="1">
              <a:buFont typeface="Wingdings" pitchFamily="2" charset="2"/>
              <a:buNone/>
              <a:defRPr/>
            </a:pPr>
            <a:r>
              <a:rPr lang="zh-CN" altLang="en-US" sz="2400" dirty="0" smtClean="0">
                <a:latin typeface="Times New Roman" pitchFamily="18" charset="0"/>
              </a:rPr>
              <a:t>◆  物流业</a:t>
            </a:r>
            <a:r>
              <a:rPr lang="en-US" altLang="zh-CN" sz="2400" dirty="0" smtClean="0">
                <a:latin typeface="Times New Roman" pitchFamily="18" charset="0"/>
              </a:rPr>
              <a:t>/</a:t>
            </a:r>
            <a:r>
              <a:rPr lang="zh-CN" altLang="en-US" sz="2400" dirty="0" smtClean="0">
                <a:latin typeface="Times New Roman" pitchFamily="18" charset="0"/>
              </a:rPr>
              <a:t>搬运业                             ◆  智能楼宇</a:t>
            </a:r>
          </a:p>
          <a:p>
            <a:pPr lvl="1" algn="just" eaLnBrk="1" hangingPunct="1">
              <a:buFont typeface="Wingdings" pitchFamily="2" charset="2"/>
              <a:buNone/>
              <a:defRPr/>
            </a:pPr>
            <a:r>
              <a:rPr lang="zh-CN" altLang="en-US" sz="2400" dirty="0" smtClean="0">
                <a:latin typeface="Times New Roman" pitchFamily="18" charset="0"/>
              </a:rPr>
              <a:t>◆  制药业                                          ◆  暖通空调</a:t>
            </a:r>
          </a:p>
          <a:p>
            <a:pPr lvl="1" algn="just" eaLnBrk="1" hangingPunct="1">
              <a:buFont typeface="Wingdings" pitchFamily="2" charset="2"/>
              <a:buNone/>
              <a:defRPr/>
            </a:pPr>
            <a:r>
              <a:rPr lang="zh-CN" altLang="en-US" sz="2400" dirty="0" smtClean="0">
                <a:latin typeface="Times New Roman" pitchFamily="18" charset="0"/>
              </a:rPr>
              <a:t>◆  包装业                                          ◆  轨道交通</a:t>
            </a:r>
            <a:r>
              <a:rPr lang="en-US" altLang="zh-CN" sz="2400" dirty="0" smtClean="0">
                <a:latin typeface="Times New Roman" pitchFamily="18" charset="0"/>
              </a:rPr>
              <a:t>/</a:t>
            </a:r>
            <a:r>
              <a:rPr lang="zh-CN" altLang="en-US" sz="2400" dirty="0" smtClean="0">
                <a:latin typeface="Times New Roman" pitchFamily="18" charset="0"/>
              </a:rPr>
              <a:t>城市交通</a:t>
            </a:r>
          </a:p>
          <a:p>
            <a:pPr lvl="1" algn="just" eaLnBrk="1" hangingPunct="1">
              <a:buFont typeface="Wingdings" pitchFamily="2" charset="2"/>
              <a:buNone/>
              <a:defRPr/>
            </a:pPr>
            <a:r>
              <a:rPr lang="zh-CN" altLang="en-US" sz="2400" dirty="0" smtClean="0">
                <a:latin typeface="Times New Roman" pitchFamily="18" charset="0"/>
              </a:rPr>
              <a:t>◆  石油与化工                                  ◆  能源与环境监控及管理</a:t>
            </a:r>
          </a:p>
          <a:p>
            <a:pPr lvl="1" algn="just" eaLnBrk="1" hangingPunct="1">
              <a:buFont typeface="Wingdings" pitchFamily="2" charset="2"/>
              <a:buNone/>
              <a:defRPr/>
            </a:pPr>
            <a:r>
              <a:rPr lang="zh-CN" altLang="en-US" sz="2400" dirty="0" smtClean="0">
                <a:latin typeface="Times New Roman" pitchFamily="18" charset="0"/>
              </a:rPr>
              <a:t>◆  钢铁</a:t>
            </a:r>
            <a:r>
              <a:rPr lang="en-US" altLang="zh-CN" sz="2400" dirty="0" smtClean="0">
                <a:latin typeface="Times New Roman" pitchFamily="18" charset="0"/>
              </a:rPr>
              <a:t>/</a:t>
            </a:r>
            <a:r>
              <a:rPr lang="zh-CN" altLang="en-US" sz="2400" dirty="0" smtClean="0">
                <a:latin typeface="Times New Roman" pitchFamily="18" charset="0"/>
              </a:rPr>
              <a:t>冶金                                     ◆（煤矿）安全</a:t>
            </a:r>
          </a:p>
          <a:p>
            <a:pPr lvl="1" algn="just" eaLnBrk="1" hangingPunct="1">
              <a:buFont typeface="Wingdings" pitchFamily="2" charset="2"/>
              <a:buNone/>
              <a:defRPr/>
            </a:pPr>
            <a:r>
              <a:rPr lang="zh-CN" altLang="en-US" sz="2400" dirty="0" smtClean="0">
                <a:latin typeface="Times New Roman" pitchFamily="18" charset="0"/>
              </a:rPr>
              <a:t>◆  造纸业                                          ◆  家庭用品</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fade">
                                      <p:cBhvr>
                                        <p:cTn id="25" dur="500"/>
                                        <p:tgtEl>
                                          <p:spTgt spid="3">
                                            <p:txEl>
                                              <p:pRg st="7" end="7"/>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500"/>
                                        <p:tgtEl>
                                          <p:spTgt spid="3">
                                            <p:txEl>
                                              <p:pRg st="8" end="8"/>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Effect transition="in" filter="fade">
                                      <p:cBhvr>
                                        <p:cTn id="31"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p:nvPr>
        </p:nvSpPr>
        <p:spPr>
          <a:xfrm>
            <a:off x="107950" y="44450"/>
            <a:ext cx="7343775" cy="792163"/>
          </a:xfrm>
        </p:spPr>
        <p:txBody>
          <a:bodyPr/>
          <a:lstStyle/>
          <a:p>
            <a:pPr eaLnBrk="1" hangingPunct="1"/>
            <a:r>
              <a:rPr lang="en-US" altLang="zh-CN" dirty="0" smtClean="0"/>
              <a:t>1.5 </a:t>
            </a:r>
            <a:r>
              <a:rPr lang="zh-CN" altLang="en-US" dirty="0" smtClean="0"/>
              <a:t>现场总线应用领域</a:t>
            </a:r>
          </a:p>
        </p:txBody>
      </p:sp>
      <p:sp>
        <p:nvSpPr>
          <p:cNvPr id="66563" name="Rectangle 3"/>
          <p:cNvSpPr txBox="1">
            <a:spLocks noChangeArrowheads="1"/>
          </p:cNvSpPr>
          <p:nvPr/>
        </p:nvSpPr>
        <p:spPr bwMode="auto">
          <a:xfrm>
            <a:off x="395288" y="5732463"/>
            <a:ext cx="8229600"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buFont typeface="Wingdings" pitchFamily="2" charset="2"/>
              <a:buNone/>
            </a:pPr>
            <a:r>
              <a:rPr lang="en-US" altLang="zh-CN" sz="2000" b="1">
                <a:solidFill>
                  <a:srgbClr val="4F6228"/>
                </a:solidFill>
              </a:rPr>
              <a:t>                              </a:t>
            </a:r>
            <a:r>
              <a:rPr lang="zh-CN" altLang="en-US" sz="2000" b="1">
                <a:solidFill>
                  <a:srgbClr val="4F6228"/>
                </a:solidFill>
              </a:rPr>
              <a:t>汽车总装生产线现场总线控制系统 </a:t>
            </a:r>
          </a:p>
        </p:txBody>
      </p:sp>
      <p:graphicFrame>
        <p:nvGraphicFramePr>
          <p:cNvPr id="66564" name="Object 5"/>
          <p:cNvGraphicFramePr>
            <a:graphicFrameLocks noChangeAspect="1"/>
          </p:cNvGraphicFramePr>
          <p:nvPr/>
        </p:nvGraphicFramePr>
        <p:xfrm>
          <a:off x="971550" y="1081088"/>
          <a:ext cx="6764338" cy="4579937"/>
        </p:xfrm>
        <a:graphic>
          <a:graphicData uri="http://schemas.openxmlformats.org/presentationml/2006/ole">
            <mc:AlternateContent xmlns:mc="http://schemas.openxmlformats.org/markup-compatibility/2006">
              <mc:Choice xmlns:v="urn:schemas-microsoft-com:vml" Requires="v">
                <p:oleObj spid="_x0000_s66689" name="位图图像" r:id="rId3" imgW="5200000" imgH="3514286" progId="Paint.Picture">
                  <p:embed/>
                </p:oleObj>
              </mc:Choice>
              <mc:Fallback>
                <p:oleObj name="位图图像" r:id="rId3" imgW="5200000" imgH="3514286" progId="Paint.Picture">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1081088"/>
                        <a:ext cx="6764338" cy="457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a:xfrm>
            <a:off x="107950" y="44450"/>
            <a:ext cx="7343775" cy="792163"/>
          </a:xfrm>
        </p:spPr>
        <p:txBody>
          <a:bodyPr/>
          <a:lstStyle/>
          <a:p>
            <a:pPr eaLnBrk="1" hangingPunct="1"/>
            <a:r>
              <a:rPr lang="en-US" altLang="zh-CN" dirty="0" smtClean="0"/>
              <a:t>1.5 </a:t>
            </a:r>
            <a:r>
              <a:rPr lang="zh-CN" altLang="en-US" dirty="0" smtClean="0"/>
              <a:t>现场总线应用领域</a:t>
            </a:r>
          </a:p>
        </p:txBody>
      </p:sp>
      <p:pic>
        <p:nvPicPr>
          <p:cNvPr id="67587" name="Picture 3" descr="现代汽车中的电子装备"/>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79388" y="969963"/>
            <a:ext cx="8208962" cy="5888037"/>
          </a:xfrm>
          <a:noFill/>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a:xfrm>
            <a:off x="107950" y="44450"/>
            <a:ext cx="7343775" cy="792163"/>
          </a:xfrm>
        </p:spPr>
        <p:txBody>
          <a:bodyPr/>
          <a:lstStyle/>
          <a:p>
            <a:pPr eaLnBrk="1" hangingPunct="1"/>
            <a:r>
              <a:rPr lang="en-US" altLang="zh-CN" dirty="0" smtClean="0"/>
              <a:t>1.5 </a:t>
            </a:r>
            <a:r>
              <a:rPr lang="zh-CN" altLang="en-US" dirty="0" smtClean="0"/>
              <a:t>现场总线应用领域</a:t>
            </a:r>
          </a:p>
        </p:txBody>
      </p:sp>
      <p:sp>
        <p:nvSpPr>
          <p:cNvPr id="68611" name="Rectangle 3"/>
          <p:cNvSpPr txBox="1">
            <a:spLocks noChangeArrowheads="1"/>
          </p:cNvSpPr>
          <p:nvPr/>
        </p:nvSpPr>
        <p:spPr bwMode="auto">
          <a:xfrm>
            <a:off x="468313" y="5805488"/>
            <a:ext cx="8229600"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buFont typeface="Wingdings" pitchFamily="2" charset="2"/>
              <a:buNone/>
            </a:pPr>
            <a:r>
              <a:rPr lang="en-US" altLang="zh-CN" b="1">
                <a:solidFill>
                  <a:srgbClr val="4F6228"/>
                </a:solidFill>
              </a:rPr>
              <a:t>                     </a:t>
            </a:r>
            <a:r>
              <a:rPr lang="zh-CN" altLang="en-US" sz="2000" b="1">
                <a:solidFill>
                  <a:srgbClr val="4F6228"/>
                </a:solidFill>
              </a:rPr>
              <a:t>大豆分离蛋白现场总线控制系统</a:t>
            </a:r>
            <a:r>
              <a:rPr lang="zh-CN" altLang="en-US" b="1">
                <a:solidFill>
                  <a:srgbClr val="4F6228"/>
                </a:solidFill>
              </a:rPr>
              <a:t> </a:t>
            </a:r>
          </a:p>
        </p:txBody>
      </p:sp>
      <p:graphicFrame>
        <p:nvGraphicFramePr>
          <p:cNvPr id="68612" name="Object 5"/>
          <p:cNvGraphicFramePr>
            <a:graphicFrameLocks noChangeAspect="1"/>
          </p:cNvGraphicFramePr>
          <p:nvPr/>
        </p:nvGraphicFramePr>
        <p:xfrm>
          <a:off x="1490663" y="981075"/>
          <a:ext cx="6032500" cy="4770438"/>
        </p:xfrm>
        <a:graphic>
          <a:graphicData uri="http://schemas.openxmlformats.org/presentationml/2006/ole">
            <mc:AlternateContent xmlns:mc="http://schemas.openxmlformats.org/markup-compatibility/2006">
              <mc:Choice xmlns:v="urn:schemas-microsoft-com:vml" Requires="v">
                <p:oleObj spid="_x0000_s68737" name="位图图像" r:id="rId3" imgW="3962953" imgH="3134162" progId="Paint.Picture">
                  <p:embed/>
                </p:oleObj>
              </mc:Choice>
              <mc:Fallback>
                <p:oleObj name="位图图像" r:id="rId3" imgW="3962953" imgH="3134162" progId="Paint.Picture">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0663" y="981075"/>
                        <a:ext cx="6032500" cy="477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a:xfrm>
            <a:off x="107950" y="44450"/>
            <a:ext cx="7343775" cy="792163"/>
          </a:xfrm>
        </p:spPr>
        <p:txBody>
          <a:bodyPr/>
          <a:lstStyle/>
          <a:p>
            <a:pPr eaLnBrk="1" hangingPunct="1"/>
            <a:r>
              <a:rPr lang="en-US" altLang="zh-CN" dirty="0" smtClean="0"/>
              <a:t>1.5 </a:t>
            </a:r>
            <a:r>
              <a:rPr lang="zh-CN" altLang="en-US" dirty="0" smtClean="0"/>
              <a:t>现场总线应用领域</a:t>
            </a:r>
          </a:p>
        </p:txBody>
      </p:sp>
      <p:sp>
        <p:nvSpPr>
          <p:cNvPr id="4" name="内容占位符 3"/>
          <p:cNvSpPr>
            <a:spLocks noGrp="1"/>
          </p:cNvSpPr>
          <p:nvPr>
            <p:ph idx="1"/>
          </p:nvPr>
        </p:nvSpPr>
        <p:spPr>
          <a:xfrm>
            <a:off x="107950" y="981075"/>
            <a:ext cx="8785225" cy="5256213"/>
          </a:xfrm>
        </p:spPr>
        <p:txBody>
          <a:bodyPr/>
          <a:lstStyle/>
          <a:p>
            <a:pPr eaLnBrk="1" hangingPunct="1">
              <a:defRPr/>
            </a:pPr>
            <a:endParaRPr lang="zh-CN" altLang="en-US"/>
          </a:p>
        </p:txBody>
      </p:sp>
      <p:sp>
        <p:nvSpPr>
          <p:cNvPr id="69636" name="Rectangle 3"/>
          <p:cNvSpPr txBox="1">
            <a:spLocks noChangeArrowheads="1"/>
          </p:cNvSpPr>
          <p:nvPr/>
        </p:nvSpPr>
        <p:spPr bwMode="auto">
          <a:xfrm>
            <a:off x="395288" y="6486525"/>
            <a:ext cx="7867650"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ctr" eaLnBrk="1" hangingPunct="1">
              <a:lnSpc>
                <a:spcPct val="80000"/>
              </a:lnSpc>
              <a:buFont typeface="Wingdings" pitchFamily="2" charset="2"/>
              <a:buNone/>
            </a:pPr>
            <a:r>
              <a:rPr lang="zh-CN" altLang="en-US" sz="2000" b="1">
                <a:solidFill>
                  <a:srgbClr val="4F6228"/>
                </a:solidFill>
              </a:rPr>
              <a:t>基于现场总线的</a:t>
            </a:r>
            <a:r>
              <a:rPr lang="zh-CN" altLang="en-US" sz="2000">
                <a:solidFill>
                  <a:srgbClr val="4F6228"/>
                </a:solidFill>
              </a:rPr>
              <a:t>企业</a:t>
            </a:r>
            <a:r>
              <a:rPr lang="zh-CN" altLang="en-US" sz="2000" b="1">
                <a:solidFill>
                  <a:srgbClr val="4F6228"/>
                </a:solidFill>
              </a:rPr>
              <a:t>能源计量系统</a:t>
            </a:r>
            <a:r>
              <a:rPr lang="zh-CN" altLang="en-US" sz="2000">
                <a:solidFill>
                  <a:srgbClr val="4F6228"/>
                </a:solidFill>
              </a:rPr>
              <a:t> </a:t>
            </a:r>
          </a:p>
        </p:txBody>
      </p:sp>
      <p:pic>
        <p:nvPicPr>
          <p:cNvPr id="69637" name="Picture 5" descr="主界面"/>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901700"/>
            <a:ext cx="8569325" cy="534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a:xfrm>
            <a:off x="107950" y="44450"/>
            <a:ext cx="7343775" cy="792163"/>
          </a:xfrm>
        </p:spPr>
        <p:txBody>
          <a:bodyPr/>
          <a:lstStyle/>
          <a:p>
            <a:pPr eaLnBrk="1" hangingPunct="1"/>
            <a:r>
              <a:rPr lang="en-US" altLang="zh-CN" dirty="0" smtClean="0"/>
              <a:t>1.5 </a:t>
            </a:r>
            <a:r>
              <a:rPr lang="zh-CN" altLang="en-US" dirty="0" smtClean="0"/>
              <a:t>现场总线应用领域</a:t>
            </a:r>
          </a:p>
        </p:txBody>
      </p:sp>
      <p:sp>
        <p:nvSpPr>
          <p:cNvPr id="70659" name="Rectangle 3"/>
          <p:cNvSpPr txBox="1">
            <a:spLocks noChangeArrowheads="1"/>
          </p:cNvSpPr>
          <p:nvPr/>
        </p:nvSpPr>
        <p:spPr bwMode="auto">
          <a:xfrm>
            <a:off x="755650" y="5661025"/>
            <a:ext cx="7772400"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Font typeface="Wingdings" pitchFamily="2" charset="2"/>
              <a:buNone/>
            </a:pPr>
            <a:r>
              <a:rPr lang="en-US" altLang="zh-CN" sz="2400">
                <a:solidFill>
                  <a:srgbClr val="4F6228"/>
                </a:solidFill>
              </a:rPr>
              <a:t>              </a:t>
            </a:r>
            <a:r>
              <a:rPr lang="zh-CN" altLang="en-US" sz="2400">
                <a:solidFill>
                  <a:srgbClr val="4F6228"/>
                </a:solidFill>
              </a:rPr>
              <a:t>上海世博园区配电网现场总线监控系统配置图</a:t>
            </a:r>
          </a:p>
        </p:txBody>
      </p:sp>
      <p:sp>
        <p:nvSpPr>
          <p:cNvPr id="70660" name="AutoShape 4"/>
          <p:cNvSpPr>
            <a:spLocks noChangeAspect="1" noChangeArrowheads="1"/>
          </p:cNvSpPr>
          <p:nvPr/>
        </p:nvSpPr>
        <p:spPr bwMode="auto">
          <a:xfrm>
            <a:off x="611188" y="1431925"/>
            <a:ext cx="8137525" cy="41576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FontTx/>
              <a:buNone/>
            </a:pPr>
            <a:endParaRPr lang="zh-CN" altLang="en-US" sz="1800">
              <a:ea typeface="宋体" pitchFamily="2" charset="-122"/>
            </a:endParaRPr>
          </a:p>
        </p:txBody>
      </p:sp>
      <p:sp>
        <p:nvSpPr>
          <p:cNvPr id="70661" name="Text Box 5"/>
          <p:cNvSpPr txBox="1">
            <a:spLocks noChangeArrowheads="1"/>
          </p:cNvSpPr>
          <p:nvPr/>
        </p:nvSpPr>
        <p:spPr bwMode="auto">
          <a:xfrm>
            <a:off x="2379663" y="1500188"/>
            <a:ext cx="1062037" cy="417512"/>
          </a:xfrm>
          <a:prstGeom prst="rect">
            <a:avLst/>
          </a:prstGeom>
          <a:solidFill>
            <a:schemeClr val="bg1"/>
          </a:solidFill>
          <a:ln w="9525">
            <a:solidFill>
              <a:srgbClr val="000000"/>
            </a:solidFill>
            <a:miter lim="800000"/>
            <a:headEnd/>
            <a:tailEnd/>
          </a:ln>
        </p:spPr>
        <p:txBody>
          <a:bodyPr lIns="54864" tIns="27432" rIns="54864" bIns="27432"/>
          <a:lstStyle>
            <a:lvl1pPr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spcBef>
                <a:spcPct val="0"/>
              </a:spcBef>
              <a:buFontTx/>
              <a:buNone/>
            </a:pPr>
            <a:r>
              <a:rPr kumimoji="1" lang="zh-CN" altLang="en-US" sz="2000">
                <a:solidFill>
                  <a:srgbClr val="000000"/>
                </a:solidFill>
                <a:latin typeface="Tahoma" pitchFamily="34" charset="0"/>
                <a:ea typeface="宋体" pitchFamily="2" charset="-122"/>
              </a:rPr>
              <a:t>打印机</a:t>
            </a:r>
            <a:endParaRPr kumimoji="1" lang="zh-CN" altLang="en-US" sz="2000">
              <a:latin typeface="Times New Roman" pitchFamily="18" charset="0"/>
              <a:ea typeface="宋体" pitchFamily="2" charset="-122"/>
            </a:endParaRPr>
          </a:p>
        </p:txBody>
      </p:sp>
      <p:sp>
        <p:nvSpPr>
          <p:cNvPr id="70662" name="Text Box 6"/>
          <p:cNvSpPr txBox="1">
            <a:spLocks noChangeArrowheads="1"/>
          </p:cNvSpPr>
          <p:nvPr/>
        </p:nvSpPr>
        <p:spPr bwMode="auto">
          <a:xfrm>
            <a:off x="2309813" y="2249488"/>
            <a:ext cx="1344612" cy="417512"/>
          </a:xfrm>
          <a:prstGeom prst="rect">
            <a:avLst/>
          </a:prstGeom>
          <a:solidFill>
            <a:schemeClr val="bg1"/>
          </a:solidFill>
          <a:ln w="9525">
            <a:solidFill>
              <a:srgbClr val="000000"/>
            </a:solidFill>
            <a:miter lim="800000"/>
            <a:headEnd/>
            <a:tailEnd/>
          </a:ln>
        </p:spPr>
        <p:txBody>
          <a:bodyPr lIns="54864" tIns="27432" rIns="54864" bIns="27432"/>
          <a:lstStyle>
            <a:lvl1pPr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spcBef>
                <a:spcPct val="0"/>
              </a:spcBef>
              <a:buFontTx/>
              <a:buNone/>
            </a:pPr>
            <a:r>
              <a:rPr kumimoji="1" lang="zh-CN" altLang="en-US" sz="2000">
                <a:solidFill>
                  <a:srgbClr val="000000"/>
                </a:solidFill>
                <a:latin typeface="Tahoma" pitchFamily="34" charset="0"/>
                <a:ea typeface="宋体" pitchFamily="2" charset="-122"/>
              </a:rPr>
              <a:t>后台系统</a:t>
            </a:r>
          </a:p>
        </p:txBody>
      </p:sp>
      <p:sp>
        <p:nvSpPr>
          <p:cNvPr id="70663" name="Text Box 7"/>
          <p:cNvSpPr txBox="1">
            <a:spLocks noChangeArrowheads="1"/>
          </p:cNvSpPr>
          <p:nvPr/>
        </p:nvSpPr>
        <p:spPr bwMode="auto">
          <a:xfrm>
            <a:off x="4149725" y="2249488"/>
            <a:ext cx="1485900" cy="417512"/>
          </a:xfrm>
          <a:prstGeom prst="rect">
            <a:avLst/>
          </a:prstGeom>
          <a:solidFill>
            <a:schemeClr val="bg1"/>
          </a:solidFill>
          <a:ln w="9525">
            <a:solidFill>
              <a:srgbClr val="000000"/>
            </a:solidFill>
            <a:miter lim="800000"/>
            <a:headEnd/>
            <a:tailEnd/>
          </a:ln>
        </p:spPr>
        <p:txBody>
          <a:bodyPr lIns="54864" tIns="27432" rIns="54864" bIns="27432"/>
          <a:lstStyle>
            <a:lvl1pPr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ctr" eaLnBrk="1" hangingPunct="1">
              <a:spcBef>
                <a:spcPct val="0"/>
              </a:spcBef>
              <a:buFontTx/>
              <a:buNone/>
            </a:pPr>
            <a:r>
              <a:rPr kumimoji="1" lang="zh-CN" altLang="en-US" sz="2000">
                <a:solidFill>
                  <a:srgbClr val="000000"/>
                </a:solidFill>
                <a:latin typeface="Tahoma" pitchFamily="34" charset="0"/>
                <a:ea typeface="宋体" pitchFamily="2" charset="-122"/>
              </a:rPr>
              <a:t>站控单元</a:t>
            </a:r>
          </a:p>
        </p:txBody>
      </p:sp>
      <p:sp>
        <p:nvSpPr>
          <p:cNvPr id="70664" name="Text Box 8"/>
          <p:cNvSpPr txBox="1">
            <a:spLocks noChangeArrowheads="1"/>
          </p:cNvSpPr>
          <p:nvPr/>
        </p:nvSpPr>
        <p:spPr bwMode="auto">
          <a:xfrm>
            <a:off x="6130925" y="2249488"/>
            <a:ext cx="777875" cy="417512"/>
          </a:xfrm>
          <a:prstGeom prst="rect">
            <a:avLst/>
          </a:prstGeom>
          <a:solidFill>
            <a:schemeClr val="bg1"/>
          </a:solidFill>
          <a:ln w="9525">
            <a:solidFill>
              <a:srgbClr val="000000"/>
            </a:solidFill>
            <a:miter lim="800000"/>
            <a:headEnd/>
            <a:tailEnd/>
          </a:ln>
        </p:spPr>
        <p:txBody>
          <a:bodyPr lIns="54864" tIns="27432" rIns="54864" bIns="27432"/>
          <a:lstStyle>
            <a:lvl1pPr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spcBef>
                <a:spcPct val="0"/>
              </a:spcBef>
              <a:buFontTx/>
              <a:buNone/>
            </a:pPr>
            <a:r>
              <a:rPr kumimoji="1" lang="en-US" altLang="zh-CN" sz="2000">
                <a:solidFill>
                  <a:srgbClr val="000000"/>
                </a:solidFill>
                <a:latin typeface="Times New Roman" pitchFamily="18" charset="0"/>
                <a:ea typeface="宋体" pitchFamily="2" charset="-122"/>
              </a:rPr>
              <a:t>GPS</a:t>
            </a:r>
          </a:p>
        </p:txBody>
      </p:sp>
      <p:sp>
        <p:nvSpPr>
          <p:cNvPr id="70665" name="Text Box 9"/>
          <p:cNvSpPr txBox="1">
            <a:spLocks noChangeArrowheads="1"/>
          </p:cNvSpPr>
          <p:nvPr/>
        </p:nvSpPr>
        <p:spPr bwMode="auto">
          <a:xfrm>
            <a:off x="4149725" y="1431925"/>
            <a:ext cx="1414463" cy="4095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54864" tIns="27432" rIns="54864" bIns="27432"/>
          <a:lstStyle>
            <a:lvl1pPr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spcBef>
                <a:spcPct val="0"/>
              </a:spcBef>
              <a:buFontTx/>
              <a:buNone/>
            </a:pPr>
            <a:r>
              <a:rPr kumimoji="1" lang="en-US" altLang="zh-CN" sz="900">
                <a:solidFill>
                  <a:srgbClr val="000000"/>
                </a:solidFill>
                <a:latin typeface="Tahoma" pitchFamily="34" charset="0"/>
                <a:ea typeface="宋体" pitchFamily="2" charset="-122"/>
              </a:rPr>
              <a:t>        </a:t>
            </a:r>
            <a:r>
              <a:rPr kumimoji="1" lang="zh-CN" altLang="en-US" sz="1800">
                <a:solidFill>
                  <a:srgbClr val="000000"/>
                </a:solidFill>
                <a:latin typeface="Tahoma" pitchFamily="34" charset="0"/>
                <a:ea typeface="宋体" pitchFamily="2" charset="-122"/>
              </a:rPr>
              <a:t>调度中心</a:t>
            </a:r>
            <a:endParaRPr kumimoji="1" lang="zh-CN" altLang="en-US" sz="1800">
              <a:latin typeface="Times New Roman" pitchFamily="18" charset="0"/>
              <a:ea typeface="宋体" pitchFamily="2" charset="-122"/>
            </a:endParaRPr>
          </a:p>
        </p:txBody>
      </p:sp>
      <p:sp>
        <p:nvSpPr>
          <p:cNvPr id="70666" name="Text Box 10"/>
          <p:cNvSpPr txBox="1">
            <a:spLocks noChangeArrowheads="1"/>
          </p:cNvSpPr>
          <p:nvPr/>
        </p:nvSpPr>
        <p:spPr bwMode="auto">
          <a:xfrm>
            <a:off x="752475" y="3408363"/>
            <a:ext cx="1485900" cy="744537"/>
          </a:xfrm>
          <a:prstGeom prst="rect">
            <a:avLst/>
          </a:prstGeom>
          <a:solidFill>
            <a:schemeClr val="bg1"/>
          </a:solidFill>
          <a:ln w="9525">
            <a:solidFill>
              <a:srgbClr val="000000"/>
            </a:solidFill>
            <a:miter lim="800000"/>
            <a:headEnd/>
            <a:tailEnd/>
          </a:ln>
        </p:spPr>
        <p:txBody>
          <a:bodyPr lIns="54864" tIns="27432" rIns="54864" bIns="27432"/>
          <a:lstStyle>
            <a:lvl1pPr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ctr" eaLnBrk="1" hangingPunct="1">
              <a:spcBef>
                <a:spcPct val="0"/>
              </a:spcBef>
              <a:buFontTx/>
              <a:buNone/>
            </a:pPr>
            <a:r>
              <a:rPr kumimoji="1" lang="zh-CN" altLang="en-US" sz="2000">
                <a:solidFill>
                  <a:srgbClr val="000000"/>
                </a:solidFill>
                <a:latin typeface="Times New Roman" pitchFamily="18" charset="0"/>
                <a:ea typeface="宋体" pitchFamily="2" charset="-122"/>
              </a:rPr>
              <a:t>间隔</a:t>
            </a:r>
            <a:r>
              <a:rPr kumimoji="1" lang="en-US" altLang="zh-CN" sz="2000">
                <a:solidFill>
                  <a:srgbClr val="000000"/>
                </a:solidFill>
                <a:latin typeface="Times New Roman" pitchFamily="18" charset="0"/>
                <a:ea typeface="宋体" pitchFamily="2" charset="-122"/>
              </a:rPr>
              <a:t>1</a:t>
            </a:r>
            <a:r>
              <a:rPr kumimoji="1" lang="zh-CN" altLang="en-US" sz="2000">
                <a:solidFill>
                  <a:srgbClr val="000000"/>
                </a:solidFill>
                <a:latin typeface="Times New Roman" pitchFamily="18" charset="0"/>
                <a:ea typeface="宋体" pitchFamily="2" charset="-122"/>
              </a:rPr>
              <a:t>保护测控单元</a:t>
            </a:r>
          </a:p>
        </p:txBody>
      </p:sp>
      <p:sp>
        <p:nvSpPr>
          <p:cNvPr id="70667" name="Rectangle 11"/>
          <p:cNvSpPr>
            <a:spLocks noChangeArrowheads="1"/>
          </p:cNvSpPr>
          <p:nvPr/>
        </p:nvSpPr>
        <p:spPr bwMode="auto">
          <a:xfrm>
            <a:off x="2379663" y="3408363"/>
            <a:ext cx="1628775" cy="744537"/>
          </a:xfrm>
          <a:prstGeom prst="rect">
            <a:avLst/>
          </a:prstGeom>
          <a:solidFill>
            <a:schemeClr val="bg1"/>
          </a:solidFill>
          <a:ln w="9525">
            <a:solidFill>
              <a:srgbClr val="000000"/>
            </a:solidFill>
            <a:miter lim="800000"/>
            <a:headEnd/>
            <a:tailEnd/>
          </a:ln>
        </p:spPr>
        <p:txBody>
          <a:bodyPr lIns="54864" tIns="27432" rIns="54864" bIns="27432"/>
          <a:lstStyle>
            <a:lvl1pPr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ctr" eaLnBrk="1" hangingPunct="1">
              <a:spcBef>
                <a:spcPct val="0"/>
              </a:spcBef>
              <a:buFontTx/>
              <a:buNone/>
            </a:pPr>
            <a:r>
              <a:rPr kumimoji="1" lang="zh-CN" altLang="en-US" sz="2000">
                <a:solidFill>
                  <a:srgbClr val="000000"/>
                </a:solidFill>
                <a:latin typeface="Times New Roman" pitchFamily="18" charset="0"/>
                <a:ea typeface="宋体" pitchFamily="2" charset="-122"/>
              </a:rPr>
              <a:t>间隔</a:t>
            </a:r>
            <a:r>
              <a:rPr kumimoji="1" lang="en-US" altLang="zh-CN" sz="2000">
                <a:solidFill>
                  <a:srgbClr val="000000"/>
                </a:solidFill>
                <a:latin typeface="Times New Roman" pitchFamily="18" charset="0"/>
                <a:ea typeface="宋体" pitchFamily="2" charset="-122"/>
              </a:rPr>
              <a:t>2</a:t>
            </a:r>
            <a:r>
              <a:rPr kumimoji="1" lang="zh-CN" altLang="en-US" sz="2000">
                <a:solidFill>
                  <a:srgbClr val="000000"/>
                </a:solidFill>
                <a:latin typeface="Times New Roman" pitchFamily="18" charset="0"/>
                <a:ea typeface="宋体" pitchFamily="2" charset="-122"/>
              </a:rPr>
              <a:t>保护</a:t>
            </a:r>
          </a:p>
          <a:p>
            <a:pPr algn="ctr" eaLnBrk="1" hangingPunct="1">
              <a:spcBef>
                <a:spcPct val="0"/>
              </a:spcBef>
              <a:buFontTx/>
              <a:buNone/>
            </a:pPr>
            <a:r>
              <a:rPr kumimoji="1" lang="zh-CN" altLang="en-US" sz="2000">
                <a:solidFill>
                  <a:srgbClr val="000000"/>
                </a:solidFill>
                <a:latin typeface="Times New Roman" pitchFamily="18" charset="0"/>
                <a:ea typeface="宋体" pitchFamily="2" charset="-122"/>
              </a:rPr>
              <a:t>测控单元</a:t>
            </a:r>
          </a:p>
        </p:txBody>
      </p:sp>
      <p:sp>
        <p:nvSpPr>
          <p:cNvPr id="70668" name="Text Box 12"/>
          <p:cNvSpPr txBox="1">
            <a:spLocks noChangeArrowheads="1"/>
          </p:cNvSpPr>
          <p:nvPr/>
        </p:nvSpPr>
        <p:spPr bwMode="auto">
          <a:xfrm>
            <a:off x="4149725" y="3408363"/>
            <a:ext cx="1485900" cy="744537"/>
          </a:xfrm>
          <a:prstGeom prst="rect">
            <a:avLst/>
          </a:prstGeom>
          <a:solidFill>
            <a:schemeClr val="bg1"/>
          </a:solidFill>
          <a:ln w="9525">
            <a:solidFill>
              <a:srgbClr val="000000"/>
            </a:solidFill>
            <a:miter lim="800000"/>
            <a:headEnd/>
            <a:tailEnd/>
          </a:ln>
        </p:spPr>
        <p:txBody>
          <a:bodyPr lIns="54864" tIns="27432" rIns="54864" bIns="27432"/>
          <a:lstStyle>
            <a:lvl1pPr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ctr" eaLnBrk="1" hangingPunct="1">
              <a:spcBef>
                <a:spcPct val="0"/>
              </a:spcBef>
              <a:buFontTx/>
              <a:buNone/>
            </a:pPr>
            <a:r>
              <a:rPr kumimoji="1" lang="zh-CN" altLang="en-US" sz="2000">
                <a:solidFill>
                  <a:srgbClr val="000000"/>
                </a:solidFill>
                <a:latin typeface="Times New Roman" pitchFamily="18" charset="0"/>
                <a:ea typeface="宋体" pitchFamily="2" charset="-122"/>
              </a:rPr>
              <a:t>间隔</a:t>
            </a:r>
            <a:r>
              <a:rPr kumimoji="1" lang="en-US" altLang="zh-CN" sz="2000">
                <a:solidFill>
                  <a:srgbClr val="000000"/>
                </a:solidFill>
                <a:latin typeface="Times New Roman" pitchFamily="18" charset="0"/>
                <a:ea typeface="宋体" pitchFamily="2" charset="-122"/>
              </a:rPr>
              <a:t>3</a:t>
            </a:r>
            <a:r>
              <a:rPr kumimoji="1" lang="zh-CN" altLang="en-US" sz="2000">
                <a:solidFill>
                  <a:srgbClr val="000000"/>
                </a:solidFill>
                <a:latin typeface="Times New Roman" pitchFamily="18" charset="0"/>
                <a:ea typeface="宋体" pitchFamily="2" charset="-122"/>
              </a:rPr>
              <a:t>保护测控单元</a:t>
            </a:r>
          </a:p>
        </p:txBody>
      </p:sp>
      <p:sp>
        <p:nvSpPr>
          <p:cNvPr id="70669" name="Text Box 13"/>
          <p:cNvSpPr txBox="1">
            <a:spLocks noChangeArrowheads="1"/>
          </p:cNvSpPr>
          <p:nvPr/>
        </p:nvSpPr>
        <p:spPr bwMode="auto">
          <a:xfrm>
            <a:off x="5776913" y="3408363"/>
            <a:ext cx="1485900" cy="744537"/>
          </a:xfrm>
          <a:prstGeom prst="rect">
            <a:avLst/>
          </a:prstGeom>
          <a:solidFill>
            <a:schemeClr val="bg1"/>
          </a:solidFill>
          <a:ln w="9525">
            <a:solidFill>
              <a:srgbClr val="000000"/>
            </a:solidFill>
            <a:miter lim="800000"/>
            <a:headEnd/>
            <a:tailEnd/>
          </a:ln>
        </p:spPr>
        <p:txBody>
          <a:bodyPr lIns="54864" tIns="27432" rIns="54864" bIns="27432"/>
          <a:lstStyle>
            <a:lvl1pPr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ctr" eaLnBrk="1" hangingPunct="1">
              <a:spcBef>
                <a:spcPct val="0"/>
              </a:spcBef>
              <a:buFontTx/>
              <a:buNone/>
            </a:pPr>
            <a:r>
              <a:rPr kumimoji="1" lang="zh-CN" altLang="en-US" sz="2000">
                <a:solidFill>
                  <a:srgbClr val="000000"/>
                </a:solidFill>
                <a:latin typeface="Times New Roman" pitchFamily="18" charset="0"/>
                <a:ea typeface="宋体" pitchFamily="2" charset="-122"/>
              </a:rPr>
              <a:t>间隔</a:t>
            </a:r>
            <a:r>
              <a:rPr kumimoji="1" lang="en-US" altLang="zh-CN" sz="2000">
                <a:solidFill>
                  <a:srgbClr val="000000"/>
                </a:solidFill>
                <a:latin typeface="Times New Roman" pitchFamily="18" charset="0"/>
                <a:ea typeface="宋体" pitchFamily="2" charset="-122"/>
              </a:rPr>
              <a:t>n</a:t>
            </a:r>
            <a:r>
              <a:rPr kumimoji="1" lang="zh-CN" altLang="en-US" sz="2000">
                <a:solidFill>
                  <a:srgbClr val="000000"/>
                </a:solidFill>
                <a:latin typeface="Times New Roman" pitchFamily="18" charset="0"/>
                <a:ea typeface="宋体" pitchFamily="2" charset="-122"/>
              </a:rPr>
              <a:t>保护测控单元</a:t>
            </a:r>
          </a:p>
        </p:txBody>
      </p:sp>
      <p:sp>
        <p:nvSpPr>
          <p:cNvPr id="70670" name="Text Box 14"/>
          <p:cNvSpPr txBox="1">
            <a:spLocks noChangeArrowheads="1"/>
          </p:cNvSpPr>
          <p:nvPr/>
        </p:nvSpPr>
        <p:spPr bwMode="auto">
          <a:xfrm>
            <a:off x="7380288" y="3408363"/>
            <a:ext cx="1273175" cy="744537"/>
          </a:xfrm>
          <a:prstGeom prst="rect">
            <a:avLst/>
          </a:prstGeom>
          <a:solidFill>
            <a:schemeClr val="bg1"/>
          </a:solidFill>
          <a:ln w="9525">
            <a:solidFill>
              <a:srgbClr val="000000"/>
            </a:solidFill>
            <a:miter lim="800000"/>
            <a:headEnd/>
            <a:tailEnd/>
          </a:ln>
        </p:spPr>
        <p:txBody>
          <a:bodyPr lIns="54864" tIns="27432" rIns="54864" bIns="27432"/>
          <a:lstStyle>
            <a:lvl1pPr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ctr" eaLnBrk="1" hangingPunct="1">
              <a:spcBef>
                <a:spcPct val="0"/>
              </a:spcBef>
              <a:buFontTx/>
              <a:buNone/>
            </a:pPr>
            <a:r>
              <a:rPr kumimoji="1" lang="zh-CN" altLang="en-US" sz="2000">
                <a:solidFill>
                  <a:srgbClr val="000000"/>
                </a:solidFill>
                <a:latin typeface="Tahoma" pitchFamily="34" charset="0"/>
                <a:ea typeface="宋体" pitchFamily="2" charset="-122"/>
              </a:rPr>
              <a:t>其它</a:t>
            </a:r>
          </a:p>
          <a:p>
            <a:pPr algn="ctr" eaLnBrk="1" hangingPunct="1">
              <a:spcBef>
                <a:spcPct val="0"/>
              </a:spcBef>
              <a:buFontTx/>
              <a:buNone/>
            </a:pPr>
            <a:r>
              <a:rPr kumimoji="1" lang="zh-CN" altLang="en-US" sz="2000">
                <a:solidFill>
                  <a:srgbClr val="000000"/>
                </a:solidFill>
                <a:latin typeface="Tahoma" pitchFamily="34" charset="0"/>
                <a:ea typeface="宋体" pitchFamily="2" charset="-122"/>
              </a:rPr>
              <a:t>智能装置</a:t>
            </a:r>
          </a:p>
        </p:txBody>
      </p:sp>
      <p:sp>
        <p:nvSpPr>
          <p:cNvPr id="70671" name="Text Box 15"/>
          <p:cNvSpPr txBox="1">
            <a:spLocks noChangeArrowheads="1"/>
          </p:cNvSpPr>
          <p:nvPr/>
        </p:nvSpPr>
        <p:spPr bwMode="auto">
          <a:xfrm>
            <a:off x="611188" y="4362450"/>
            <a:ext cx="539750" cy="8874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54864" tIns="27432" rIns="54864" bIns="27432"/>
          <a:lstStyle>
            <a:lvl1pPr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spcBef>
                <a:spcPct val="0"/>
              </a:spcBef>
              <a:buFontTx/>
              <a:buNone/>
            </a:pPr>
            <a:r>
              <a:rPr kumimoji="1" lang="en-US" altLang="zh-CN" sz="2000">
                <a:solidFill>
                  <a:srgbClr val="000000"/>
                </a:solidFill>
                <a:latin typeface="Tahoma" pitchFamily="34" charset="0"/>
                <a:ea typeface="宋体" pitchFamily="2" charset="-122"/>
              </a:rPr>
              <a:t>CT\ PT</a:t>
            </a:r>
          </a:p>
        </p:txBody>
      </p:sp>
      <p:sp>
        <p:nvSpPr>
          <p:cNvPr id="70672" name="Text Box 16"/>
          <p:cNvSpPr txBox="1">
            <a:spLocks noChangeArrowheads="1"/>
          </p:cNvSpPr>
          <p:nvPr/>
        </p:nvSpPr>
        <p:spPr bwMode="auto">
          <a:xfrm>
            <a:off x="1177925" y="4314825"/>
            <a:ext cx="423863" cy="7381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54864" tIns="27432" rIns="54864" bIns="27432"/>
          <a:lstStyle>
            <a:lvl1pPr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spcBef>
                <a:spcPct val="0"/>
              </a:spcBef>
              <a:buFontTx/>
              <a:buNone/>
            </a:pPr>
            <a:r>
              <a:rPr kumimoji="1" lang="zh-CN" altLang="en-US" sz="2000">
                <a:solidFill>
                  <a:srgbClr val="000000"/>
                </a:solidFill>
                <a:latin typeface="Tahoma" pitchFamily="34" charset="0"/>
                <a:ea typeface="宋体" pitchFamily="2" charset="-122"/>
              </a:rPr>
              <a:t>数字量</a:t>
            </a:r>
          </a:p>
        </p:txBody>
      </p:sp>
      <p:sp>
        <p:nvSpPr>
          <p:cNvPr id="70673" name="Text Box 17"/>
          <p:cNvSpPr txBox="1">
            <a:spLocks noChangeArrowheads="1"/>
          </p:cNvSpPr>
          <p:nvPr/>
        </p:nvSpPr>
        <p:spPr bwMode="auto">
          <a:xfrm>
            <a:off x="1601788" y="4335463"/>
            <a:ext cx="398462" cy="12271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54864" tIns="27432" rIns="54864" bIns="27432"/>
          <a:lstStyle>
            <a:lvl1pPr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spcBef>
                <a:spcPct val="0"/>
              </a:spcBef>
              <a:buFontTx/>
              <a:buNone/>
            </a:pPr>
            <a:r>
              <a:rPr kumimoji="1" lang="zh-CN" altLang="en-US" sz="2000">
                <a:solidFill>
                  <a:srgbClr val="000000"/>
                </a:solidFill>
                <a:latin typeface="Tahoma" pitchFamily="34" charset="0"/>
                <a:ea typeface="宋体" pitchFamily="2" charset="-122"/>
              </a:rPr>
              <a:t>控制输出</a:t>
            </a:r>
          </a:p>
        </p:txBody>
      </p:sp>
      <p:sp>
        <p:nvSpPr>
          <p:cNvPr id="70674" name="Text Box 18"/>
          <p:cNvSpPr txBox="1">
            <a:spLocks noChangeArrowheads="1"/>
          </p:cNvSpPr>
          <p:nvPr/>
        </p:nvSpPr>
        <p:spPr bwMode="auto">
          <a:xfrm>
            <a:off x="2374900" y="4362450"/>
            <a:ext cx="474663" cy="8874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54864" tIns="27432" rIns="54864" bIns="27432"/>
          <a:lstStyle>
            <a:lvl1pPr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spcBef>
                <a:spcPct val="0"/>
              </a:spcBef>
              <a:buFontTx/>
              <a:buNone/>
            </a:pPr>
            <a:r>
              <a:rPr kumimoji="1" lang="en-US" altLang="zh-CN" sz="1800">
                <a:solidFill>
                  <a:srgbClr val="000000"/>
                </a:solidFill>
                <a:ea typeface="宋体" pitchFamily="2" charset="-122"/>
              </a:rPr>
              <a:t>CT\ PT</a:t>
            </a:r>
          </a:p>
        </p:txBody>
      </p:sp>
      <p:sp>
        <p:nvSpPr>
          <p:cNvPr id="70675" name="Text Box 19"/>
          <p:cNvSpPr txBox="1">
            <a:spLocks noChangeArrowheads="1"/>
          </p:cNvSpPr>
          <p:nvPr/>
        </p:nvSpPr>
        <p:spPr bwMode="auto">
          <a:xfrm>
            <a:off x="4138613" y="4362450"/>
            <a:ext cx="550862" cy="8874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54864" tIns="27432" rIns="54864" bIns="27432"/>
          <a:lstStyle>
            <a:lvl1pPr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spcBef>
                <a:spcPct val="0"/>
              </a:spcBef>
              <a:buFontTx/>
              <a:buNone/>
            </a:pPr>
            <a:r>
              <a:rPr kumimoji="1" lang="en-US" altLang="zh-CN" sz="1800">
                <a:solidFill>
                  <a:srgbClr val="000000"/>
                </a:solidFill>
                <a:ea typeface="宋体" pitchFamily="2" charset="-122"/>
              </a:rPr>
              <a:t>CT\ PT</a:t>
            </a:r>
          </a:p>
        </p:txBody>
      </p:sp>
      <p:sp>
        <p:nvSpPr>
          <p:cNvPr id="70676" name="Text Box 20"/>
          <p:cNvSpPr txBox="1">
            <a:spLocks noChangeArrowheads="1"/>
          </p:cNvSpPr>
          <p:nvPr/>
        </p:nvSpPr>
        <p:spPr bwMode="auto">
          <a:xfrm>
            <a:off x="5726113" y="4421188"/>
            <a:ext cx="549275" cy="8858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54864" tIns="27432" rIns="54864" bIns="27432"/>
          <a:lstStyle>
            <a:lvl1pPr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spcBef>
                <a:spcPct val="0"/>
              </a:spcBef>
              <a:buFontTx/>
              <a:buNone/>
            </a:pPr>
            <a:r>
              <a:rPr kumimoji="1" lang="en-US" altLang="zh-CN" sz="1800">
                <a:solidFill>
                  <a:srgbClr val="000000"/>
                </a:solidFill>
                <a:ea typeface="宋体" pitchFamily="2" charset="-122"/>
              </a:rPr>
              <a:t>CT\ PT</a:t>
            </a:r>
          </a:p>
        </p:txBody>
      </p:sp>
      <p:sp>
        <p:nvSpPr>
          <p:cNvPr id="70677" name="Text Box 21"/>
          <p:cNvSpPr txBox="1">
            <a:spLocks noChangeArrowheads="1"/>
          </p:cNvSpPr>
          <p:nvPr/>
        </p:nvSpPr>
        <p:spPr bwMode="auto">
          <a:xfrm>
            <a:off x="2946400" y="4362450"/>
            <a:ext cx="425450" cy="7381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54864" tIns="27432" rIns="54864" bIns="27432"/>
          <a:lstStyle>
            <a:lvl1pPr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spcBef>
                <a:spcPct val="0"/>
              </a:spcBef>
              <a:buFontTx/>
              <a:buNone/>
            </a:pPr>
            <a:r>
              <a:rPr kumimoji="1" lang="zh-CN" altLang="en-US" sz="2000">
                <a:solidFill>
                  <a:srgbClr val="000000"/>
                </a:solidFill>
                <a:latin typeface="Tahoma" pitchFamily="34" charset="0"/>
                <a:ea typeface="宋体" pitchFamily="2" charset="-122"/>
              </a:rPr>
              <a:t>数字量</a:t>
            </a:r>
          </a:p>
        </p:txBody>
      </p:sp>
      <p:sp>
        <p:nvSpPr>
          <p:cNvPr id="70678" name="Text Box 22"/>
          <p:cNvSpPr txBox="1">
            <a:spLocks noChangeArrowheads="1"/>
          </p:cNvSpPr>
          <p:nvPr/>
        </p:nvSpPr>
        <p:spPr bwMode="auto">
          <a:xfrm>
            <a:off x="4714875" y="4294188"/>
            <a:ext cx="425450" cy="7397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54864" tIns="27432" rIns="54864" bIns="27432"/>
          <a:lstStyle>
            <a:lvl1pPr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spcBef>
                <a:spcPct val="0"/>
              </a:spcBef>
              <a:buFontTx/>
              <a:buNone/>
            </a:pPr>
            <a:r>
              <a:rPr kumimoji="1" lang="zh-CN" altLang="en-US" sz="2000">
                <a:solidFill>
                  <a:srgbClr val="000000"/>
                </a:solidFill>
                <a:latin typeface="Tahoma" pitchFamily="34" charset="0"/>
                <a:ea typeface="宋体" pitchFamily="2" charset="-122"/>
              </a:rPr>
              <a:t>数字量</a:t>
            </a:r>
          </a:p>
        </p:txBody>
      </p:sp>
      <p:sp>
        <p:nvSpPr>
          <p:cNvPr id="70679" name="Text Box 23"/>
          <p:cNvSpPr txBox="1">
            <a:spLocks noChangeArrowheads="1"/>
          </p:cNvSpPr>
          <p:nvPr/>
        </p:nvSpPr>
        <p:spPr bwMode="auto">
          <a:xfrm>
            <a:off x="6200775" y="4362450"/>
            <a:ext cx="425450" cy="7381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54864" tIns="27432" rIns="54864" bIns="27432"/>
          <a:lstStyle>
            <a:lvl1pPr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spcBef>
                <a:spcPct val="0"/>
              </a:spcBef>
              <a:buFontTx/>
              <a:buNone/>
            </a:pPr>
            <a:r>
              <a:rPr kumimoji="1" lang="zh-CN" altLang="en-US" sz="2000">
                <a:solidFill>
                  <a:srgbClr val="000000"/>
                </a:solidFill>
                <a:latin typeface="Tahoma" pitchFamily="34" charset="0"/>
                <a:ea typeface="宋体" pitchFamily="2" charset="-122"/>
              </a:rPr>
              <a:t>数字量</a:t>
            </a:r>
          </a:p>
        </p:txBody>
      </p:sp>
      <p:sp>
        <p:nvSpPr>
          <p:cNvPr id="70680" name="Text Box 24"/>
          <p:cNvSpPr txBox="1">
            <a:spLocks noChangeArrowheads="1"/>
          </p:cNvSpPr>
          <p:nvPr/>
        </p:nvSpPr>
        <p:spPr bwMode="auto">
          <a:xfrm>
            <a:off x="3371850" y="4362450"/>
            <a:ext cx="396875" cy="1227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54864" tIns="27432" rIns="54864" bIns="27432"/>
          <a:lstStyle>
            <a:lvl1pPr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spcBef>
                <a:spcPct val="0"/>
              </a:spcBef>
              <a:buFontTx/>
              <a:buNone/>
            </a:pPr>
            <a:r>
              <a:rPr kumimoji="1" lang="zh-CN" altLang="en-US" sz="2000">
                <a:solidFill>
                  <a:srgbClr val="000000"/>
                </a:solidFill>
                <a:latin typeface="Tahoma" pitchFamily="34" charset="0"/>
                <a:ea typeface="宋体" pitchFamily="2" charset="-122"/>
              </a:rPr>
              <a:t>控制输出</a:t>
            </a:r>
          </a:p>
        </p:txBody>
      </p:sp>
      <p:sp>
        <p:nvSpPr>
          <p:cNvPr id="70681" name="Text Box 25"/>
          <p:cNvSpPr txBox="1">
            <a:spLocks noChangeArrowheads="1"/>
          </p:cNvSpPr>
          <p:nvPr/>
        </p:nvSpPr>
        <p:spPr bwMode="auto">
          <a:xfrm>
            <a:off x="5068888" y="4362450"/>
            <a:ext cx="398462" cy="1227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54864" tIns="27432" rIns="54864" bIns="27432"/>
          <a:lstStyle>
            <a:lvl1pPr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spcBef>
                <a:spcPct val="0"/>
              </a:spcBef>
              <a:buFontTx/>
              <a:buNone/>
            </a:pPr>
            <a:r>
              <a:rPr kumimoji="1" lang="zh-CN" altLang="en-US" sz="2000">
                <a:solidFill>
                  <a:srgbClr val="000000"/>
                </a:solidFill>
                <a:latin typeface="Tahoma" pitchFamily="34" charset="0"/>
                <a:ea typeface="宋体" pitchFamily="2" charset="-122"/>
              </a:rPr>
              <a:t>控制输出</a:t>
            </a:r>
          </a:p>
        </p:txBody>
      </p:sp>
      <p:sp>
        <p:nvSpPr>
          <p:cNvPr id="70682" name="Text Box 26"/>
          <p:cNvSpPr txBox="1">
            <a:spLocks noChangeArrowheads="1"/>
          </p:cNvSpPr>
          <p:nvPr/>
        </p:nvSpPr>
        <p:spPr bwMode="auto">
          <a:xfrm>
            <a:off x="6696075" y="4362450"/>
            <a:ext cx="398463" cy="1227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54864" tIns="27432" rIns="54864" bIns="27432"/>
          <a:lstStyle>
            <a:lvl1pPr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spcBef>
                <a:spcPct val="0"/>
              </a:spcBef>
              <a:buFontTx/>
              <a:buNone/>
            </a:pPr>
            <a:r>
              <a:rPr kumimoji="1" lang="zh-CN" altLang="en-US" sz="2000">
                <a:solidFill>
                  <a:srgbClr val="000000"/>
                </a:solidFill>
                <a:latin typeface="Tahoma" pitchFamily="34" charset="0"/>
                <a:ea typeface="宋体" pitchFamily="2" charset="-122"/>
              </a:rPr>
              <a:t>控制输出</a:t>
            </a:r>
          </a:p>
        </p:txBody>
      </p:sp>
      <p:sp>
        <p:nvSpPr>
          <p:cNvPr id="70683" name="Line 27"/>
          <p:cNvSpPr>
            <a:spLocks noChangeShapeType="1"/>
          </p:cNvSpPr>
          <p:nvPr/>
        </p:nvSpPr>
        <p:spPr bwMode="auto">
          <a:xfrm>
            <a:off x="611188" y="3000375"/>
            <a:ext cx="8067675" cy="1588"/>
          </a:xfrm>
          <a:prstGeom prst="line">
            <a:avLst/>
          </a:prstGeom>
          <a:noFill/>
          <a:ln w="3810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70684" name="Line 28"/>
          <p:cNvSpPr>
            <a:spLocks noChangeShapeType="1"/>
          </p:cNvSpPr>
          <p:nvPr/>
        </p:nvSpPr>
        <p:spPr bwMode="auto">
          <a:xfrm flipV="1">
            <a:off x="1531938" y="3000375"/>
            <a:ext cx="0" cy="407988"/>
          </a:xfrm>
          <a:prstGeom prst="line">
            <a:avLst/>
          </a:prstGeom>
          <a:noFill/>
          <a:ln w="952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70685" name="Line 29"/>
          <p:cNvSpPr>
            <a:spLocks noChangeShapeType="1"/>
          </p:cNvSpPr>
          <p:nvPr/>
        </p:nvSpPr>
        <p:spPr bwMode="auto">
          <a:xfrm flipV="1">
            <a:off x="3228975" y="3000375"/>
            <a:ext cx="0" cy="407988"/>
          </a:xfrm>
          <a:prstGeom prst="line">
            <a:avLst/>
          </a:prstGeom>
          <a:noFill/>
          <a:ln w="952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70686" name="Line 30"/>
          <p:cNvSpPr>
            <a:spLocks noChangeShapeType="1"/>
          </p:cNvSpPr>
          <p:nvPr/>
        </p:nvSpPr>
        <p:spPr bwMode="auto">
          <a:xfrm flipV="1">
            <a:off x="4927600" y="2659063"/>
            <a:ext cx="0" cy="749300"/>
          </a:xfrm>
          <a:prstGeom prst="line">
            <a:avLst/>
          </a:prstGeom>
          <a:noFill/>
          <a:ln w="952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70687" name="Line 31"/>
          <p:cNvSpPr>
            <a:spLocks noChangeShapeType="1"/>
          </p:cNvSpPr>
          <p:nvPr/>
        </p:nvSpPr>
        <p:spPr bwMode="auto">
          <a:xfrm flipV="1">
            <a:off x="6484938" y="3000375"/>
            <a:ext cx="0" cy="407988"/>
          </a:xfrm>
          <a:prstGeom prst="line">
            <a:avLst/>
          </a:prstGeom>
          <a:noFill/>
          <a:ln w="952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70688" name="Line 32"/>
          <p:cNvSpPr>
            <a:spLocks noChangeShapeType="1"/>
          </p:cNvSpPr>
          <p:nvPr/>
        </p:nvSpPr>
        <p:spPr bwMode="auto">
          <a:xfrm flipV="1">
            <a:off x="8112125" y="3000375"/>
            <a:ext cx="0" cy="407988"/>
          </a:xfrm>
          <a:prstGeom prst="line">
            <a:avLst/>
          </a:prstGeom>
          <a:noFill/>
          <a:ln w="952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70689" name="Line 33"/>
          <p:cNvSpPr>
            <a:spLocks noChangeShapeType="1"/>
          </p:cNvSpPr>
          <p:nvPr/>
        </p:nvSpPr>
        <p:spPr bwMode="auto">
          <a:xfrm flipH="1">
            <a:off x="3654425" y="2454275"/>
            <a:ext cx="495300" cy="1588"/>
          </a:xfrm>
          <a:prstGeom prst="line">
            <a:avLst/>
          </a:prstGeom>
          <a:noFill/>
          <a:ln w="952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70690" name="Line 34"/>
          <p:cNvSpPr>
            <a:spLocks noChangeShapeType="1"/>
          </p:cNvSpPr>
          <p:nvPr/>
        </p:nvSpPr>
        <p:spPr bwMode="auto">
          <a:xfrm>
            <a:off x="5635625" y="2454275"/>
            <a:ext cx="495300" cy="1588"/>
          </a:xfrm>
          <a:prstGeom prst="line">
            <a:avLst/>
          </a:prstGeom>
          <a:noFill/>
          <a:ln w="952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70691" name="Line 35"/>
          <p:cNvSpPr>
            <a:spLocks noChangeShapeType="1"/>
          </p:cNvSpPr>
          <p:nvPr/>
        </p:nvSpPr>
        <p:spPr bwMode="auto">
          <a:xfrm flipV="1">
            <a:off x="4927600" y="1841500"/>
            <a:ext cx="0" cy="407988"/>
          </a:xfrm>
          <a:prstGeom prst="line">
            <a:avLst/>
          </a:prstGeom>
          <a:noFill/>
          <a:ln w="9525">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70692" name="Line 36"/>
          <p:cNvSpPr>
            <a:spLocks noChangeShapeType="1"/>
          </p:cNvSpPr>
          <p:nvPr/>
        </p:nvSpPr>
        <p:spPr bwMode="auto">
          <a:xfrm flipV="1">
            <a:off x="2946400" y="1909763"/>
            <a:ext cx="0" cy="339725"/>
          </a:xfrm>
          <a:prstGeom prst="line">
            <a:avLst/>
          </a:prstGeom>
          <a:noFill/>
          <a:ln w="952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70693" name="Line 37"/>
          <p:cNvSpPr>
            <a:spLocks noChangeShapeType="1"/>
          </p:cNvSpPr>
          <p:nvPr/>
        </p:nvSpPr>
        <p:spPr bwMode="auto">
          <a:xfrm flipV="1">
            <a:off x="935038" y="4157663"/>
            <a:ext cx="0" cy="204787"/>
          </a:xfrm>
          <a:prstGeom prst="line">
            <a:avLst/>
          </a:prstGeom>
          <a:noFill/>
          <a:ln w="952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70694" name="Line 38"/>
          <p:cNvSpPr>
            <a:spLocks noChangeShapeType="1"/>
          </p:cNvSpPr>
          <p:nvPr/>
        </p:nvSpPr>
        <p:spPr bwMode="auto">
          <a:xfrm flipV="1">
            <a:off x="1339850" y="4157663"/>
            <a:ext cx="0" cy="204787"/>
          </a:xfrm>
          <a:prstGeom prst="line">
            <a:avLst/>
          </a:prstGeom>
          <a:noFill/>
          <a:ln w="952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70695" name="Line 39"/>
          <p:cNvSpPr>
            <a:spLocks noChangeShapeType="1"/>
          </p:cNvSpPr>
          <p:nvPr/>
        </p:nvSpPr>
        <p:spPr bwMode="auto">
          <a:xfrm flipV="1">
            <a:off x="1793875" y="4157663"/>
            <a:ext cx="0" cy="204787"/>
          </a:xfrm>
          <a:prstGeom prst="line">
            <a:avLst/>
          </a:prstGeom>
          <a:noFill/>
          <a:ln w="952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70696" name="Line 40"/>
          <p:cNvSpPr>
            <a:spLocks noChangeShapeType="1"/>
          </p:cNvSpPr>
          <p:nvPr/>
        </p:nvSpPr>
        <p:spPr bwMode="auto">
          <a:xfrm flipV="1">
            <a:off x="2663825" y="4157663"/>
            <a:ext cx="0" cy="204787"/>
          </a:xfrm>
          <a:prstGeom prst="line">
            <a:avLst/>
          </a:prstGeom>
          <a:noFill/>
          <a:ln w="952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70697" name="Line 41"/>
          <p:cNvSpPr>
            <a:spLocks noChangeShapeType="1"/>
          </p:cNvSpPr>
          <p:nvPr/>
        </p:nvSpPr>
        <p:spPr bwMode="auto">
          <a:xfrm flipV="1">
            <a:off x="3087688" y="4157663"/>
            <a:ext cx="0" cy="204787"/>
          </a:xfrm>
          <a:prstGeom prst="line">
            <a:avLst/>
          </a:prstGeom>
          <a:noFill/>
          <a:ln w="952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70698" name="Line 42"/>
          <p:cNvSpPr>
            <a:spLocks noChangeShapeType="1"/>
          </p:cNvSpPr>
          <p:nvPr/>
        </p:nvSpPr>
        <p:spPr bwMode="auto">
          <a:xfrm flipV="1">
            <a:off x="3582988" y="4157663"/>
            <a:ext cx="0" cy="204787"/>
          </a:xfrm>
          <a:prstGeom prst="line">
            <a:avLst/>
          </a:prstGeom>
          <a:noFill/>
          <a:ln w="952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70699" name="Line 43"/>
          <p:cNvSpPr>
            <a:spLocks noChangeShapeType="1"/>
          </p:cNvSpPr>
          <p:nvPr/>
        </p:nvSpPr>
        <p:spPr bwMode="auto">
          <a:xfrm flipV="1">
            <a:off x="4432300" y="4157663"/>
            <a:ext cx="0" cy="204787"/>
          </a:xfrm>
          <a:prstGeom prst="line">
            <a:avLst/>
          </a:prstGeom>
          <a:noFill/>
          <a:ln w="952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70700" name="Line 44"/>
          <p:cNvSpPr>
            <a:spLocks noChangeShapeType="1"/>
          </p:cNvSpPr>
          <p:nvPr/>
        </p:nvSpPr>
        <p:spPr bwMode="auto">
          <a:xfrm flipV="1">
            <a:off x="4856163" y="4157663"/>
            <a:ext cx="0" cy="204787"/>
          </a:xfrm>
          <a:prstGeom prst="line">
            <a:avLst/>
          </a:prstGeom>
          <a:noFill/>
          <a:ln w="952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70701" name="Line 45"/>
          <p:cNvSpPr>
            <a:spLocks noChangeShapeType="1"/>
          </p:cNvSpPr>
          <p:nvPr/>
        </p:nvSpPr>
        <p:spPr bwMode="auto">
          <a:xfrm flipV="1">
            <a:off x="5281613" y="4157663"/>
            <a:ext cx="0" cy="204787"/>
          </a:xfrm>
          <a:prstGeom prst="line">
            <a:avLst/>
          </a:prstGeom>
          <a:noFill/>
          <a:ln w="952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70702" name="Line 46"/>
          <p:cNvSpPr>
            <a:spLocks noChangeShapeType="1"/>
          </p:cNvSpPr>
          <p:nvPr/>
        </p:nvSpPr>
        <p:spPr bwMode="auto">
          <a:xfrm flipV="1">
            <a:off x="6059488" y="4157663"/>
            <a:ext cx="0" cy="204787"/>
          </a:xfrm>
          <a:prstGeom prst="line">
            <a:avLst/>
          </a:prstGeom>
          <a:noFill/>
          <a:ln w="952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70703" name="Line 47"/>
          <p:cNvSpPr>
            <a:spLocks noChangeShapeType="1"/>
          </p:cNvSpPr>
          <p:nvPr/>
        </p:nvSpPr>
        <p:spPr bwMode="auto">
          <a:xfrm flipV="1">
            <a:off x="6413500" y="4157663"/>
            <a:ext cx="0" cy="204787"/>
          </a:xfrm>
          <a:prstGeom prst="line">
            <a:avLst/>
          </a:prstGeom>
          <a:noFill/>
          <a:ln w="952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
        <p:nvSpPr>
          <p:cNvPr id="70704" name="Line 48"/>
          <p:cNvSpPr>
            <a:spLocks noChangeShapeType="1"/>
          </p:cNvSpPr>
          <p:nvPr/>
        </p:nvSpPr>
        <p:spPr bwMode="auto">
          <a:xfrm flipV="1">
            <a:off x="6838950" y="4157663"/>
            <a:ext cx="0" cy="204787"/>
          </a:xfrm>
          <a:prstGeom prst="line">
            <a:avLst/>
          </a:prstGeom>
          <a:noFill/>
          <a:ln w="9525">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1C1C1C"/>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p:nvPr>
        </p:nvSpPr>
        <p:spPr>
          <a:xfrm>
            <a:off x="107950" y="44450"/>
            <a:ext cx="7343775" cy="792163"/>
          </a:xfrm>
        </p:spPr>
        <p:txBody>
          <a:bodyPr/>
          <a:lstStyle/>
          <a:p>
            <a:pPr eaLnBrk="1" hangingPunct="1"/>
            <a:r>
              <a:rPr lang="en-US" altLang="zh-CN" dirty="0" smtClean="0"/>
              <a:t>1.5 </a:t>
            </a:r>
            <a:r>
              <a:rPr lang="zh-CN" altLang="en-US" dirty="0" smtClean="0"/>
              <a:t>现场总线应用领域</a:t>
            </a:r>
          </a:p>
        </p:txBody>
      </p:sp>
      <p:sp>
        <p:nvSpPr>
          <p:cNvPr id="71683" name="Rectangle 3"/>
          <p:cNvSpPr txBox="1">
            <a:spLocks noChangeArrowheads="1"/>
          </p:cNvSpPr>
          <p:nvPr/>
        </p:nvSpPr>
        <p:spPr bwMode="auto">
          <a:xfrm>
            <a:off x="433388" y="6078538"/>
            <a:ext cx="777240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ctr" eaLnBrk="1" hangingPunct="1">
              <a:lnSpc>
                <a:spcPct val="90000"/>
              </a:lnSpc>
              <a:buFont typeface="Wingdings" pitchFamily="2" charset="2"/>
              <a:buNone/>
            </a:pPr>
            <a:r>
              <a:rPr lang="zh-CN" altLang="en-US" sz="1800" b="1">
                <a:solidFill>
                  <a:srgbClr val="4F6228"/>
                </a:solidFill>
              </a:rPr>
              <a:t>低压开关柜传统方式与现场总线智能化方式的比较</a:t>
            </a:r>
          </a:p>
        </p:txBody>
      </p:sp>
      <p:pic>
        <p:nvPicPr>
          <p:cNvPr id="7168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981075"/>
            <a:ext cx="7704138" cy="496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a:xfrm>
            <a:off x="107950" y="44450"/>
            <a:ext cx="7343775" cy="792163"/>
          </a:xfrm>
        </p:spPr>
        <p:txBody>
          <a:bodyPr/>
          <a:lstStyle/>
          <a:p>
            <a:pPr eaLnBrk="1" hangingPunct="1"/>
            <a:r>
              <a:rPr lang="en-US" altLang="zh-CN" dirty="0" smtClean="0"/>
              <a:t>1.5 </a:t>
            </a:r>
            <a:r>
              <a:rPr lang="zh-CN" altLang="en-US" dirty="0" smtClean="0"/>
              <a:t>现场总线应用领域</a:t>
            </a:r>
          </a:p>
        </p:txBody>
      </p:sp>
      <p:sp>
        <p:nvSpPr>
          <p:cNvPr id="72707" name="Rectangle 3"/>
          <p:cNvSpPr txBox="1">
            <a:spLocks noChangeArrowheads="1"/>
          </p:cNvSpPr>
          <p:nvPr/>
        </p:nvSpPr>
        <p:spPr bwMode="auto">
          <a:xfrm>
            <a:off x="539750" y="5876925"/>
            <a:ext cx="8229600"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ctr" eaLnBrk="1" hangingPunct="1">
              <a:spcBef>
                <a:spcPct val="0"/>
              </a:spcBef>
              <a:buFont typeface="Wingdings" pitchFamily="2" charset="2"/>
              <a:buNone/>
            </a:pPr>
            <a:r>
              <a:rPr lang="zh-CN" altLang="en-US" sz="1800">
                <a:solidFill>
                  <a:srgbClr val="4F6228"/>
                </a:solidFill>
              </a:rPr>
              <a:t>基于以太网的</a:t>
            </a:r>
            <a:r>
              <a:rPr lang="en-US" altLang="zh-CN" sz="1800">
                <a:solidFill>
                  <a:srgbClr val="4F6228"/>
                </a:solidFill>
              </a:rPr>
              <a:t>CBZ-8000</a:t>
            </a:r>
            <a:r>
              <a:rPr lang="zh-CN" altLang="en-US" sz="1800">
                <a:solidFill>
                  <a:srgbClr val="4F6228"/>
                </a:solidFill>
              </a:rPr>
              <a:t>变电站自动化系统</a:t>
            </a:r>
          </a:p>
        </p:txBody>
      </p:sp>
      <p:pic>
        <p:nvPicPr>
          <p:cNvPr id="72708" name="Picture 4" descr="环网系统图"/>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038" y="981075"/>
            <a:ext cx="7331075" cy="474345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a:xfrm>
            <a:off x="107950" y="44450"/>
            <a:ext cx="7343775" cy="792163"/>
          </a:xfrm>
        </p:spPr>
        <p:txBody>
          <a:bodyPr/>
          <a:lstStyle/>
          <a:p>
            <a:pPr eaLnBrk="1" hangingPunct="1"/>
            <a:r>
              <a:rPr lang="en-US" altLang="zh-CN" dirty="0" smtClean="0"/>
              <a:t>1.5 </a:t>
            </a:r>
            <a:r>
              <a:rPr lang="zh-CN" altLang="en-US" dirty="0" smtClean="0"/>
              <a:t>现场总线应用领域</a:t>
            </a:r>
          </a:p>
        </p:txBody>
      </p:sp>
      <p:sp>
        <p:nvSpPr>
          <p:cNvPr id="73731" name="Rectangle 3"/>
          <p:cNvSpPr txBox="1">
            <a:spLocks noChangeArrowheads="1"/>
          </p:cNvSpPr>
          <p:nvPr/>
        </p:nvSpPr>
        <p:spPr bwMode="auto">
          <a:xfrm>
            <a:off x="755650" y="6086475"/>
            <a:ext cx="777240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charset="0"/>
              <a:buChar char="•"/>
              <a:defRPr sz="3200">
                <a:solidFill>
                  <a:schemeClr val="tx1"/>
                </a:solidFill>
                <a:latin typeface="Calibri" pitchFamily="34" charset="0"/>
                <a:ea typeface="楷体_GB2312" pitchFamily="49"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ctr" eaLnBrk="1" hangingPunct="1">
              <a:lnSpc>
                <a:spcPct val="80000"/>
              </a:lnSpc>
              <a:buFont typeface="Wingdings" pitchFamily="2" charset="2"/>
              <a:buNone/>
            </a:pPr>
            <a:r>
              <a:rPr lang="zh-CN" altLang="en-US" sz="1800" b="1">
                <a:solidFill>
                  <a:srgbClr val="4F6228"/>
                </a:solidFill>
              </a:rPr>
              <a:t>基于现场总线的配电网自动化系统</a:t>
            </a:r>
          </a:p>
        </p:txBody>
      </p:sp>
      <p:pic>
        <p:nvPicPr>
          <p:cNvPr id="73732" name="Picture 4" descr="电研华源配电调度自动化系统图"/>
          <p:cNvPicPr>
            <a:picLocks noChangeAspect="1" noChangeArrowheads="1"/>
          </p:cNvPicPr>
          <p:nvPr/>
        </p:nvPicPr>
        <p:blipFill>
          <a:blip r:embed="rId2">
            <a:extLst>
              <a:ext uri="{28A0092B-C50C-407E-A947-70E740481C1C}">
                <a14:useLocalDpi xmlns:a14="http://schemas.microsoft.com/office/drawing/2010/main" val="0"/>
              </a:ext>
            </a:extLst>
          </a:blip>
          <a:srcRect l="8873" t="5147" r="9673" b="11877"/>
          <a:stretch>
            <a:fillRect/>
          </a:stretch>
        </p:blipFill>
        <p:spPr bwMode="auto">
          <a:xfrm>
            <a:off x="1219200" y="908050"/>
            <a:ext cx="6592888" cy="514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11572</TotalTime>
  <Words>3206</Words>
  <Application>Microsoft Office PowerPoint</Application>
  <PresentationFormat>全屏显示(4:3)</PresentationFormat>
  <Paragraphs>396</Paragraphs>
  <Slides>55</Slides>
  <Notes>23</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55</vt:i4>
      </vt:variant>
    </vt:vector>
  </HeadingPairs>
  <TitlesOfParts>
    <vt:vector size="57" baseType="lpstr">
      <vt:lpstr>Office 主题</vt:lpstr>
      <vt:lpstr>位图图像</vt:lpstr>
      <vt:lpstr>第1章 概述</vt:lpstr>
      <vt:lpstr>参考教材</vt:lpstr>
      <vt:lpstr>第1章 概述</vt:lpstr>
      <vt:lpstr>1.1 工业控制网络系统</vt:lpstr>
      <vt:lpstr>1.1工业控制网络系统</vt:lpstr>
      <vt:lpstr>1.1工业控制网络系统</vt:lpstr>
      <vt:lpstr>1.1工业控制网络系统</vt:lpstr>
      <vt:lpstr>1.1工业控制网络系统</vt:lpstr>
      <vt:lpstr>1.1工业控制网络系统</vt:lpstr>
      <vt:lpstr>1.1 工业控制网络系统</vt:lpstr>
      <vt:lpstr>1.1 工业控制网络系统</vt:lpstr>
      <vt:lpstr>1.1 工业控制网络系统</vt:lpstr>
      <vt:lpstr>1.1 工业控制网络系统</vt:lpstr>
      <vt:lpstr>1.1 工业控制网络系统</vt:lpstr>
      <vt:lpstr>第1章 概述</vt:lpstr>
      <vt:lpstr>1.2 现场总线的概念</vt:lpstr>
      <vt:lpstr>1.2 现场总线的概念</vt:lpstr>
      <vt:lpstr>1.2 现场总线的概念</vt:lpstr>
      <vt:lpstr>第1章 概述</vt:lpstr>
      <vt:lpstr>1.3 现场总线系统的组成与体系结构</vt:lpstr>
      <vt:lpstr>1.3.1 现场总线系统的组成</vt:lpstr>
      <vt:lpstr>1.3.1 现场总线系统的组成</vt:lpstr>
      <vt:lpstr>1.3.1 现场总线系统的组成</vt:lpstr>
      <vt:lpstr>1.3.1 现场总线系统的组成</vt:lpstr>
      <vt:lpstr>1.3.2 现场总线系统的体系结构</vt:lpstr>
      <vt:lpstr>1.3.2 现场总线系统的体系结构</vt:lpstr>
      <vt:lpstr>1.3.2 现场总线系统的体系结构</vt:lpstr>
      <vt:lpstr>1.3.2 现场总线系统的体系结构</vt:lpstr>
      <vt:lpstr>第1章 概述</vt:lpstr>
      <vt:lpstr>1.4.1 制定现场总线国际标准的机构</vt:lpstr>
      <vt:lpstr>1.4.2 现场总线国际标准</vt:lpstr>
      <vt:lpstr>1.4.2 现场总线国际标准</vt:lpstr>
      <vt:lpstr>1.4.2 现场总线国际标准</vt:lpstr>
      <vt:lpstr>1.4.2 现场总线国际标准</vt:lpstr>
      <vt:lpstr>1.4.2 现场总线国际标准</vt:lpstr>
      <vt:lpstr>1.4.3 现场总线中国标准</vt:lpstr>
      <vt:lpstr>1.4.3 现场总线中国标准</vt:lpstr>
      <vt:lpstr>1.4.4 其他地区与国家现场总线标准</vt:lpstr>
      <vt:lpstr>1.4.4 其他地区与国家现场总线标准</vt:lpstr>
      <vt:lpstr>1.4.4 其他地区与国家现场总线标准</vt:lpstr>
      <vt:lpstr>1.4.4其他地区与国家现场总线标准</vt:lpstr>
      <vt:lpstr>1.4.4其他地区与国家现场总线标准</vt:lpstr>
      <vt:lpstr>1.4.4其他地区与国家现场总线标准</vt:lpstr>
      <vt:lpstr>1.4.5现场总线/工业控制网络发展现状</vt:lpstr>
      <vt:lpstr>1.4.5现场总线/工业控制网络发展现状</vt:lpstr>
      <vt:lpstr>第1章 概述</vt:lpstr>
      <vt:lpstr>1.5 现场总线应用领域</vt:lpstr>
      <vt:lpstr>1.5 现场总线应用领域</vt:lpstr>
      <vt:lpstr>1.5 现场总线应用领域</vt:lpstr>
      <vt:lpstr>1.5 现场总线应用领域</vt:lpstr>
      <vt:lpstr>1.5 现场总线应用领域</vt:lpstr>
      <vt:lpstr>1.5 现场总线应用领域</vt:lpstr>
      <vt:lpstr>1.5 现场总线应用领域</vt:lpstr>
      <vt:lpstr>1.5 现场总线应用领域</vt:lpstr>
      <vt:lpstr>1.5 现场总线应用领域</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Zachary</dc:creator>
  <cp:lastModifiedBy>Windows User</cp:lastModifiedBy>
  <cp:revision>1281</cp:revision>
  <dcterms:modified xsi:type="dcterms:W3CDTF">2016-09-25T03:43:30Z</dcterms:modified>
</cp:coreProperties>
</file>