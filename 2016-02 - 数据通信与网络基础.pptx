
<file path=[Content_Types].xml><?xml version="1.0" encoding="utf-8"?>
<Types xmlns="http://schemas.openxmlformats.org/package/2006/content-types">
  <Default Extension="png" ContentType="image/png"/>
  <Default Extension="bin" ContentType="application/vnd.openxmlformats-officedocument.oleObject"/>
  <Default Extension="jpeg" ContentType="image/jpeg"/>
  <Default Extension="emf" ContentType="image/x-emf"/>
  <Default Extension="wmf" ContentType="image/x-wmf"/>
  <Default Extension="rels" ContentType="application/vnd.openxmlformats-package.relationships+xml"/>
  <Default Extension="xml" ContentType="application/xml"/>
  <Default Extension="vml" ContentType="application/vnd.openxmlformats-officedocument.vmlDrawin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88"/>
  </p:notesMasterIdLst>
  <p:sldIdLst>
    <p:sldId id="256" r:id="rId2"/>
    <p:sldId id="257" r:id="rId3"/>
    <p:sldId id="258" r:id="rId4"/>
    <p:sldId id="371" r:id="rId5"/>
    <p:sldId id="261" r:id="rId6"/>
    <p:sldId id="262" r:id="rId7"/>
    <p:sldId id="271" r:id="rId8"/>
    <p:sldId id="273" r:id="rId9"/>
    <p:sldId id="274" r:id="rId10"/>
    <p:sldId id="275" r:id="rId11"/>
    <p:sldId id="276" r:id="rId12"/>
    <p:sldId id="272" r:id="rId13"/>
    <p:sldId id="263" r:id="rId14"/>
    <p:sldId id="277" r:id="rId15"/>
    <p:sldId id="280" r:id="rId16"/>
    <p:sldId id="282" r:id="rId17"/>
    <p:sldId id="264" r:id="rId18"/>
    <p:sldId id="283" r:id="rId19"/>
    <p:sldId id="265" r:id="rId20"/>
    <p:sldId id="286" r:id="rId21"/>
    <p:sldId id="266" r:id="rId22"/>
    <p:sldId id="289" r:id="rId23"/>
    <p:sldId id="291" r:id="rId24"/>
    <p:sldId id="293" r:id="rId25"/>
    <p:sldId id="294" r:id="rId26"/>
    <p:sldId id="295" r:id="rId27"/>
    <p:sldId id="296" r:id="rId28"/>
    <p:sldId id="298" r:id="rId29"/>
    <p:sldId id="267" r:id="rId30"/>
    <p:sldId id="300" r:id="rId31"/>
    <p:sldId id="372" r:id="rId32"/>
    <p:sldId id="374" r:id="rId33"/>
    <p:sldId id="375" r:id="rId34"/>
    <p:sldId id="376" r:id="rId35"/>
    <p:sldId id="268" r:id="rId36"/>
    <p:sldId id="305" r:id="rId37"/>
    <p:sldId id="306" r:id="rId38"/>
    <p:sldId id="307" r:id="rId39"/>
    <p:sldId id="311" r:id="rId40"/>
    <p:sldId id="312" r:id="rId41"/>
    <p:sldId id="308" r:id="rId42"/>
    <p:sldId id="313" r:id="rId43"/>
    <p:sldId id="314" r:id="rId44"/>
    <p:sldId id="309" r:id="rId45"/>
    <p:sldId id="315" r:id="rId46"/>
    <p:sldId id="316" r:id="rId47"/>
    <p:sldId id="310" r:id="rId48"/>
    <p:sldId id="317" r:id="rId49"/>
    <p:sldId id="269" r:id="rId50"/>
    <p:sldId id="318" r:id="rId51"/>
    <p:sldId id="319" r:id="rId52"/>
    <p:sldId id="322" r:id="rId53"/>
    <p:sldId id="323" r:id="rId54"/>
    <p:sldId id="324" r:id="rId55"/>
    <p:sldId id="325" r:id="rId56"/>
    <p:sldId id="327" r:id="rId57"/>
    <p:sldId id="328" r:id="rId58"/>
    <p:sldId id="365" r:id="rId59"/>
    <p:sldId id="270" r:id="rId60"/>
    <p:sldId id="331" r:id="rId61"/>
    <p:sldId id="332" r:id="rId62"/>
    <p:sldId id="338" r:id="rId63"/>
    <p:sldId id="339" r:id="rId64"/>
    <p:sldId id="340" r:id="rId65"/>
    <p:sldId id="341" r:id="rId66"/>
    <p:sldId id="349" r:id="rId67"/>
    <p:sldId id="342" r:id="rId68"/>
    <p:sldId id="344" r:id="rId69"/>
    <p:sldId id="345" r:id="rId70"/>
    <p:sldId id="346" r:id="rId71"/>
    <p:sldId id="347" r:id="rId72"/>
    <p:sldId id="348" r:id="rId73"/>
    <p:sldId id="350" r:id="rId74"/>
    <p:sldId id="352" r:id="rId75"/>
    <p:sldId id="353" r:id="rId76"/>
    <p:sldId id="354" r:id="rId77"/>
    <p:sldId id="355" r:id="rId78"/>
    <p:sldId id="357" r:id="rId79"/>
    <p:sldId id="356" r:id="rId80"/>
    <p:sldId id="358" r:id="rId81"/>
    <p:sldId id="360" r:id="rId82"/>
    <p:sldId id="361" r:id="rId83"/>
    <p:sldId id="366" r:id="rId84"/>
    <p:sldId id="368" r:id="rId85"/>
    <p:sldId id="369" r:id="rId86"/>
    <p:sldId id="370" r:id="rId87"/>
  </p:sldIdLst>
  <p:sldSz cx="9144000" cy="6858000" type="screen4x3"/>
  <p:notesSz cx="7099300" cy="10234613"/>
  <p:defaultTextStyle>
    <a:defPPr>
      <a:defRPr lang="zh-CN"/>
    </a:defPPr>
    <a:lvl1pPr algn="l" rtl="0" fontAlgn="base">
      <a:spcBef>
        <a:spcPct val="0"/>
      </a:spcBef>
      <a:spcAft>
        <a:spcPct val="0"/>
      </a:spcAft>
      <a:defRPr kern="1200">
        <a:solidFill>
          <a:schemeClr val="tx1"/>
        </a:solidFill>
        <a:latin typeface="Calibri" pitchFamily="34" charset="0"/>
        <a:ea typeface="宋体" pitchFamily="2" charset="-122"/>
        <a:cs typeface="+mn-cs"/>
      </a:defRPr>
    </a:lvl1pPr>
    <a:lvl2pPr marL="457200" algn="l" rtl="0" fontAlgn="base">
      <a:spcBef>
        <a:spcPct val="0"/>
      </a:spcBef>
      <a:spcAft>
        <a:spcPct val="0"/>
      </a:spcAft>
      <a:defRPr kern="1200">
        <a:solidFill>
          <a:schemeClr val="tx1"/>
        </a:solidFill>
        <a:latin typeface="Calibri" pitchFamily="34" charset="0"/>
        <a:ea typeface="宋体" pitchFamily="2" charset="-122"/>
        <a:cs typeface="+mn-cs"/>
      </a:defRPr>
    </a:lvl2pPr>
    <a:lvl3pPr marL="914400" algn="l" rtl="0" fontAlgn="base">
      <a:spcBef>
        <a:spcPct val="0"/>
      </a:spcBef>
      <a:spcAft>
        <a:spcPct val="0"/>
      </a:spcAft>
      <a:defRPr kern="1200">
        <a:solidFill>
          <a:schemeClr val="tx1"/>
        </a:solidFill>
        <a:latin typeface="Calibri" pitchFamily="34" charset="0"/>
        <a:ea typeface="宋体" pitchFamily="2" charset="-122"/>
        <a:cs typeface="+mn-cs"/>
      </a:defRPr>
    </a:lvl3pPr>
    <a:lvl4pPr marL="1371600" algn="l" rtl="0" fontAlgn="base">
      <a:spcBef>
        <a:spcPct val="0"/>
      </a:spcBef>
      <a:spcAft>
        <a:spcPct val="0"/>
      </a:spcAft>
      <a:defRPr kern="1200">
        <a:solidFill>
          <a:schemeClr val="tx1"/>
        </a:solidFill>
        <a:latin typeface="Calibri" pitchFamily="34" charset="0"/>
        <a:ea typeface="宋体" pitchFamily="2" charset="-122"/>
        <a:cs typeface="+mn-cs"/>
      </a:defRPr>
    </a:lvl4pPr>
    <a:lvl5pPr marL="1828800" algn="l" rtl="0" fontAlgn="base">
      <a:spcBef>
        <a:spcPct val="0"/>
      </a:spcBef>
      <a:spcAft>
        <a:spcPct val="0"/>
      </a:spcAft>
      <a:defRPr kern="1200">
        <a:solidFill>
          <a:schemeClr val="tx1"/>
        </a:solidFill>
        <a:latin typeface="Calibri" pitchFamily="34" charset="0"/>
        <a:ea typeface="宋体" pitchFamily="2" charset="-122"/>
        <a:cs typeface="+mn-cs"/>
      </a:defRPr>
    </a:lvl5pPr>
    <a:lvl6pPr marL="2286000" algn="l" defTabSz="914400" rtl="0" eaLnBrk="1" latinLnBrk="0" hangingPunct="1">
      <a:defRPr kern="1200">
        <a:solidFill>
          <a:schemeClr val="tx1"/>
        </a:solidFill>
        <a:latin typeface="Calibri" pitchFamily="34" charset="0"/>
        <a:ea typeface="宋体" pitchFamily="2" charset="-122"/>
        <a:cs typeface="+mn-cs"/>
      </a:defRPr>
    </a:lvl6pPr>
    <a:lvl7pPr marL="2743200" algn="l" defTabSz="914400" rtl="0" eaLnBrk="1" latinLnBrk="0" hangingPunct="1">
      <a:defRPr kern="1200">
        <a:solidFill>
          <a:schemeClr val="tx1"/>
        </a:solidFill>
        <a:latin typeface="Calibri" pitchFamily="34" charset="0"/>
        <a:ea typeface="宋体" pitchFamily="2" charset="-122"/>
        <a:cs typeface="+mn-cs"/>
      </a:defRPr>
    </a:lvl7pPr>
    <a:lvl8pPr marL="3200400" algn="l" defTabSz="914400" rtl="0" eaLnBrk="1" latinLnBrk="0" hangingPunct="1">
      <a:defRPr kern="1200">
        <a:solidFill>
          <a:schemeClr val="tx1"/>
        </a:solidFill>
        <a:latin typeface="Calibri" pitchFamily="34" charset="0"/>
        <a:ea typeface="宋体" pitchFamily="2" charset="-122"/>
        <a:cs typeface="+mn-cs"/>
      </a:defRPr>
    </a:lvl8pPr>
    <a:lvl9pPr marL="3657600" algn="l" defTabSz="914400" rtl="0" eaLnBrk="1" latinLnBrk="0" hangingPunct="1">
      <a:defRPr kern="1200">
        <a:solidFill>
          <a:schemeClr val="tx1"/>
        </a:solidFill>
        <a:latin typeface="Calibri" pitchFamily="34" charset="0"/>
        <a:ea typeface="宋体" pitchFamily="2" charset="-122"/>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9B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vertBarState="maximized">
    <p:restoredLeft sz="10063" autoAdjust="0"/>
    <p:restoredTop sz="72801" autoAdjust="0"/>
  </p:normalViewPr>
  <p:slideViewPr>
    <p:cSldViewPr>
      <p:cViewPr varScale="1">
        <p:scale>
          <a:sx n="82" d="100"/>
          <a:sy n="82" d="100"/>
        </p:scale>
        <p:origin x="-2454" y="-90"/>
      </p:cViewPr>
      <p:guideLst>
        <p:guide orient="horz" pos="2160"/>
        <p:guide pos="2880"/>
      </p:guideLst>
    </p:cSldViewPr>
  </p:slideViewPr>
  <p:notesTextViewPr>
    <p:cViewPr>
      <p:scale>
        <a:sx n="200" d="100"/>
        <a:sy n="200" d="100"/>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slide" Target="slides/slide62.xml"/><Relationship Id="rId68" Type="http://schemas.openxmlformats.org/officeDocument/2006/relationships/slide" Target="slides/slide67.xml"/><Relationship Id="rId76" Type="http://schemas.openxmlformats.org/officeDocument/2006/relationships/slide" Target="slides/slide75.xml"/><Relationship Id="rId84" Type="http://schemas.openxmlformats.org/officeDocument/2006/relationships/slide" Target="slides/slide83.xml"/><Relationship Id="rId89"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slide" Target="slides/slide73.xml"/><Relationship Id="rId79" Type="http://schemas.openxmlformats.org/officeDocument/2006/relationships/slide" Target="slides/slide78.xml"/><Relationship Id="rId87" Type="http://schemas.openxmlformats.org/officeDocument/2006/relationships/slide" Target="slides/slide86.xml"/><Relationship Id="rId5" Type="http://schemas.openxmlformats.org/officeDocument/2006/relationships/slide" Target="slides/slide4.xml"/><Relationship Id="rId61" Type="http://schemas.openxmlformats.org/officeDocument/2006/relationships/slide" Target="slides/slide60.xml"/><Relationship Id="rId82" Type="http://schemas.openxmlformats.org/officeDocument/2006/relationships/slide" Target="slides/slide81.xml"/><Relationship Id="rId90" Type="http://schemas.openxmlformats.org/officeDocument/2006/relationships/viewProps" Target="viewProp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notesMaster" Target="notesMasters/notesMaster1.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s>
</file>

<file path=ppt/drawings/_rels/vmlDrawing1.vml.rels><?xml version="1.0" encoding="UTF-8" standalone="yes"?>
<Relationships xmlns="http://schemas.openxmlformats.org/package/2006/relationships"><Relationship Id="rId1" Type="http://schemas.openxmlformats.org/officeDocument/2006/relationships/image" Target="../media/image4.emf"/></Relationships>
</file>

<file path=ppt/drawings/_rels/vmlDrawing2.vml.rels><?xml version="1.0" encoding="UTF-8" standalone="yes"?>
<Relationships xmlns="http://schemas.openxmlformats.org/package/2006/relationships"><Relationship Id="rId3" Type="http://schemas.openxmlformats.org/officeDocument/2006/relationships/image" Target="../media/image12.emf"/><Relationship Id="rId2" Type="http://schemas.openxmlformats.org/officeDocument/2006/relationships/image" Target="../media/image11.emf"/><Relationship Id="rId1" Type="http://schemas.openxmlformats.org/officeDocument/2006/relationships/image" Target="../media/image10.emf"/></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3076363" cy="511731"/>
          </a:xfrm>
          <a:prstGeom prst="rect">
            <a:avLst/>
          </a:prstGeom>
        </p:spPr>
        <p:txBody>
          <a:bodyPr vert="horz" lIns="99048" tIns="49524" rIns="99048" bIns="49524" rtlCol="0"/>
          <a:lstStyle>
            <a:lvl1pPr algn="l">
              <a:defRPr sz="1300">
                <a:ea typeface="宋体" charset="-122"/>
              </a:defRPr>
            </a:lvl1pPr>
          </a:lstStyle>
          <a:p>
            <a:pPr>
              <a:defRPr/>
            </a:pPr>
            <a:endParaRPr lang="zh-CN" altLang="en-US"/>
          </a:p>
        </p:txBody>
      </p:sp>
      <p:sp>
        <p:nvSpPr>
          <p:cNvPr id="3" name="日期占位符 2"/>
          <p:cNvSpPr>
            <a:spLocks noGrp="1"/>
          </p:cNvSpPr>
          <p:nvPr>
            <p:ph type="dt" idx="1"/>
          </p:nvPr>
        </p:nvSpPr>
        <p:spPr>
          <a:xfrm>
            <a:off x="4021294" y="0"/>
            <a:ext cx="3076363" cy="511731"/>
          </a:xfrm>
          <a:prstGeom prst="rect">
            <a:avLst/>
          </a:prstGeom>
        </p:spPr>
        <p:txBody>
          <a:bodyPr vert="horz" lIns="99048" tIns="49524" rIns="99048" bIns="49524" rtlCol="0"/>
          <a:lstStyle>
            <a:lvl1pPr algn="r">
              <a:defRPr sz="1300">
                <a:ea typeface="宋体" charset="-122"/>
              </a:defRPr>
            </a:lvl1pPr>
          </a:lstStyle>
          <a:p>
            <a:pPr>
              <a:defRPr/>
            </a:pPr>
            <a:fld id="{EB580907-92B2-4DB0-BD61-21554408DFB5}" type="datetimeFigureOut">
              <a:rPr lang="zh-CN" altLang="en-US"/>
              <a:pPr>
                <a:defRPr/>
              </a:pPr>
              <a:t>2016/9/26</a:t>
            </a:fld>
            <a:endParaRPr lang="zh-CN" altLang="en-US"/>
          </a:p>
        </p:txBody>
      </p:sp>
      <p:sp>
        <p:nvSpPr>
          <p:cNvPr id="4" name="幻灯片图像占位符 3"/>
          <p:cNvSpPr>
            <a:spLocks noGrp="1" noRot="1" noChangeAspect="1"/>
          </p:cNvSpPr>
          <p:nvPr>
            <p:ph type="sldImg" idx="2"/>
          </p:nvPr>
        </p:nvSpPr>
        <p:spPr>
          <a:xfrm>
            <a:off x="992188" y="768350"/>
            <a:ext cx="5114925" cy="3836988"/>
          </a:xfrm>
          <a:prstGeom prst="rect">
            <a:avLst/>
          </a:prstGeom>
          <a:noFill/>
          <a:ln w="12700">
            <a:solidFill>
              <a:prstClr val="black"/>
            </a:solidFill>
          </a:ln>
        </p:spPr>
        <p:txBody>
          <a:bodyPr vert="horz" lIns="99048" tIns="49524" rIns="99048" bIns="49524" rtlCol="0" anchor="ctr"/>
          <a:lstStyle/>
          <a:p>
            <a:pPr lvl="0"/>
            <a:endParaRPr lang="zh-CN" altLang="en-US" noProof="0" smtClean="0"/>
          </a:p>
        </p:txBody>
      </p:sp>
      <p:sp>
        <p:nvSpPr>
          <p:cNvPr id="5" name="备注占位符 4"/>
          <p:cNvSpPr>
            <a:spLocks noGrp="1"/>
          </p:cNvSpPr>
          <p:nvPr>
            <p:ph type="body" sz="quarter" idx="3"/>
          </p:nvPr>
        </p:nvSpPr>
        <p:spPr>
          <a:xfrm>
            <a:off x="709930" y="4861441"/>
            <a:ext cx="5679440" cy="4605576"/>
          </a:xfrm>
          <a:prstGeom prst="rect">
            <a:avLst/>
          </a:prstGeom>
        </p:spPr>
        <p:txBody>
          <a:bodyPr vert="horz" lIns="99048" tIns="49524" rIns="99048" bIns="49524" rtlCol="0"/>
          <a:lstStyle/>
          <a:p>
            <a:pPr lvl="0"/>
            <a:r>
              <a:rPr lang="zh-CN" altLang="en-US" noProof="0" smtClean="0"/>
              <a:t>单击此处编辑母版文本样式</a:t>
            </a:r>
          </a:p>
          <a:p>
            <a:pPr lvl="1"/>
            <a:r>
              <a:rPr lang="zh-CN" altLang="en-US" noProof="0" smtClean="0"/>
              <a:t>第二级</a:t>
            </a:r>
          </a:p>
          <a:p>
            <a:pPr lvl="2"/>
            <a:r>
              <a:rPr lang="zh-CN" altLang="en-US" noProof="0" smtClean="0"/>
              <a:t>第三级</a:t>
            </a:r>
          </a:p>
          <a:p>
            <a:pPr lvl="3"/>
            <a:r>
              <a:rPr lang="zh-CN" altLang="en-US" noProof="0" smtClean="0"/>
              <a:t>第四级</a:t>
            </a:r>
          </a:p>
          <a:p>
            <a:pPr lvl="4"/>
            <a:r>
              <a:rPr lang="zh-CN" altLang="en-US" noProof="0" smtClean="0"/>
              <a:t>第五级</a:t>
            </a:r>
          </a:p>
        </p:txBody>
      </p:sp>
      <p:sp>
        <p:nvSpPr>
          <p:cNvPr id="6" name="页脚占位符 5"/>
          <p:cNvSpPr>
            <a:spLocks noGrp="1"/>
          </p:cNvSpPr>
          <p:nvPr>
            <p:ph type="ftr" sz="quarter" idx="4"/>
          </p:nvPr>
        </p:nvSpPr>
        <p:spPr>
          <a:xfrm>
            <a:off x="0" y="9721106"/>
            <a:ext cx="3076363" cy="511731"/>
          </a:xfrm>
          <a:prstGeom prst="rect">
            <a:avLst/>
          </a:prstGeom>
        </p:spPr>
        <p:txBody>
          <a:bodyPr vert="horz" lIns="99048" tIns="49524" rIns="99048" bIns="49524" rtlCol="0" anchor="b"/>
          <a:lstStyle>
            <a:lvl1pPr algn="l">
              <a:defRPr sz="1300">
                <a:ea typeface="宋体" charset="-122"/>
              </a:defRPr>
            </a:lvl1pPr>
          </a:lstStyle>
          <a:p>
            <a:pPr>
              <a:defRPr/>
            </a:pPr>
            <a:endParaRPr lang="zh-CN" altLang="en-US"/>
          </a:p>
        </p:txBody>
      </p:sp>
      <p:sp>
        <p:nvSpPr>
          <p:cNvPr id="7" name="灯片编号占位符 6"/>
          <p:cNvSpPr>
            <a:spLocks noGrp="1"/>
          </p:cNvSpPr>
          <p:nvPr>
            <p:ph type="sldNum" sz="quarter" idx="5"/>
          </p:nvPr>
        </p:nvSpPr>
        <p:spPr>
          <a:xfrm>
            <a:off x="4021294" y="9721106"/>
            <a:ext cx="3076363" cy="511731"/>
          </a:xfrm>
          <a:prstGeom prst="rect">
            <a:avLst/>
          </a:prstGeom>
        </p:spPr>
        <p:txBody>
          <a:bodyPr vert="horz" lIns="99048" tIns="49524" rIns="99048" bIns="49524" rtlCol="0" anchor="b"/>
          <a:lstStyle>
            <a:lvl1pPr algn="r">
              <a:defRPr sz="1300">
                <a:ea typeface="宋体" charset="-122"/>
              </a:defRPr>
            </a:lvl1pPr>
          </a:lstStyle>
          <a:p>
            <a:pPr>
              <a:defRPr/>
            </a:pPr>
            <a:fld id="{8E0EE677-867B-47A8-8A3F-CB96BBD465DB}" type="slidenum">
              <a:rPr lang="zh-CN" altLang="en-US"/>
              <a:pPr>
                <a:defRPr/>
              </a:pPr>
              <a:t>‹#›</a:t>
            </a:fld>
            <a:endParaRPr lang="zh-CN" altLang="en-US"/>
          </a:p>
        </p:txBody>
      </p:sp>
    </p:spTree>
    <p:extLst>
      <p:ext uri="{BB962C8B-B14F-4D97-AF65-F5344CB8AC3E}">
        <p14:creationId xmlns:p14="http://schemas.microsoft.com/office/powerpoint/2010/main" val="1653292654"/>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mn-lt"/>
        <a:ea typeface="+mn-ea"/>
        <a:cs typeface="+mn-cs"/>
      </a:defRPr>
    </a:lvl1pPr>
    <a:lvl2pPr marL="457200" algn="l" rtl="0" eaLnBrk="0" fontAlgn="base" hangingPunct="0">
      <a:spcBef>
        <a:spcPct val="30000"/>
      </a:spcBef>
      <a:spcAft>
        <a:spcPct val="0"/>
      </a:spcAft>
      <a:defRPr sz="1200" kern="1200">
        <a:solidFill>
          <a:schemeClr val="tx1"/>
        </a:solidFill>
        <a:latin typeface="+mn-lt"/>
        <a:ea typeface="+mn-ea"/>
        <a:cs typeface="+mn-cs"/>
      </a:defRPr>
    </a:lvl2pPr>
    <a:lvl3pPr marL="914400" algn="l" rtl="0" eaLnBrk="0" fontAlgn="base" hangingPunct="0">
      <a:spcBef>
        <a:spcPct val="30000"/>
      </a:spcBef>
      <a:spcAft>
        <a:spcPct val="0"/>
      </a:spcAft>
      <a:defRPr sz="1200" kern="1200">
        <a:solidFill>
          <a:schemeClr val="tx1"/>
        </a:solidFill>
        <a:latin typeface="+mn-lt"/>
        <a:ea typeface="+mn-ea"/>
        <a:cs typeface="+mn-cs"/>
      </a:defRPr>
    </a:lvl3pPr>
    <a:lvl4pPr marL="1371600" algn="l" rtl="0" eaLnBrk="0" fontAlgn="base" hangingPunct="0">
      <a:spcBef>
        <a:spcPct val="30000"/>
      </a:spcBef>
      <a:spcAft>
        <a:spcPct val="0"/>
      </a:spcAft>
      <a:defRPr sz="1200" kern="1200">
        <a:solidFill>
          <a:schemeClr val="tx1"/>
        </a:solidFill>
        <a:latin typeface="+mn-lt"/>
        <a:ea typeface="+mn-ea"/>
        <a:cs typeface="+mn-cs"/>
      </a:defRPr>
    </a:lvl4pPr>
    <a:lvl5pPr marL="1828800" algn="l" rtl="0" eaLnBrk="0" fontAlgn="base" hangingPunct="0">
      <a:spcBef>
        <a:spcPct val="30000"/>
      </a:spcBef>
      <a:spcAft>
        <a:spcPct val="0"/>
      </a:spcAft>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3666" name="幻灯片图像占位符 1"/>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13667" name="备注占位符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pPr eaLnBrk="1" hangingPunct="1"/>
            <a:endParaRPr lang="zh-CN" altLang="en-US" smtClean="0"/>
          </a:p>
        </p:txBody>
      </p:sp>
      <p:sp>
        <p:nvSpPr>
          <p:cNvPr id="113668" name="灯片编号占位符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eaLnBrk="0" hangingPunct="0">
              <a:spcBef>
                <a:spcPct val="30000"/>
              </a:spcBef>
              <a:defRPr sz="1300">
                <a:solidFill>
                  <a:schemeClr val="tx1"/>
                </a:solidFill>
                <a:latin typeface="Calibri" pitchFamily="34" charset="0"/>
                <a:ea typeface="宋体" pitchFamily="2" charset="-122"/>
              </a:defRPr>
            </a:lvl1pPr>
            <a:lvl2pPr marL="804763" indent="-309524" eaLnBrk="0" hangingPunct="0">
              <a:spcBef>
                <a:spcPct val="30000"/>
              </a:spcBef>
              <a:defRPr sz="1300">
                <a:solidFill>
                  <a:schemeClr val="tx1"/>
                </a:solidFill>
                <a:latin typeface="Calibri" pitchFamily="34" charset="0"/>
                <a:ea typeface="宋体" pitchFamily="2" charset="-122"/>
              </a:defRPr>
            </a:lvl2pPr>
            <a:lvl3pPr marL="1238098" indent="-247620" eaLnBrk="0" hangingPunct="0">
              <a:spcBef>
                <a:spcPct val="30000"/>
              </a:spcBef>
              <a:defRPr sz="1300">
                <a:solidFill>
                  <a:schemeClr val="tx1"/>
                </a:solidFill>
                <a:latin typeface="Calibri" pitchFamily="34" charset="0"/>
                <a:ea typeface="宋体" pitchFamily="2" charset="-122"/>
              </a:defRPr>
            </a:lvl3pPr>
            <a:lvl4pPr marL="1733337" indent="-247620" eaLnBrk="0" hangingPunct="0">
              <a:spcBef>
                <a:spcPct val="30000"/>
              </a:spcBef>
              <a:defRPr sz="1300">
                <a:solidFill>
                  <a:schemeClr val="tx1"/>
                </a:solidFill>
                <a:latin typeface="Calibri" pitchFamily="34" charset="0"/>
                <a:ea typeface="宋体" pitchFamily="2" charset="-122"/>
              </a:defRPr>
            </a:lvl4pPr>
            <a:lvl5pPr marL="2228576" indent="-247620" eaLnBrk="0" hangingPunct="0">
              <a:spcBef>
                <a:spcPct val="30000"/>
              </a:spcBef>
              <a:defRPr sz="1300">
                <a:solidFill>
                  <a:schemeClr val="tx1"/>
                </a:solidFill>
                <a:latin typeface="Calibri" pitchFamily="34" charset="0"/>
                <a:ea typeface="宋体" pitchFamily="2" charset="-122"/>
              </a:defRPr>
            </a:lvl5pPr>
            <a:lvl6pPr marL="2723815" indent="-247620" eaLnBrk="0" fontAlgn="base" hangingPunct="0">
              <a:spcBef>
                <a:spcPct val="30000"/>
              </a:spcBef>
              <a:spcAft>
                <a:spcPct val="0"/>
              </a:spcAft>
              <a:defRPr sz="1300">
                <a:solidFill>
                  <a:schemeClr val="tx1"/>
                </a:solidFill>
                <a:latin typeface="Calibri" pitchFamily="34" charset="0"/>
                <a:ea typeface="宋体" pitchFamily="2" charset="-122"/>
              </a:defRPr>
            </a:lvl6pPr>
            <a:lvl7pPr marL="3219054" indent="-247620" eaLnBrk="0" fontAlgn="base" hangingPunct="0">
              <a:spcBef>
                <a:spcPct val="30000"/>
              </a:spcBef>
              <a:spcAft>
                <a:spcPct val="0"/>
              </a:spcAft>
              <a:defRPr sz="1300">
                <a:solidFill>
                  <a:schemeClr val="tx1"/>
                </a:solidFill>
                <a:latin typeface="Calibri" pitchFamily="34" charset="0"/>
                <a:ea typeface="宋体" pitchFamily="2" charset="-122"/>
              </a:defRPr>
            </a:lvl7pPr>
            <a:lvl8pPr marL="3714293" indent="-247620" eaLnBrk="0" fontAlgn="base" hangingPunct="0">
              <a:spcBef>
                <a:spcPct val="30000"/>
              </a:spcBef>
              <a:spcAft>
                <a:spcPct val="0"/>
              </a:spcAft>
              <a:defRPr sz="1300">
                <a:solidFill>
                  <a:schemeClr val="tx1"/>
                </a:solidFill>
                <a:latin typeface="Calibri" pitchFamily="34" charset="0"/>
                <a:ea typeface="宋体" pitchFamily="2" charset="-122"/>
              </a:defRPr>
            </a:lvl8pPr>
            <a:lvl9pPr marL="4209532" indent="-247620" eaLnBrk="0" fontAlgn="base" hangingPunct="0">
              <a:spcBef>
                <a:spcPct val="30000"/>
              </a:spcBef>
              <a:spcAft>
                <a:spcPct val="0"/>
              </a:spcAft>
              <a:defRPr sz="1300">
                <a:solidFill>
                  <a:schemeClr val="tx1"/>
                </a:solidFill>
                <a:latin typeface="Calibri" pitchFamily="34" charset="0"/>
                <a:ea typeface="宋体" pitchFamily="2" charset="-122"/>
              </a:defRPr>
            </a:lvl9pPr>
          </a:lstStyle>
          <a:p>
            <a:pPr eaLnBrk="1" hangingPunct="1">
              <a:spcBef>
                <a:spcPct val="0"/>
              </a:spcBef>
            </a:pPr>
            <a:fld id="{DF15F7B3-B570-48C0-AC2F-4A6689475CF7}" type="slidenum">
              <a:rPr lang="zh-CN" altLang="en-US" smtClean="0"/>
              <a:pPr eaLnBrk="1" hangingPunct="1">
                <a:spcBef>
                  <a:spcPct val="0"/>
                </a:spcBef>
              </a:pPr>
              <a:t>2</a:t>
            </a:fld>
            <a:endParaRPr lang="zh-CN" altLang="en-US" smtClean="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690" name="幻灯片图像占位符 1"/>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14691" name="备注占位符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pPr eaLnBrk="1" hangingPunct="1">
              <a:spcBef>
                <a:spcPct val="0"/>
              </a:spcBef>
            </a:pPr>
            <a:endParaRPr lang="zh-CN" altLang="en-US" dirty="0" smtClean="0"/>
          </a:p>
        </p:txBody>
      </p:sp>
      <p:sp>
        <p:nvSpPr>
          <p:cNvPr id="114692" name="灯片编号占位符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eaLnBrk="0" hangingPunct="0">
              <a:spcBef>
                <a:spcPct val="30000"/>
              </a:spcBef>
              <a:defRPr sz="1300">
                <a:solidFill>
                  <a:schemeClr val="tx1"/>
                </a:solidFill>
                <a:latin typeface="Calibri" pitchFamily="34" charset="0"/>
                <a:ea typeface="宋体" pitchFamily="2" charset="-122"/>
              </a:defRPr>
            </a:lvl1pPr>
            <a:lvl2pPr marL="804763" indent="-309524" eaLnBrk="0" hangingPunct="0">
              <a:spcBef>
                <a:spcPct val="30000"/>
              </a:spcBef>
              <a:defRPr sz="1300">
                <a:solidFill>
                  <a:schemeClr val="tx1"/>
                </a:solidFill>
                <a:latin typeface="Calibri" pitchFamily="34" charset="0"/>
                <a:ea typeface="宋体" pitchFamily="2" charset="-122"/>
              </a:defRPr>
            </a:lvl2pPr>
            <a:lvl3pPr marL="1238098" indent="-247620" eaLnBrk="0" hangingPunct="0">
              <a:spcBef>
                <a:spcPct val="30000"/>
              </a:spcBef>
              <a:defRPr sz="1300">
                <a:solidFill>
                  <a:schemeClr val="tx1"/>
                </a:solidFill>
                <a:latin typeface="Calibri" pitchFamily="34" charset="0"/>
                <a:ea typeface="宋体" pitchFamily="2" charset="-122"/>
              </a:defRPr>
            </a:lvl3pPr>
            <a:lvl4pPr marL="1733337" indent="-247620" eaLnBrk="0" hangingPunct="0">
              <a:spcBef>
                <a:spcPct val="30000"/>
              </a:spcBef>
              <a:defRPr sz="1300">
                <a:solidFill>
                  <a:schemeClr val="tx1"/>
                </a:solidFill>
                <a:latin typeface="Calibri" pitchFamily="34" charset="0"/>
                <a:ea typeface="宋体" pitchFamily="2" charset="-122"/>
              </a:defRPr>
            </a:lvl4pPr>
            <a:lvl5pPr marL="2228576" indent="-247620" eaLnBrk="0" hangingPunct="0">
              <a:spcBef>
                <a:spcPct val="30000"/>
              </a:spcBef>
              <a:defRPr sz="1300">
                <a:solidFill>
                  <a:schemeClr val="tx1"/>
                </a:solidFill>
                <a:latin typeface="Calibri" pitchFamily="34" charset="0"/>
                <a:ea typeface="宋体" pitchFamily="2" charset="-122"/>
              </a:defRPr>
            </a:lvl5pPr>
            <a:lvl6pPr marL="2723815" indent="-247620" eaLnBrk="0" fontAlgn="base" hangingPunct="0">
              <a:spcBef>
                <a:spcPct val="30000"/>
              </a:spcBef>
              <a:spcAft>
                <a:spcPct val="0"/>
              </a:spcAft>
              <a:defRPr sz="1300">
                <a:solidFill>
                  <a:schemeClr val="tx1"/>
                </a:solidFill>
                <a:latin typeface="Calibri" pitchFamily="34" charset="0"/>
                <a:ea typeface="宋体" pitchFamily="2" charset="-122"/>
              </a:defRPr>
            </a:lvl6pPr>
            <a:lvl7pPr marL="3219054" indent="-247620" eaLnBrk="0" fontAlgn="base" hangingPunct="0">
              <a:spcBef>
                <a:spcPct val="30000"/>
              </a:spcBef>
              <a:spcAft>
                <a:spcPct val="0"/>
              </a:spcAft>
              <a:defRPr sz="1300">
                <a:solidFill>
                  <a:schemeClr val="tx1"/>
                </a:solidFill>
                <a:latin typeface="Calibri" pitchFamily="34" charset="0"/>
                <a:ea typeface="宋体" pitchFamily="2" charset="-122"/>
              </a:defRPr>
            </a:lvl7pPr>
            <a:lvl8pPr marL="3714293" indent="-247620" eaLnBrk="0" fontAlgn="base" hangingPunct="0">
              <a:spcBef>
                <a:spcPct val="30000"/>
              </a:spcBef>
              <a:spcAft>
                <a:spcPct val="0"/>
              </a:spcAft>
              <a:defRPr sz="1300">
                <a:solidFill>
                  <a:schemeClr val="tx1"/>
                </a:solidFill>
                <a:latin typeface="Calibri" pitchFamily="34" charset="0"/>
                <a:ea typeface="宋体" pitchFamily="2" charset="-122"/>
              </a:defRPr>
            </a:lvl8pPr>
            <a:lvl9pPr marL="4209532" indent="-247620" eaLnBrk="0" fontAlgn="base" hangingPunct="0">
              <a:spcBef>
                <a:spcPct val="30000"/>
              </a:spcBef>
              <a:spcAft>
                <a:spcPct val="0"/>
              </a:spcAft>
              <a:defRPr sz="1300">
                <a:solidFill>
                  <a:schemeClr val="tx1"/>
                </a:solidFill>
                <a:latin typeface="Calibri" pitchFamily="34" charset="0"/>
                <a:ea typeface="宋体" pitchFamily="2" charset="-122"/>
              </a:defRPr>
            </a:lvl9pPr>
          </a:lstStyle>
          <a:p>
            <a:pPr eaLnBrk="1" hangingPunct="1">
              <a:spcBef>
                <a:spcPct val="0"/>
              </a:spcBef>
            </a:pPr>
            <a:fld id="{DC0BE925-8979-4974-954C-7B4E9C53B9BD}" type="slidenum">
              <a:rPr lang="zh-CN" altLang="en-US" smtClean="0"/>
              <a:pPr eaLnBrk="1" hangingPunct="1">
                <a:spcBef>
                  <a:spcPct val="0"/>
                </a:spcBef>
              </a:pPr>
              <a:t>3</a:t>
            </a:fld>
            <a:endParaRPr lang="zh-CN" altLang="en-US" smtClean="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690" name="幻灯片图像占位符 1"/>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14691" name="备注占位符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pPr eaLnBrk="1" hangingPunct="1">
              <a:spcBef>
                <a:spcPct val="0"/>
              </a:spcBef>
            </a:pPr>
            <a:r>
              <a:rPr lang="zh-CN" altLang="en-US" dirty="0" smtClean="0"/>
              <a:t>一条总线段上可能连接有多个主设备，其都有能力主动发起通信，但某一时刻，一条总线段上只能有一个主设备掌管其总线的通信权，当有一个以上设备企图同时占有总线时，就可能发生冲突。</a:t>
            </a:r>
          </a:p>
        </p:txBody>
      </p:sp>
      <p:sp>
        <p:nvSpPr>
          <p:cNvPr id="114692" name="灯片编号占位符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eaLnBrk="0" hangingPunct="0">
              <a:spcBef>
                <a:spcPct val="30000"/>
              </a:spcBef>
              <a:defRPr sz="1300">
                <a:solidFill>
                  <a:schemeClr val="tx1"/>
                </a:solidFill>
                <a:latin typeface="Calibri" pitchFamily="34" charset="0"/>
                <a:ea typeface="宋体" pitchFamily="2" charset="-122"/>
              </a:defRPr>
            </a:lvl1pPr>
            <a:lvl2pPr marL="804763" indent="-309524" eaLnBrk="0" hangingPunct="0">
              <a:spcBef>
                <a:spcPct val="30000"/>
              </a:spcBef>
              <a:defRPr sz="1300">
                <a:solidFill>
                  <a:schemeClr val="tx1"/>
                </a:solidFill>
                <a:latin typeface="Calibri" pitchFamily="34" charset="0"/>
                <a:ea typeface="宋体" pitchFamily="2" charset="-122"/>
              </a:defRPr>
            </a:lvl2pPr>
            <a:lvl3pPr marL="1238098" indent="-247620" eaLnBrk="0" hangingPunct="0">
              <a:spcBef>
                <a:spcPct val="30000"/>
              </a:spcBef>
              <a:defRPr sz="1300">
                <a:solidFill>
                  <a:schemeClr val="tx1"/>
                </a:solidFill>
                <a:latin typeface="Calibri" pitchFamily="34" charset="0"/>
                <a:ea typeface="宋体" pitchFamily="2" charset="-122"/>
              </a:defRPr>
            </a:lvl3pPr>
            <a:lvl4pPr marL="1733337" indent="-247620" eaLnBrk="0" hangingPunct="0">
              <a:spcBef>
                <a:spcPct val="30000"/>
              </a:spcBef>
              <a:defRPr sz="1300">
                <a:solidFill>
                  <a:schemeClr val="tx1"/>
                </a:solidFill>
                <a:latin typeface="Calibri" pitchFamily="34" charset="0"/>
                <a:ea typeface="宋体" pitchFamily="2" charset="-122"/>
              </a:defRPr>
            </a:lvl4pPr>
            <a:lvl5pPr marL="2228576" indent="-247620" eaLnBrk="0" hangingPunct="0">
              <a:spcBef>
                <a:spcPct val="30000"/>
              </a:spcBef>
              <a:defRPr sz="1300">
                <a:solidFill>
                  <a:schemeClr val="tx1"/>
                </a:solidFill>
                <a:latin typeface="Calibri" pitchFamily="34" charset="0"/>
                <a:ea typeface="宋体" pitchFamily="2" charset="-122"/>
              </a:defRPr>
            </a:lvl5pPr>
            <a:lvl6pPr marL="2723815" indent="-247620" eaLnBrk="0" fontAlgn="base" hangingPunct="0">
              <a:spcBef>
                <a:spcPct val="30000"/>
              </a:spcBef>
              <a:spcAft>
                <a:spcPct val="0"/>
              </a:spcAft>
              <a:defRPr sz="1300">
                <a:solidFill>
                  <a:schemeClr val="tx1"/>
                </a:solidFill>
                <a:latin typeface="Calibri" pitchFamily="34" charset="0"/>
                <a:ea typeface="宋体" pitchFamily="2" charset="-122"/>
              </a:defRPr>
            </a:lvl6pPr>
            <a:lvl7pPr marL="3219054" indent="-247620" eaLnBrk="0" fontAlgn="base" hangingPunct="0">
              <a:spcBef>
                <a:spcPct val="30000"/>
              </a:spcBef>
              <a:spcAft>
                <a:spcPct val="0"/>
              </a:spcAft>
              <a:defRPr sz="1300">
                <a:solidFill>
                  <a:schemeClr val="tx1"/>
                </a:solidFill>
                <a:latin typeface="Calibri" pitchFamily="34" charset="0"/>
                <a:ea typeface="宋体" pitchFamily="2" charset="-122"/>
              </a:defRPr>
            </a:lvl7pPr>
            <a:lvl8pPr marL="3714293" indent="-247620" eaLnBrk="0" fontAlgn="base" hangingPunct="0">
              <a:spcBef>
                <a:spcPct val="30000"/>
              </a:spcBef>
              <a:spcAft>
                <a:spcPct val="0"/>
              </a:spcAft>
              <a:defRPr sz="1300">
                <a:solidFill>
                  <a:schemeClr val="tx1"/>
                </a:solidFill>
                <a:latin typeface="Calibri" pitchFamily="34" charset="0"/>
                <a:ea typeface="宋体" pitchFamily="2" charset="-122"/>
              </a:defRPr>
            </a:lvl8pPr>
            <a:lvl9pPr marL="4209532" indent="-247620" eaLnBrk="0" fontAlgn="base" hangingPunct="0">
              <a:spcBef>
                <a:spcPct val="30000"/>
              </a:spcBef>
              <a:spcAft>
                <a:spcPct val="0"/>
              </a:spcAft>
              <a:defRPr sz="1300">
                <a:solidFill>
                  <a:schemeClr val="tx1"/>
                </a:solidFill>
                <a:latin typeface="Calibri" pitchFamily="34" charset="0"/>
                <a:ea typeface="宋体" pitchFamily="2" charset="-122"/>
              </a:defRPr>
            </a:lvl9pPr>
          </a:lstStyle>
          <a:p>
            <a:pPr eaLnBrk="1" hangingPunct="1">
              <a:spcBef>
                <a:spcPct val="0"/>
              </a:spcBef>
            </a:pPr>
            <a:fld id="{DC0BE925-8979-4974-954C-7B4E9C53B9BD}" type="slidenum">
              <a:rPr lang="zh-CN" altLang="en-US" smtClean="0"/>
              <a:pPr eaLnBrk="1" hangingPunct="1">
                <a:spcBef>
                  <a:spcPct val="0"/>
                </a:spcBef>
              </a:pPr>
              <a:t>4</a:t>
            </a:fld>
            <a:endParaRPr lang="zh-CN" altLang="en-US" smtClean="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6738" name="幻灯片图像占位符 1"/>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16739" name="备注占位符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pPr eaLnBrk="1" hangingPunct="1"/>
            <a:endParaRPr lang="zh-CN" altLang="en-US" smtClean="0"/>
          </a:p>
        </p:txBody>
      </p:sp>
      <p:sp>
        <p:nvSpPr>
          <p:cNvPr id="116740" name="灯片编号占位符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eaLnBrk="0" hangingPunct="0">
              <a:spcBef>
                <a:spcPct val="30000"/>
              </a:spcBef>
              <a:defRPr sz="1300">
                <a:solidFill>
                  <a:schemeClr val="tx1"/>
                </a:solidFill>
                <a:latin typeface="Calibri" pitchFamily="34" charset="0"/>
                <a:ea typeface="宋体" pitchFamily="2" charset="-122"/>
              </a:defRPr>
            </a:lvl1pPr>
            <a:lvl2pPr marL="804763" indent="-309524" eaLnBrk="0" hangingPunct="0">
              <a:spcBef>
                <a:spcPct val="30000"/>
              </a:spcBef>
              <a:defRPr sz="1300">
                <a:solidFill>
                  <a:schemeClr val="tx1"/>
                </a:solidFill>
                <a:latin typeface="Calibri" pitchFamily="34" charset="0"/>
                <a:ea typeface="宋体" pitchFamily="2" charset="-122"/>
              </a:defRPr>
            </a:lvl2pPr>
            <a:lvl3pPr marL="1238098" indent="-247620" eaLnBrk="0" hangingPunct="0">
              <a:spcBef>
                <a:spcPct val="30000"/>
              </a:spcBef>
              <a:defRPr sz="1300">
                <a:solidFill>
                  <a:schemeClr val="tx1"/>
                </a:solidFill>
                <a:latin typeface="Calibri" pitchFamily="34" charset="0"/>
                <a:ea typeface="宋体" pitchFamily="2" charset="-122"/>
              </a:defRPr>
            </a:lvl3pPr>
            <a:lvl4pPr marL="1733337" indent="-247620" eaLnBrk="0" hangingPunct="0">
              <a:spcBef>
                <a:spcPct val="30000"/>
              </a:spcBef>
              <a:defRPr sz="1300">
                <a:solidFill>
                  <a:schemeClr val="tx1"/>
                </a:solidFill>
                <a:latin typeface="Calibri" pitchFamily="34" charset="0"/>
                <a:ea typeface="宋体" pitchFamily="2" charset="-122"/>
              </a:defRPr>
            </a:lvl4pPr>
            <a:lvl5pPr marL="2228576" indent="-247620" eaLnBrk="0" hangingPunct="0">
              <a:spcBef>
                <a:spcPct val="30000"/>
              </a:spcBef>
              <a:defRPr sz="1300">
                <a:solidFill>
                  <a:schemeClr val="tx1"/>
                </a:solidFill>
                <a:latin typeface="Calibri" pitchFamily="34" charset="0"/>
                <a:ea typeface="宋体" pitchFamily="2" charset="-122"/>
              </a:defRPr>
            </a:lvl5pPr>
            <a:lvl6pPr marL="2723815" indent="-247620" eaLnBrk="0" fontAlgn="base" hangingPunct="0">
              <a:spcBef>
                <a:spcPct val="30000"/>
              </a:spcBef>
              <a:spcAft>
                <a:spcPct val="0"/>
              </a:spcAft>
              <a:defRPr sz="1300">
                <a:solidFill>
                  <a:schemeClr val="tx1"/>
                </a:solidFill>
                <a:latin typeface="Calibri" pitchFamily="34" charset="0"/>
                <a:ea typeface="宋体" pitchFamily="2" charset="-122"/>
              </a:defRPr>
            </a:lvl6pPr>
            <a:lvl7pPr marL="3219054" indent="-247620" eaLnBrk="0" fontAlgn="base" hangingPunct="0">
              <a:spcBef>
                <a:spcPct val="30000"/>
              </a:spcBef>
              <a:spcAft>
                <a:spcPct val="0"/>
              </a:spcAft>
              <a:defRPr sz="1300">
                <a:solidFill>
                  <a:schemeClr val="tx1"/>
                </a:solidFill>
                <a:latin typeface="Calibri" pitchFamily="34" charset="0"/>
                <a:ea typeface="宋体" pitchFamily="2" charset="-122"/>
              </a:defRPr>
            </a:lvl7pPr>
            <a:lvl8pPr marL="3714293" indent="-247620" eaLnBrk="0" fontAlgn="base" hangingPunct="0">
              <a:spcBef>
                <a:spcPct val="30000"/>
              </a:spcBef>
              <a:spcAft>
                <a:spcPct val="0"/>
              </a:spcAft>
              <a:defRPr sz="1300">
                <a:solidFill>
                  <a:schemeClr val="tx1"/>
                </a:solidFill>
                <a:latin typeface="Calibri" pitchFamily="34" charset="0"/>
                <a:ea typeface="宋体" pitchFamily="2" charset="-122"/>
              </a:defRPr>
            </a:lvl8pPr>
            <a:lvl9pPr marL="4209532" indent="-247620" eaLnBrk="0" fontAlgn="base" hangingPunct="0">
              <a:spcBef>
                <a:spcPct val="30000"/>
              </a:spcBef>
              <a:spcAft>
                <a:spcPct val="0"/>
              </a:spcAft>
              <a:defRPr sz="1300">
                <a:solidFill>
                  <a:schemeClr val="tx1"/>
                </a:solidFill>
                <a:latin typeface="Calibri" pitchFamily="34" charset="0"/>
                <a:ea typeface="宋体" pitchFamily="2" charset="-122"/>
              </a:defRPr>
            </a:lvl9pPr>
          </a:lstStyle>
          <a:p>
            <a:pPr eaLnBrk="1" hangingPunct="1">
              <a:spcBef>
                <a:spcPct val="0"/>
              </a:spcBef>
            </a:pPr>
            <a:fld id="{340FC221-3B6C-45F5-BED8-34612B323B97}" type="slidenum">
              <a:rPr lang="zh-CN" altLang="en-US" smtClean="0"/>
              <a:pPr eaLnBrk="1" hangingPunct="1">
                <a:spcBef>
                  <a:spcPct val="0"/>
                </a:spcBef>
              </a:pPr>
              <a:t>6</a:t>
            </a:fld>
            <a:endParaRPr lang="zh-CN" altLang="en-US" smtClean="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7762" name="幻灯片图像占位符 1"/>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17763" name="备注占位符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pPr eaLnBrk="1" hangingPunct="1"/>
            <a:endParaRPr lang="zh-CN" altLang="en-US" smtClean="0"/>
          </a:p>
        </p:txBody>
      </p:sp>
      <p:sp>
        <p:nvSpPr>
          <p:cNvPr id="117764" name="灯片编号占位符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eaLnBrk="0" hangingPunct="0">
              <a:spcBef>
                <a:spcPct val="30000"/>
              </a:spcBef>
              <a:defRPr sz="1300">
                <a:solidFill>
                  <a:schemeClr val="tx1"/>
                </a:solidFill>
                <a:latin typeface="Calibri" pitchFamily="34" charset="0"/>
                <a:ea typeface="宋体" pitchFamily="2" charset="-122"/>
              </a:defRPr>
            </a:lvl1pPr>
            <a:lvl2pPr marL="804763" indent="-309524" eaLnBrk="0" hangingPunct="0">
              <a:spcBef>
                <a:spcPct val="30000"/>
              </a:spcBef>
              <a:defRPr sz="1300">
                <a:solidFill>
                  <a:schemeClr val="tx1"/>
                </a:solidFill>
                <a:latin typeface="Calibri" pitchFamily="34" charset="0"/>
                <a:ea typeface="宋体" pitchFamily="2" charset="-122"/>
              </a:defRPr>
            </a:lvl2pPr>
            <a:lvl3pPr marL="1238098" indent="-247620" eaLnBrk="0" hangingPunct="0">
              <a:spcBef>
                <a:spcPct val="30000"/>
              </a:spcBef>
              <a:defRPr sz="1300">
                <a:solidFill>
                  <a:schemeClr val="tx1"/>
                </a:solidFill>
                <a:latin typeface="Calibri" pitchFamily="34" charset="0"/>
                <a:ea typeface="宋体" pitchFamily="2" charset="-122"/>
              </a:defRPr>
            </a:lvl3pPr>
            <a:lvl4pPr marL="1733337" indent="-247620" eaLnBrk="0" hangingPunct="0">
              <a:spcBef>
                <a:spcPct val="30000"/>
              </a:spcBef>
              <a:defRPr sz="1300">
                <a:solidFill>
                  <a:schemeClr val="tx1"/>
                </a:solidFill>
                <a:latin typeface="Calibri" pitchFamily="34" charset="0"/>
                <a:ea typeface="宋体" pitchFamily="2" charset="-122"/>
              </a:defRPr>
            </a:lvl4pPr>
            <a:lvl5pPr marL="2228576" indent="-247620" eaLnBrk="0" hangingPunct="0">
              <a:spcBef>
                <a:spcPct val="30000"/>
              </a:spcBef>
              <a:defRPr sz="1300">
                <a:solidFill>
                  <a:schemeClr val="tx1"/>
                </a:solidFill>
                <a:latin typeface="Calibri" pitchFamily="34" charset="0"/>
                <a:ea typeface="宋体" pitchFamily="2" charset="-122"/>
              </a:defRPr>
            </a:lvl5pPr>
            <a:lvl6pPr marL="2723815" indent="-247620" eaLnBrk="0" fontAlgn="base" hangingPunct="0">
              <a:spcBef>
                <a:spcPct val="30000"/>
              </a:spcBef>
              <a:spcAft>
                <a:spcPct val="0"/>
              </a:spcAft>
              <a:defRPr sz="1300">
                <a:solidFill>
                  <a:schemeClr val="tx1"/>
                </a:solidFill>
                <a:latin typeface="Calibri" pitchFamily="34" charset="0"/>
                <a:ea typeface="宋体" pitchFamily="2" charset="-122"/>
              </a:defRPr>
            </a:lvl6pPr>
            <a:lvl7pPr marL="3219054" indent="-247620" eaLnBrk="0" fontAlgn="base" hangingPunct="0">
              <a:spcBef>
                <a:spcPct val="30000"/>
              </a:spcBef>
              <a:spcAft>
                <a:spcPct val="0"/>
              </a:spcAft>
              <a:defRPr sz="1300">
                <a:solidFill>
                  <a:schemeClr val="tx1"/>
                </a:solidFill>
                <a:latin typeface="Calibri" pitchFamily="34" charset="0"/>
                <a:ea typeface="宋体" pitchFamily="2" charset="-122"/>
              </a:defRPr>
            </a:lvl7pPr>
            <a:lvl8pPr marL="3714293" indent="-247620" eaLnBrk="0" fontAlgn="base" hangingPunct="0">
              <a:spcBef>
                <a:spcPct val="30000"/>
              </a:spcBef>
              <a:spcAft>
                <a:spcPct val="0"/>
              </a:spcAft>
              <a:defRPr sz="1300">
                <a:solidFill>
                  <a:schemeClr val="tx1"/>
                </a:solidFill>
                <a:latin typeface="Calibri" pitchFamily="34" charset="0"/>
                <a:ea typeface="宋体" pitchFamily="2" charset="-122"/>
              </a:defRPr>
            </a:lvl8pPr>
            <a:lvl9pPr marL="4209532" indent="-247620" eaLnBrk="0" fontAlgn="base" hangingPunct="0">
              <a:spcBef>
                <a:spcPct val="30000"/>
              </a:spcBef>
              <a:spcAft>
                <a:spcPct val="0"/>
              </a:spcAft>
              <a:defRPr sz="1300">
                <a:solidFill>
                  <a:schemeClr val="tx1"/>
                </a:solidFill>
                <a:latin typeface="Calibri" pitchFamily="34" charset="0"/>
                <a:ea typeface="宋体" pitchFamily="2" charset="-122"/>
              </a:defRPr>
            </a:lvl9pPr>
          </a:lstStyle>
          <a:p>
            <a:pPr eaLnBrk="1" hangingPunct="1">
              <a:spcBef>
                <a:spcPct val="0"/>
              </a:spcBef>
            </a:pPr>
            <a:fld id="{C07C2072-513C-42B8-B222-194CC4DE762F}" type="slidenum">
              <a:rPr lang="zh-CN" altLang="en-US" smtClean="0"/>
              <a:pPr eaLnBrk="1" hangingPunct="1">
                <a:spcBef>
                  <a:spcPct val="0"/>
                </a:spcBef>
              </a:pPr>
              <a:t>9</a:t>
            </a:fld>
            <a:endParaRPr lang="zh-CN" altLang="en-US" smtClean="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786" name="幻灯片图像占位符 1"/>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18787" name="备注占位符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pPr eaLnBrk="1" hangingPunct="1"/>
            <a:endParaRPr lang="zh-CN" altLang="en-US" smtClean="0"/>
          </a:p>
        </p:txBody>
      </p:sp>
      <p:sp>
        <p:nvSpPr>
          <p:cNvPr id="118788" name="灯片编号占位符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eaLnBrk="0" hangingPunct="0">
              <a:spcBef>
                <a:spcPct val="30000"/>
              </a:spcBef>
              <a:defRPr sz="1300">
                <a:solidFill>
                  <a:schemeClr val="tx1"/>
                </a:solidFill>
                <a:latin typeface="Calibri" pitchFamily="34" charset="0"/>
                <a:ea typeface="宋体" pitchFamily="2" charset="-122"/>
              </a:defRPr>
            </a:lvl1pPr>
            <a:lvl2pPr marL="804763" indent="-309524" eaLnBrk="0" hangingPunct="0">
              <a:spcBef>
                <a:spcPct val="30000"/>
              </a:spcBef>
              <a:defRPr sz="1300">
                <a:solidFill>
                  <a:schemeClr val="tx1"/>
                </a:solidFill>
                <a:latin typeface="Calibri" pitchFamily="34" charset="0"/>
                <a:ea typeface="宋体" pitchFamily="2" charset="-122"/>
              </a:defRPr>
            </a:lvl2pPr>
            <a:lvl3pPr marL="1238098" indent="-247620" eaLnBrk="0" hangingPunct="0">
              <a:spcBef>
                <a:spcPct val="30000"/>
              </a:spcBef>
              <a:defRPr sz="1300">
                <a:solidFill>
                  <a:schemeClr val="tx1"/>
                </a:solidFill>
                <a:latin typeface="Calibri" pitchFamily="34" charset="0"/>
                <a:ea typeface="宋体" pitchFamily="2" charset="-122"/>
              </a:defRPr>
            </a:lvl3pPr>
            <a:lvl4pPr marL="1733337" indent="-247620" eaLnBrk="0" hangingPunct="0">
              <a:spcBef>
                <a:spcPct val="30000"/>
              </a:spcBef>
              <a:defRPr sz="1300">
                <a:solidFill>
                  <a:schemeClr val="tx1"/>
                </a:solidFill>
                <a:latin typeface="Calibri" pitchFamily="34" charset="0"/>
                <a:ea typeface="宋体" pitchFamily="2" charset="-122"/>
              </a:defRPr>
            </a:lvl4pPr>
            <a:lvl5pPr marL="2228576" indent="-247620" eaLnBrk="0" hangingPunct="0">
              <a:spcBef>
                <a:spcPct val="30000"/>
              </a:spcBef>
              <a:defRPr sz="1300">
                <a:solidFill>
                  <a:schemeClr val="tx1"/>
                </a:solidFill>
                <a:latin typeface="Calibri" pitchFamily="34" charset="0"/>
                <a:ea typeface="宋体" pitchFamily="2" charset="-122"/>
              </a:defRPr>
            </a:lvl5pPr>
            <a:lvl6pPr marL="2723815" indent="-247620" eaLnBrk="0" fontAlgn="base" hangingPunct="0">
              <a:spcBef>
                <a:spcPct val="30000"/>
              </a:spcBef>
              <a:spcAft>
                <a:spcPct val="0"/>
              </a:spcAft>
              <a:defRPr sz="1300">
                <a:solidFill>
                  <a:schemeClr val="tx1"/>
                </a:solidFill>
                <a:latin typeface="Calibri" pitchFamily="34" charset="0"/>
                <a:ea typeface="宋体" pitchFamily="2" charset="-122"/>
              </a:defRPr>
            </a:lvl6pPr>
            <a:lvl7pPr marL="3219054" indent="-247620" eaLnBrk="0" fontAlgn="base" hangingPunct="0">
              <a:spcBef>
                <a:spcPct val="30000"/>
              </a:spcBef>
              <a:spcAft>
                <a:spcPct val="0"/>
              </a:spcAft>
              <a:defRPr sz="1300">
                <a:solidFill>
                  <a:schemeClr val="tx1"/>
                </a:solidFill>
                <a:latin typeface="Calibri" pitchFamily="34" charset="0"/>
                <a:ea typeface="宋体" pitchFamily="2" charset="-122"/>
              </a:defRPr>
            </a:lvl7pPr>
            <a:lvl8pPr marL="3714293" indent="-247620" eaLnBrk="0" fontAlgn="base" hangingPunct="0">
              <a:spcBef>
                <a:spcPct val="30000"/>
              </a:spcBef>
              <a:spcAft>
                <a:spcPct val="0"/>
              </a:spcAft>
              <a:defRPr sz="1300">
                <a:solidFill>
                  <a:schemeClr val="tx1"/>
                </a:solidFill>
                <a:latin typeface="Calibri" pitchFamily="34" charset="0"/>
                <a:ea typeface="宋体" pitchFamily="2" charset="-122"/>
              </a:defRPr>
            </a:lvl8pPr>
            <a:lvl9pPr marL="4209532" indent="-247620" eaLnBrk="0" fontAlgn="base" hangingPunct="0">
              <a:spcBef>
                <a:spcPct val="30000"/>
              </a:spcBef>
              <a:spcAft>
                <a:spcPct val="0"/>
              </a:spcAft>
              <a:defRPr sz="1300">
                <a:solidFill>
                  <a:schemeClr val="tx1"/>
                </a:solidFill>
                <a:latin typeface="Calibri" pitchFamily="34" charset="0"/>
                <a:ea typeface="宋体" pitchFamily="2" charset="-122"/>
              </a:defRPr>
            </a:lvl9pPr>
          </a:lstStyle>
          <a:p>
            <a:pPr eaLnBrk="1" hangingPunct="1">
              <a:spcBef>
                <a:spcPct val="0"/>
              </a:spcBef>
            </a:pPr>
            <a:fld id="{9CE0BF3A-5803-4F84-A628-0555DA9E218A}" type="slidenum">
              <a:rPr lang="zh-CN" altLang="en-US" smtClean="0"/>
              <a:pPr eaLnBrk="1" hangingPunct="1">
                <a:spcBef>
                  <a:spcPct val="0"/>
                </a:spcBef>
              </a:pPr>
              <a:t>13</a:t>
            </a:fld>
            <a:endParaRPr lang="zh-CN" altLang="en-US" smtClean="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9810" name="幻灯片图像占位符 1"/>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19811" name="备注占位符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pPr eaLnBrk="1" hangingPunct="1"/>
            <a:endParaRPr lang="zh-CN" altLang="en-US" smtClean="0"/>
          </a:p>
        </p:txBody>
      </p:sp>
      <p:sp>
        <p:nvSpPr>
          <p:cNvPr id="119812" name="灯片编号占位符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eaLnBrk="0" hangingPunct="0">
              <a:spcBef>
                <a:spcPct val="30000"/>
              </a:spcBef>
              <a:defRPr sz="1300">
                <a:solidFill>
                  <a:schemeClr val="tx1"/>
                </a:solidFill>
                <a:latin typeface="Calibri" pitchFamily="34" charset="0"/>
                <a:ea typeface="宋体" pitchFamily="2" charset="-122"/>
              </a:defRPr>
            </a:lvl1pPr>
            <a:lvl2pPr marL="804763" indent="-309524" eaLnBrk="0" hangingPunct="0">
              <a:spcBef>
                <a:spcPct val="30000"/>
              </a:spcBef>
              <a:defRPr sz="1300">
                <a:solidFill>
                  <a:schemeClr val="tx1"/>
                </a:solidFill>
                <a:latin typeface="Calibri" pitchFamily="34" charset="0"/>
                <a:ea typeface="宋体" pitchFamily="2" charset="-122"/>
              </a:defRPr>
            </a:lvl2pPr>
            <a:lvl3pPr marL="1238098" indent="-247620" eaLnBrk="0" hangingPunct="0">
              <a:spcBef>
                <a:spcPct val="30000"/>
              </a:spcBef>
              <a:defRPr sz="1300">
                <a:solidFill>
                  <a:schemeClr val="tx1"/>
                </a:solidFill>
                <a:latin typeface="Calibri" pitchFamily="34" charset="0"/>
                <a:ea typeface="宋体" pitchFamily="2" charset="-122"/>
              </a:defRPr>
            </a:lvl3pPr>
            <a:lvl4pPr marL="1733337" indent="-247620" eaLnBrk="0" hangingPunct="0">
              <a:spcBef>
                <a:spcPct val="30000"/>
              </a:spcBef>
              <a:defRPr sz="1300">
                <a:solidFill>
                  <a:schemeClr val="tx1"/>
                </a:solidFill>
                <a:latin typeface="Calibri" pitchFamily="34" charset="0"/>
                <a:ea typeface="宋体" pitchFamily="2" charset="-122"/>
              </a:defRPr>
            </a:lvl4pPr>
            <a:lvl5pPr marL="2228576" indent="-247620" eaLnBrk="0" hangingPunct="0">
              <a:spcBef>
                <a:spcPct val="30000"/>
              </a:spcBef>
              <a:defRPr sz="1300">
                <a:solidFill>
                  <a:schemeClr val="tx1"/>
                </a:solidFill>
                <a:latin typeface="Calibri" pitchFamily="34" charset="0"/>
                <a:ea typeface="宋体" pitchFamily="2" charset="-122"/>
              </a:defRPr>
            </a:lvl5pPr>
            <a:lvl6pPr marL="2723815" indent="-247620" eaLnBrk="0" fontAlgn="base" hangingPunct="0">
              <a:spcBef>
                <a:spcPct val="30000"/>
              </a:spcBef>
              <a:spcAft>
                <a:spcPct val="0"/>
              </a:spcAft>
              <a:defRPr sz="1300">
                <a:solidFill>
                  <a:schemeClr val="tx1"/>
                </a:solidFill>
                <a:latin typeface="Calibri" pitchFamily="34" charset="0"/>
                <a:ea typeface="宋体" pitchFamily="2" charset="-122"/>
              </a:defRPr>
            </a:lvl6pPr>
            <a:lvl7pPr marL="3219054" indent="-247620" eaLnBrk="0" fontAlgn="base" hangingPunct="0">
              <a:spcBef>
                <a:spcPct val="30000"/>
              </a:spcBef>
              <a:spcAft>
                <a:spcPct val="0"/>
              </a:spcAft>
              <a:defRPr sz="1300">
                <a:solidFill>
                  <a:schemeClr val="tx1"/>
                </a:solidFill>
                <a:latin typeface="Calibri" pitchFamily="34" charset="0"/>
                <a:ea typeface="宋体" pitchFamily="2" charset="-122"/>
              </a:defRPr>
            </a:lvl7pPr>
            <a:lvl8pPr marL="3714293" indent="-247620" eaLnBrk="0" fontAlgn="base" hangingPunct="0">
              <a:spcBef>
                <a:spcPct val="30000"/>
              </a:spcBef>
              <a:spcAft>
                <a:spcPct val="0"/>
              </a:spcAft>
              <a:defRPr sz="1300">
                <a:solidFill>
                  <a:schemeClr val="tx1"/>
                </a:solidFill>
                <a:latin typeface="Calibri" pitchFamily="34" charset="0"/>
                <a:ea typeface="宋体" pitchFamily="2" charset="-122"/>
              </a:defRPr>
            </a:lvl8pPr>
            <a:lvl9pPr marL="4209532" indent="-247620" eaLnBrk="0" fontAlgn="base" hangingPunct="0">
              <a:spcBef>
                <a:spcPct val="30000"/>
              </a:spcBef>
              <a:spcAft>
                <a:spcPct val="0"/>
              </a:spcAft>
              <a:defRPr sz="1300">
                <a:solidFill>
                  <a:schemeClr val="tx1"/>
                </a:solidFill>
                <a:latin typeface="Calibri" pitchFamily="34" charset="0"/>
                <a:ea typeface="宋体" pitchFamily="2" charset="-122"/>
              </a:defRPr>
            </a:lvl9pPr>
          </a:lstStyle>
          <a:p>
            <a:pPr eaLnBrk="1" hangingPunct="1">
              <a:spcBef>
                <a:spcPct val="0"/>
              </a:spcBef>
            </a:pPr>
            <a:fld id="{33C1D017-0471-4401-9F8E-6C4FC12FFA6F}" type="slidenum">
              <a:rPr lang="zh-CN" altLang="en-US" smtClean="0"/>
              <a:pPr eaLnBrk="1" hangingPunct="1">
                <a:spcBef>
                  <a:spcPct val="0"/>
                </a:spcBef>
              </a:pPr>
              <a:t>17</a:t>
            </a:fld>
            <a:endParaRPr lang="zh-CN" altLang="en-US" smtClean="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0834" name="幻灯片图像占位符 1"/>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20835" name="备注占位符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pPr eaLnBrk="1" hangingPunct="1"/>
            <a:endParaRPr lang="zh-CN" altLang="en-US" smtClean="0"/>
          </a:p>
        </p:txBody>
      </p:sp>
      <p:sp>
        <p:nvSpPr>
          <p:cNvPr id="120836" name="灯片编号占位符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eaLnBrk="0" hangingPunct="0">
              <a:spcBef>
                <a:spcPct val="30000"/>
              </a:spcBef>
              <a:defRPr sz="1300">
                <a:solidFill>
                  <a:schemeClr val="tx1"/>
                </a:solidFill>
                <a:latin typeface="Calibri" pitchFamily="34" charset="0"/>
                <a:ea typeface="宋体" pitchFamily="2" charset="-122"/>
              </a:defRPr>
            </a:lvl1pPr>
            <a:lvl2pPr marL="804763" indent="-309524" eaLnBrk="0" hangingPunct="0">
              <a:spcBef>
                <a:spcPct val="30000"/>
              </a:spcBef>
              <a:defRPr sz="1300">
                <a:solidFill>
                  <a:schemeClr val="tx1"/>
                </a:solidFill>
                <a:latin typeface="Calibri" pitchFamily="34" charset="0"/>
                <a:ea typeface="宋体" pitchFamily="2" charset="-122"/>
              </a:defRPr>
            </a:lvl2pPr>
            <a:lvl3pPr marL="1238098" indent="-247620" eaLnBrk="0" hangingPunct="0">
              <a:spcBef>
                <a:spcPct val="30000"/>
              </a:spcBef>
              <a:defRPr sz="1300">
                <a:solidFill>
                  <a:schemeClr val="tx1"/>
                </a:solidFill>
                <a:latin typeface="Calibri" pitchFamily="34" charset="0"/>
                <a:ea typeface="宋体" pitchFamily="2" charset="-122"/>
              </a:defRPr>
            </a:lvl3pPr>
            <a:lvl4pPr marL="1733337" indent="-247620" eaLnBrk="0" hangingPunct="0">
              <a:spcBef>
                <a:spcPct val="30000"/>
              </a:spcBef>
              <a:defRPr sz="1300">
                <a:solidFill>
                  <a:schemeClr val="tx1"/>
                </a:solidFill>
                <a:latin typeface="Calibri" pitchFamily="34" charset="0"/>
                <a:ea typeface="宋体" pitchFamily="2" charset="-122"/>
              </a:defRPr>
            </a:lvl4pPr>
            <a:lvl5pPr marL="2228576" indent="-247620" eaLnBrk="0" hangingPunct="0">
              <a:spcBef>
                <a:spcPct val="30000"/>
              </a:spcBef>
              <a:defRPr sz="1300">
                <a:solidFill>
                  <a:schemeClr val="tx1"/>
                </a:solidFill>
                <a:latin typeface="Calibri" pitchFamily="34" charset="0"/>
                <a:ea typeface="宋体" pitchFamily="2" charset="-122"/>
              </a:defRPr>
            </a:lvl5pPr>
            <a:lvl6pPr marL="2723815" indent="-247620" eaLnBrk="0" fontAlgn="base" hangingPunct="0">
              <a:spcBef>
                <a:spcPct val="30000"/>
              </a:spcBef>
              <a:spcAft>
                <a:spcPct val="0"/>
              </a:spcAft>
              <a:defRPr sz="1300">
                <a:solidFill>
                  <a:schemeClr val="tx1"/>
                </a:solidFill>
                <a:latin typeface="Calibri" pitchFamily="34" charset="0"/>
                <a:ea typeface="宋体" pitchFamily="2" charset="-122"/>
              </a:defRPr>
            </a:lvl6pPr>
            <a:lvl7pPr marL="3219054" indent="-247620" eaLnBrk="0" fontAlgn="base" hangingPunct="0">
              <a:spcBef>
                <a:spcPct val="30000"/>
              </a:spcBef>
              <a:spcAft>
                <a:spcPct val="0"/>
              </a:spcAft>
              <a:defRPr sz="1300">
                <a:solidFill>
                  <a:schemeClr val="tx1"/>
                </a:solidFill>
                <a:latin typeface="Calibri" pitchFamily="34" charset="0"/>
                <a:ea typeface="宋体" pitchFamily="2" charset="-122"/>
              </a:defRPr>
            </a:lvl7pPr>
            <a:lvl8pPr marL="3714293" indent="-247620" eaLnBrk="0" fontAlgn="base" hangingPunct="0">
              <a:spcBef>
                <a:spcPct val="30000"/>
              </a:spcBef>
              <a:spcAft>
                <a:spcPct val="0"/>
              </a:spcAft>
              <a:defRPr sz="1300">
                <a:solidFill>
                  <a:schemeClr val="tx1"/>
                </a:solidFill>
                <a:latin typeface="Calibri" pitchFamily="34" charset="0"/>
                <a:ea typeface="宋体" pitchFamily="2" charset="-122"/>
              </a:defRPr>
            </a:lvl8pPr>
            <a:lvl9pPr marL="4209532" indent="-247620" eaLnBrk="0" fontAlgn="base" hangingPunct="0">
              <a:spcBef>
                <a:spcPct val="30000"/>
              </a:spcBef>
              <a:spcAft>
                <a:spcPct val="0"/>
              </a:spcAft>
              <a:defRPr sz="1300">
                <a:solidFill>
                  <a:schemeClr val="tx1"/>
                </a:solidFill>
                <a:latin typeface="Calibri" pitchFamily="34" charset="0"/>
                <a:ea typeface="宋体" pitchFamily="2" charset="-122"/>
              </a:defRPr>
            </a:lvl9pPr>
          </a:lstStyle>
          <a:p>
            <a:pPr eaLnBrk="1" hangingPunct="1">
              <a:spcBef>
                <a:spcPct val="0"/>
              </a:spcBef>
            </a:pPr>
            <a:fld id="{3A2433C9-90D8-4321-B694-A67E0855D221}" type="slidenum">
              <a:rPr lang="zh-CN" altLang="en-US" smtClean="0"/>
              <a:pPr eaLnBrk="1" hangingPunct="1">
                <a:spcBef>
                  <a:spcPct val="0"/>
                </a:spcBef>
              </a:pPr>
              <a:t>19</a:t>
            </a:fld>
            <a:endParaRPr lang="zh-CN" altLang="en-US" smtClean="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1858" name="幻灯片图像占位符 1"/>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21859" name="备注占位符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pPr eaLnBrk="1" hangingPunct="1"/>
            <a:endParaRPr lang="zh-CN" altLang="en-US" smtClean="0"/>
          </a:p>
        </p:txBody>
      </p:sp>
      <p:sp>
        <p:nvSpPr>
          <p:cNvPr id="121860" name="灯片编号占位符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eaLnBrk="0" hangingPunct="0">
              <a:spcBef>
                <a:spcPct val="30000"/>
              </a:spcBef>
              <a:defRPr sz="1300">
                <a:solidFill>
                  <a:schemeClr val="tx1"/>
                </a:solidFill>
                <a:latin typeface="Calibri" pitchFamily="34" charset="0"/>
                <a:ea typeface="宋体" pitchFamily="2" charset="-122"/>
              </a:defRPr>
            </a:lvl1pPr>
            <a:lvl2pPr marL="804763" indent="-309524" eaLnBrk="0" hangingPunct="0">
              <a:spcBef>
                <a:spcPct val="30000"/>
              </a:spcBef>
              <a:defRPr sz="1300">
                <a:solidFill>
                  <a:schemeClr val="tx1"/>
                </a:solidFill>
                <a:latin typeface="Calibri" pitchFamily="34" charset="0"/>
                <a:ea typeface="宋体" pitchFamily="2" charset="-122"/>
              </a:defRPr>
            </a:lvl2pPr>
            <a:lvl3pPr marL="1238098" indent="-247620" eaLnBrk="0" hangingPunct="0">
              <a:spcBef>
                <a:spcPct val="30000"/>
              </a:spcBef>
              <a:defRPr sz="1300">
                <a:solidFill>
                  <a:schemeClr val="tx1"/>
                </a:solidFill>
                <a:latin typeface="Calibri" pitchFamily="34" charset="0"/>
                <a:ea typeface="宋体" pitchFamily="2" charset="-122"/>
              </a:defRPr>
            </a:lvl3pPr>
            <a:lvl4pPr marL="1733337" indent="-247620" eaLnBrk="0" hangingPunct="0">
              <a:spcBef>
                <a:spcPct val="30000"/>
              </a:spcBef>
              <a:defRPr sz="1300">
                <a:solidFill>
                  <a:schemeClr val="tx1"/>
                </a:solidFill>
                <a:latin typeface="Calibri" pitchFamily="34" charset="0"/>
                <a:ea typeface="宋体" pitchFamily="2" charset="-122"/>
              </a:defRPr>
            </a:lvl4pPr>
            <a:lvl5pPr marL="2228576" indent="-247620" eaLnBrk="0" hangingPunct="0">
              <a:spcBef>
                <a:spcPct val="30000"/>
              </a:spcBef>
              <a:defRPr sz="1300">
                <a:solidFill>
                  <a:schemeClr val="tx1"/>
                </a:solidFill>
                <a:latin typeface="Calibri" pitchFamily="34" charset="0"/>
                <a:ea typeface="宋体" pitchFamily="2" charset="-122"/>
              </a:defRPr>
            </a:lvl5pPr>
            <a:lvl6pPr marL="2723815" indent="-247620" eaLnBrk="0" fontAlgn="base" hangingPunct="0">
              <a:spcBef>
                <a:spcPct val="30000"/>
              </a:spcBef>
              <a:spcAft>
                <a:spcPct val="0"/>
              </a:spcAft>
              <a:defRPr sz="1300">
                <a:solidFill>
                  <a:schemeClr val="tx1"/>
                </a:solidFill>
                <a:latin typeface="Calibri" pitchFamily="34" charset="0"/>
                <a:ea typeface="宋体" pitchFamily="2" charset="-122"/>
              </a:defRPr>
            </a:lvl6pPr>
            <a:lvl7pPr marL="3219054" indent="-247620" eaLnBrk="0" fontAlgn="base" hangingPunct="0">
              <a:spcBef>
                <a:spcPct val="30000"/>
              </a:spcBef>
              <a:spcAft>
                <a:spcPct val="0"/>
              </a:spcAft>
              <a:defRPr sz="1300">
                <a:solidFill>
                  <a:schemeClr val="tx1"/>
                </a:solidFill>
                <a:latin typeface="Calibri" pitchFamily="34" charset="0"/>
                <a:ea typeface="宋体" pitchFamily="2" charset="-122"/>
              </a:defRPr>
            </a:lvl7pPr>
            <a:lvl8pPr marL="3714293" indent="-247620" eaLnBrk="0" fontAlgn="base" hangingPunct="0">
              <a:spcBef>
                <a:spcPct val="30000"/>
              </a:spcBef>
              <a:spcAft>
                <a:spcPct val="0"/>
              </a:spcAft>
              <a:defRPr sz="1300">
                <a:solidFill>
                  <a:schemeClr val="tx1"/>
                </a:solidFill>
                <a:latin typeface="Calibri" pitchFamily="34" charset="0"/>
                <a:ea typeface="宋体" pitchFamily="2" charset="-122"/>
              </a:defRPr>
            </a:lvl8pPr>
            <a:lvl9pPr marL="4209532" indent="-247620" eaLnBrk="0" fontAlgn="base" hangingPunct="0">
              <a:spcBef>
                <a:spcPct val="30000"/>
              </a:spcBef>
              <a:spcAft>
                <a:spcPct val="0"/>
              </a:spcAft>
              <a:defRPr sz="1300">
                <a:solidFill>
                  <a:schemeClr val="tx1"/>
                </a:solidFill>
                <a:latin typeface="Calibri" pitchFamily="34" charset="0"/>
                <a:ea typeface="宋体" pitchFamily="2" charset="-122"/>
              </a:defRPr>
            </a:lvl9pPr>
          </a:lstStyle>
          <a:p>
            <a:pPr eaLnBrk="1" hangingPunct="1">
              <a:spcBef>
                <a:spcPct val="0"/>
              </a:spcBef>
            </a:pPr>
            <a:fld id="{54AC465A-FC3A-4C20-B62A-44EC28947E20}" type="slidenum">
              <a:rPr lang="zh-CN" altLang="en-US" smtClean="0"/>
              <a:pPr eaLnBrk="1" hangingPunct="1">
                <a:spcBef>
                  <a:spcPct val="0"/>
                </a:spcBef>
              </a:pPr>
              <a:t>21</a:t>
            </a:fld>
            <a:endParaRPr lang="zh-CN" altLang="en-US" smtClean="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8E0EE677-867B-47A8-8A3F-CB96BBD465DB}" type="slidenum">
              <a:rPr lang="zh-CN" altLang="en-US" smtClean="0"/>
              <a:pPr>
                <a:defRPr/>
              </a:pPr>
              <a:t>22</a:t>
            </a:fld>
            <a:endParaRPr lang="zh-CN" altLang="en-US"/>
          </a:p>
        </p:txBody>
      </p:sp>
    </p:spTree>
    <p:extLst>
      <p:ext uri="{BB962C8B-B14F-4D97-AF65-F5344CB8AC3E}">
        <p14:creationId xmlns:p14="http://schemas.microsoft.com/office/powerpoint/2010/main" val="233881970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smtClean="0"/>
              <a:t>如对所有单位数据域的第</a:t>
            </a:r>
            <a:r>
              <a:rPr lang="en-US" altLang="zh-CN" dirty="0" smtClean="0"/>
              <a:t>1</a:t>
            </a:r>
            <a:r>
              <a:rPr lang="zh-CN" altLang="en-US" dirty="0" smtClean="0"/>
              <a:t>位作奇偶校验，对第</a:t>
            </a:r>
            <a:r>
              <a:rPr lang="en-US" altLang="zh-CN" dirty="0" smtClean="0"/>
              <a:t>2</a:t>
            </a:r>
            <a:r>
              <a:rPr lang="zh-CN" altLang="en-US" dirty="0" smtClean="0"/>
              <a:t>位作奇偶校验，如此等等。</a:t>
            </a:r>
            <a:endParaRPr lang="en-US" altLang="zh-CN" dirty="0" smtClean="0"/>
          </a:p>
          <a:p>
            <a:r>
              <a:rPr lang="zh-CN" altLang="en-US" dirty="0" smtClean="0"/>
              <a:t>提高了发现多比特错误和突发错误的可能性。</a:t>
            </a:r>
            <a:endParaRPr lang="en-US" altLang="zh-CN" dirty="0" smtClean="0"/>
          </a:p>
          <a:p>
            <a:r>
              <a:rPr lang="zh-CN" altLang="en-US" dirty="0" smtClean="0"/>
              <a:t>在某个单位数据域内有两个数据位出现传输错误，而另一个单位数据域内相同位置碰巧也有两个数据位出现传输错误，则</a:t>
            </a:r>
            <a:r>
              <a:rPr lang="en-US" altLang="zh-CN" dirty="0" smtClean="0"/>
              <a:t>LRC</a:t>
            </a:r>
            <a:r>
              <a:rPr lang="zh-CN" altLang="en-US" dirty="0" smtClean="0"/>
              <a:t>结果会认为没有错误。</a:t>
            </a:r>
            <a:endParaRPr lang="zh-CN" altLang="en-US" dirty="0"/>
          </a:p>
        </p:txBody>
      </p:sp>
      <p:sp>
        <p:nvSpPr>
          <p:cNvPr id="4" name="灯片编号占位符 3"/>
          <p:cNvSpPr>
            <a:spLocks noGrp="1"/>
          </p:cNvSpPr>
          <p:nvPr>
            <p:ph type="sldNum" sz="quarter" idx="10"/>
          </p:nvPr>
        </p:nvSpPr>
        <p:spPr/>
        <p:txBody>
          <a:bodyPr/>
          <a:lstStyle/>
          <a:p>
            <a:pPr>
              <a:defRPr/>
            </a:pPr>
            <a:fld id="{8E0EE677-867B-47A8-8A3F-CB96BBD465DB}" type="slidenum">
              <a:rPr lang="zh-CN" altLang="en-US" smtClean="0"/>
              <a:pPr>
                <a:defRPr/>
              </a:pPr>
              <a:t>26</a:t>
            </a:fld>
            <a:endParaRPr lang="zh-CN" altLang="en-US"/>
          </a:p>
        </p:txBody>
      </p:sp>
    </p:spTree>
    <p:extLst>
      <p:ext uri="{BB962C8B-B14F-4D97-AF65-F5344CB8AC3E}">
        <p14:creationId xmlns:p14="http://schemas.microsoft.com/office/powerpoint/2010/main" val="292114953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3906" name="幻灯片图像占位符 1"/>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23907" name="备注占位符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pPr eaLnBrk="1" hangingPunct="1"/>
            <a:endParaRPr lang="zh-CN" altLang="en-US" dirty="0" smtClean="0"/>
          </a:p>
        </p:txBody>
      </p:sp>
      <p:sp>
        <p:nvSpPr>
          <p:cNvPr id="123908" name="灯片编号占位符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eaLnBrk="0" hangingPunct="0">
              <a:spcBef>
                <a:spcPct val="30000"/>
              </a:spcBef>
              <a:defRPr sz="1300">
                <a:solidFill>
                  <a:schemeClr val="tx1"/>
                </a:solidFill>
                <a:latin typeface="Calibri" pitchFamily="34" charset="0"/>
                <a:ea typeface="宋体" pitchFamily="2" charset="-122"/>
              </a:defRPr>
            </a:lvl1pPr>
            <a:lvl2pPr marL="804763" indent="-309524" eaLnBrk="0" hangingPunct="0">
              <a:spcBef>
                <a:spcPct val="30000"/>
              </a:spcBef>
              <a:defRPr sz="1300">
                <a:solidFill>
                  <a:schemeClr val="tx1"/>
                </a:solidFill>
                <a:latin typeface="Calibri" pitchFamily="34" charset="0"/>
                <a:ea typeface="宋体" pitchFamily="2" charset="-122"/>
              </a:defRPr>
            </a:lvl2pPr>
            <a:lvl3pPr marL="1238098" indent="-247620" eaLnBrk="0" hangingPunct="0">
              <a:spcBef>
                <a:spcPct val="30000"/>
              </a:spcBef>
              <a:defRPr sz="1300">
                <a:solidFill>
                  <a:schemeClr val="tx1"/>
                </a:solidFill>
                <a:latin typeface="Calibri" pitchFamily="34" charset="0"/>
                <a:ea typeface="宋体" pitchFamily="2" charset="-122"/>
              </a:defRPr>
            </a:lvl3pPr>
            <a:lvl4pPr marL="1733337" indent="-247620" eaLnBrk="0" hangingPunct="0">
              <a:spcBef>
                <a:spcPct val="30000"/>
              </a:spcBef>
              <a:defRPr sz="1300">
                <a:solidFill>
                  <a:schemeClr val="tx1"/>
                </a:solidFill>
                <a:latin typeface="Calibri" pitchFamily="34" charset="0"/>
                <a:ea typeface="宋体" pitchFamily="2" charset="-122"/>
              </a:defRPr>
            </a:lvl4pPr>
            <a:lvl5pPr marL="2228576" indent="-247620" eaLnBrk="0" hangingPunct="0">
              <a:spcBef>
                <a:spcPct val="30000"/>
              </a:spcBef>
              <a:defRPr sz="1300">
                <a:solidFill>
                  <a:schemeClr val="tx1"/>
                </a:solidFill>
                <a:latin typeface="Calibri" pitchFamily="34" charset="0"/>
                <a:ea typeface="宋体" pitchFamily="2" charset="-122"/>
              </a:defRPr>
            </a:lvl5pPr>
            <a:lvl6pPr marL="2723815" indent="-247620" eaLnBrk="0" fontAlgn="base" hangingPunct="0">
              <a:spcBef>
                <a:spcPct val="30000"/>
              </a:spcBef>
              <a:spcAft>
                <a:spcPct val="0"/>
              </a:spcAft>
              <a:defRPr sz="1300">
                <a:solidFill>
                  <a:schemeClr val="tx1"/>
                </a:solidFill>
                <a:latin typeface="Calibri" pitchFamily="34" charset="0"/>
                <a:ea typeface="宋体" pitchFamily="2" charset="-122"/>
              </a:defRPr>
            </a:lvl6pPr>
            <a:lvl7pPr marL="3219054" indent="-247620" eaLnBrk="0" fontAlgn="base" hangingPunct="0">
              <a:spcBef>
                <a:spcPct val="30000"/>
              </a:spcBef>
              <a:spcAft>
                <a:spcPct val="0"/>
              </a:spcAft>
              <a:defRPr sz="1300">
                <a:solidFill>
                  <a:schemeClr val="tx1"/>
                </a:solidFill>
                <a:latin typeface="Calibri" pitchFamily="34" charset="0"/>
                <a:ea typeface="宋体" pitchFamily="2" charset="-122"/>
              </a:defRPr>
            </a:lvl7pPr>
            <a:lvl8pPr marL="3714293" indent="-247620" eaLnBrk="0" fontAlgn="base" hangingPunct="0">
              <a:spcBef>
                <a:spcPct val="30000"/>
              </a:spcBef>
              <a:spcAft>
                <a:spcPct val="0"/>
              </a:spcAft>
              <a:defRPr sz="1300">
                <a:solidFill>
                  <a:schemeClr val="tx1"/>
                </a:solidFill>
                <a:latin typeface="Calibri" pitchFamily="34" charset="0"/>
                <a:ea typeface="宋体" pitchFamily="2" charset="-122"/>
              </a:defRPr>
            </a:lvl8pPr>
            <a:lvl9pPr marL="4209532" indent="-247620" eaLnBrk="0" fontAlgn="base" hangingPunct="0">
              <a:spcBef>
                <a:spcPct val="30000"/>
              </a:spcBef>
              <a:spcAft>
                <a:spcPct val="0"/>
              </a:spcAft>
              <a:defRPr sz="1300">
                <a:solidFill>
                  <a:schemeClr val="tx1"/>
                </a:solidFill>
                <a:latin typeface="Calibri" pitchFamily="34" charset="0"/>
                <a:ea typeface="宋体" pitchFamily="2" charset="-122"/>
              </a:defRPr>
            </a:lvl9pPr>
          </a:lstStyle>
          <a:p>
            <a:pPr eaLnBrk="1" hangingPunct="1">
              <a:spcBef>
                <a:spcPct val="0"/>
              </a:spcBef>
            </a:pPr>
            <a:fld id="{28AED4B8-6902-4838-85B9-99DD73AB6B62}" type="slidenum">
              <a:rPr lang="zh-CN" altLang="en-US" smtClean="0"/>
              <a:pPr eaLnBrk="1" hangingPunct="1">
                <a:spcBef>
                  <a:spcPct val="0"/>
                </a:spcBef>
              </a:pPr>
              <a:t>28</a:t>
            </a:fld>
            <a:endParaRPr lang="zh-CN" altLang="en-US" smtClean="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4930" name="幻灯片图像占位符 1"/>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24931" name="备注占位符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pPr eaLnBrk="1" hangingPunct="1"/>
            <a:endParaRPr lang="zh-CN" altLang="en-US" smtClean="0"/>
          </a:p>
        </p:txBody>
      </p:sp>
      <p:sp>
        <p:nvSpPr>
          <p:cNvPr id="124932" name="灯片编号占位符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eaLnBrk="0" hangingPunct="0">
              <a:spcBef>
                <a:spcPct val="30000"/>
              </a:spcBef>
              <a:defRPr sz="1300">
                <a:solidFill>
                  <a:schemeClr val="tx1"/>
                </a:solidFill>
                <a:latin typeface="Calibri" pitchFamily="34" charset="0"/>
                <a:ea typeface="宋体" pitchFamily="2" charset="-122"/>
              </a:defRPr>
            </a:lvl1pPr>
            <a:lvl2pPr marL="804763" indent="-309524" eaLnBrk="0" hangingPunct="0">
              <a:spcBef>
                <a:spcPct val="30000"/>
              </a:spcBef>
              <a:defRPr sz="1300">
                <a:solidFill>
                  <a:schemeClr val="tx1"/>
                </a:solidFill>
                <a:latin typeface="Calibri" pitchFamily="34" charset="0"/>
                <a:ea typeface="宋体" pitchFamily="2" charset="-122"/>
              </a:defRPr>
            </a:lvl2pPr>
            <a:lvl3pPr marL="1238098" indent="-247620" eaLnBrk="0" hangingPunct="0">
              <a:spcBef>
                <a:spcPct val="30000"/>
              </a:spcBef>
              <a:defRPr sz="1300">
                <a:solidFill>
                  <a:schemeClr val="tx1"/>
                </a:solidFill>
                <a:latin typeface="Calibri" pitchFamily="34" charset="0"/>
                <a:ea typeface="宋体" pitchFamily="2" charset="-122"/>
              </a:defRPr>
            </a:lvl3pPr>
            <a:lvl4pPr marL="1733337" indent="-247620" eaLnBrk="0" hangingPunct="0">
              <a:spcBef>
                <a:spcPct val="30000"/>
              </a:spcBef>
              <a:defRPr sz="1300">
                <a:solidFill>
                  <a:schemeClr val="tx1"/>
                </a:solidFill>
                <a:latin typeface="Calibri" pitchFamily="34" charset="0"/>
                <a:ea typeface="宋体" pitchFamily="2" charset="-122"/>
              </a:defRPr>
            </a:lvl4pPr>
            <a:lvl5pPr marL="2228576" indent="-247620" eaLnBrk="0" hangingPunct="0">
              <a:spcBef>
                <a:spcPct val="30000"/>
              </a:spcBef>
              <a:defRPr sz="1300">
                <a:solidFill>
                  <a:schemeClr val="tx1"/>
                </a:solidFill>
                <a:latin typeface="Calibri" pitchFamily="34" charset="0"/>
                <a:ea typeface="宋体" pitchFamily="2" charset="-122"/>
              </a:defRPr>
            </a:lvl5pPr>
            <a:lvl6pPr marL="2723815" indent="-247620" eaLnBrk="0" fontAlgn="base" hangingPunct="0">
              <a:spcBef>
                <a:spcPct val="30000"/>
              </a:spcBef>
              <a:spcAft>
                <a:spcPct val="0"/>
              </a:spcAft>
              <a:defRPr sz="1300">
                <a:solidFill>
                  <a:schemeClr val="tx1"/>
                </a:solidFill>
                <a:latin typeface="Calibri" pitchFamily="34" charset="0"/>
                <a:ea typeface="宋体" pitchFamily="2" charset="-122"/>
              </a:defRPr>
            </a:lvl6pPr>
            <a:lvl7pPr marL="3219054" indent="-247620" eaLnBrk="0" fontAlgn="base" hangingPunct="0">
              <a:spcBef>
                <a:spcPct val="30000"/>
              </a:spcBef>
              <a:spcAft>
                <a:spcPct val="0"/>
              </a:spcAft>
              <a:defRPr sz="1300">
                <a:solidFill>
                  <a:schemeClr val="tx1"/>
                </a:solidFill>
                <a:latin typeface="Calibri" pitchFamily="34" charset="0"/>
                <a:ea typeface="宋体" pitchFamily="2" charset="-122"/>
              </a:defRPr>
            </a:lvl7pPr>
            <a:lvl8pPr marL="3714293" indent="-247620" eaLnBrk="0" fontAlgn="base" hangingPunct="0">
              <a:spcBef>
                <a:spcPct val="30000"/>
              </a:spcBef>
              <a:spcAft>
                <a:spcPct val="0"/>
              </a:spcAft>
              <a:defRPr sz="1300">
                <a:solidFill>
                  <a:schemeClr val="tx1"/>
                </a:solidFill>
                <a:latin typeface="Calibri" pitchFamily="34" charset="0"/>
                <a:ea typeface="宋体" pitchFamily="2" charset="-122"/>
              </a:defRPr>
            </a:lvl8pPr>
            <a:lvl9pPr marL="4209532" indent="-247620" eaLnBrk="0" fontAlgn="base" hangingPunct="0">
              <a:spcBef>
                <a:spcPct val="30000"/>
              </a:spcBef>
              <a:spcAft>
                <a:spcPct val="0"/>
              </a:spcAft>
              <a:defRPr sz="1300">
                <a:solidFill>
                  <a:schemeClr val="tx1"/>
                </a:solidFill>
                <a:latin typeface="Calibri" pitchFamily="34" charset="0"/>
                <a:ea typeface="宋体" pitchFamily="2" charset="-122"/>
              </a:defRPr>
            </a:lvl9pPr>
          </a:lstStyle>
          <a:p>
            <a:pPr eaLnBrk="1" hangingPunct="1">
              <a:spcBef>
                <a:spcPct val="0"/>
              </a:spcBef>
            </a:pPr>
            <a:fld id="{01A7DF9B-204F-4C0C-9B96-923426AC9C05}" type="slidenum">
              <a:rPr lang="zh-CN" altLang="en-US" smtClean="0"/>
              <a:pPr eaLnBrk="1" hangingPunct="1">
                <a:spcBef>
                  <a:spcPct val="0"/>
                </a:spcBef>
              </a:pPr>
              <a:t>29</a:t>
            </a:fld>
            <a:endParaRPr lang="zh-CN" altLang="en-US" smtClean="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smtClean="0"/>
              <a:t>数据 </a:t>
            </a:r>
            <a:r>
              <a:rPr lang="en-US" altLang="zh-CN" dirty="0" smtClean="0">
                <a:sym typeface="Wingdings" panose="05000000000000000000" pitchFamily="2" charset="2"/>
              </a:rPr>
              <a:t> </a:t>
            </a:r>
            <a:r>
              <a:rPr lang="zh-CN" altLang="en-US" dirty="0" smtClean="0">
                <a:sym typeface="Wingdings" panose="05000000000000000000" pitchFamily="2" charset="2"/>
              </a:rPr>
              <a:t>报文</a:t>
            </a:r>
            <a:endParaRPr lang="zh-CN" altLang="en-US" dirty="0"/>
          </a:p>
        </p:txBody>
      </p:sp>
      <p:sp>
        <p:nvSpPr>
          <p:cNvPr id="4" name="灯片编号占位符 3"/>
          <p:cNvSpPr>
            <a:spLocks noGrp="1"/>
          </p:cNvSpPr>
          <p:nvPr>
            <p:ph type="sldNum" sz="quarter" idx="10"/>
          </p:nvPr>
        </p:nvSpPr>
        <p:spPr/>
        <p:txBody>
          <a:bodyPr/>
          <a:lstStyle/>
          <a:p>
            <a:pPr>
              <a:defRPr/>
            </a:pPr>
            <a:fld id="{8E0EE677-867B-47A8-8A3F-CB96BBD465DB}" type="slidenum">
              <a:rPr lang="zh-CN" altLang="en-US" smtClean="0"/>
              <a:pPr>
                <a:defRPr/>
              </a:pPr>
              <a:t>33</a:t>
            </a:fld>
            <a:endParaRPr lang="zh-CN" altLang="en-US"/>
          </a:p>
        </p:txBody>
      </p:sp>
    </p:spTree>
    <p:extLst>
      <p:ext uri="{BB962C8B-B14F-4D97-AF65-F5344CB8AC3E}">
        <p14:creationId xmlns:p14="http://schemas.microsoft.com/office/powerpoint/2010/main" val="11866971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smtClean="0"/>
              <a:t>数据 </a:t>
            </a:r>
            <a:r>
              <a:rPr lang="en-US" altLang="zh-CN" dirty="0" smtClean="0">
                <a:sym typeface="Wingdings" panose="05000000000000000000" pitchFamily="2" charset="2"/>
              </a:rPr>
              <a:t> </a:t>
            </a:r>
            <a:r>
              <a:rPr lang="zh-CN" altLang="en-US" smtClean="0">
                <a:sym typeface="Wingdings" panose="05000000000000000000" pitchFamily="2" charset="2"/>
              </a:rPr>
              <a:t>报文</a:t>
            </a:r>
            <a:endParaRPr lang="zh-CN" altLang="en-US"/>
          </a:p>
        </p:txBody>
      </p:sp>
      <p:sp>
        <p:nvSpPr>
          <p:cNvPr id="4" name="灯片编号占位符 3"/>
          <p:cNvSpPr>
            <a:spLocks noGrp="1"/>
          </p:cNvSpPr>
          <p:nvPr>
            <p:ph type="sldNum" sz="quarter" idx="10"/>
          </p:nvPr>
        </p:nvSpPr>
        <p:spPr/>
        <p:txBody>
          <a:bodyPr/>
          <a:lstStyle/>
          <a:p>
            <a:pPr>
              <a:defRPr/>
            </a:pPr>
            <a:fld id="{8E0EE677-867B-47A8-8A3F-CB96BBD465DB}" type="slidenum">
              <a:rPr lang="zh-CN" altLang="en-US" smtClean="0"/>
              <a:pPr>
                <a:defRPr/>
              </a:pPr>
              <a:t>34</a:t>
            </a:fld>
            <a:endParaRPr lang="zh-CN" altLang="en-US"/>
          </a:p>
        </p:txBody>
      </p:sp>
    </p:spTree>
    <p:extLst>
      <p:ext uri="{BB962C8B-B14F-4D97-AF65-F5344CB8AC3E}">
        <p14:creationId xmlns:p14="http://schemas.microsoft.com/office/powerpoint/2010/main" val="11866971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8002" name="幻灯片图像占位符 1"/>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28003" name="备注占位符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pPr eaLnBrk="1" hangingPunct="1"/>
            <a:endParaRPr lang="zh-CN" altLang="en-US" smtClean="0"/>
          </a:p>
        </p:txBody>
      </p:sp>
      <p:sp>
        <p:nvSpPr>
          <p:cNvPr id="128004" name="灯片编号占位符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eaLnBrk="0" hangingPunct="0">
              <a:spcBef>
                <a:spcPct val="30000"/>
              </a:spcBef>
              <a:defRPr sz="1300">
                <a:solidFill>
                  <a:schemeClr val="tx1"/>
                </a:solidFill>
                <a:latin typeface="Calibri" pitchFamily="34" charset="0"/>
                <a:ea typeface="宋体" pitchFamily="2" charset="-122"/>
              </a:defRPr>
            </a:lvl1pPr>
            <a:lvl2pPr marL="804763" indent="-309524" eaLnBrk="0" hangingPunct="0">
              <a:spcBef>
                <a:spcPct val="30000"/>
              </a:spcBef>
              <a:defRPr sz="1300">
                <a:solidFill>
                  <a:schemeClr val="tx1"/>
                </a:solidFill>
                <a:latin typeface="Calibri" pitchFamily="34" charset="0"/>
                <a:ea typeface="宋体" pitchFamily="2" charset="-122"/>
              </a:defRPr>
            </a:lvl2pPr>
            <a:lvl3pPr marL="1238098" indent="-247620" eaLnBrk="0" hangingPunct="0">
              <a:spcBef>
                <a:spcPct val="30000"/>
              </a:spcBef>
              <a:defRPr sz="1300">
                <a:solidFill>
                  <a:schemeClr val="tx1"/>
                </a:solidFill>
                <a:latin typeface="Calibri" pitchFamily="34" charset="0"/>
                <a:ea typeface="宋体" pitchFamily="2" charset="-122"/>
              </a:defRPr>
            </a:lvl3pPr>
            <a:lvl4pPr marL="1733337" indent="-247620" eaLnBrk="0" hangingPunct="0">
              <a:spcBef>
                <a:spcPct val="30000"/>
              </a:spcBef>
              <a:defRPr sz="1300">
                <a:solidFill>
                  <a:schemeClr val="tx1"/>
                </a:solidFill>
                <a:latin typeface="Calibri" pitchFamily="34" charset="0"/>
                <a:ea typeface="宋体" pitchFamily="2" charset="-122"/>
              </a:defRPr>
            </a:lvl4pPr>
            <a:lvl5pPr marL="2228576" indent="-247620" eaLnBrk="0" hangingPunct="0">
              <a:spcBef>
                <a:spcPct val="30000"/>
              </a:spcBef>
              <a:defRPr sz="1300">
                <a:solidFill>
                  <a:schemeClr val="tx1"/>
                </a:solidFill>
                <a:latin typeface="Calibri" pitchFamily="34" charset="0"/>
                <a:ea typeface="宋体" pitchFamily="2" charset="-122"/>
              </a:defRPr>
            </a:lvl5pPr>
            <a:lvl6pPr marL="2723815" indent="-247620" eaLnBrk="0" fontAlgn="base" hangingPunct="0">
              <a:spcBef>
                <a:spcPct val="30000"/>
              </a:spcBef>
              <a:spcAft>
                <a:spcPct val="0"/>
              </a:spcAft>
              <a:defRPr sz="1300">
                <a:solidFill>
                  <a:schemeClr val="tx1"/>
                </a:solidFill>
                <a:latin typeface="Calibri" pitchFamily="34" charset="0"/>
                <a:ea typeface="宋体" pitchFamily="2" charset="-122"/>
              </a:defRPr>
            </a:lvl6pPr>
            <a:lvl7pPr marL="3219054" indent="-247620" eaLnBrk="0" fontAlgn="base" hangingPunct="0">
              <a:spcBef>
                <a:spcPct val="30000"/>
              </a:spcBef>
              <a:spcAft>
                <a:spcPct val="0"/>
              </a:spcAft>
              <a:defRPr sz="1300">
                <a:solidFill>
                  <a:schemeClr val="tx1"/>
                </a:solidFill>
                <a:latin typeface="Calibri" pitchFamily="34" charset="0"/>
                <a:ea typeface="宋体" pitchFamily="2" charset="-122"/>
              </a:defRPr>
            </a:lvl7pPr>
            <a:lvl8pPr marL="3714293" indent="-247620" eaLnBrk="0" fontAlgn="base" hangingPunct="0">
              <a:spcBef>
                <a:spcPct val="30000"/>
              </a:spcBef>
              <a:spcAft>
                <a:spcPct val="0"/>
              </a:spcAft>
              <a:defRPr sz="1300">
                <a:solidFill>
                  <a:schemeClr val="tx1"/>
                </a:solidFill>
                <a:latin typeface="Calibri" pitchFamily="34" charset="0"/>
                <a:ea typeface="宋体" pitchFamily="2" charset="-122"/>
              </a:defRPr>
            </a:lvl8pPr>
            <a:lvl9pPr marL="4209532" indent="-247620" eaLnBrk="0" fontAlgn="base" hangingPunct="0">
              <a:spcBef>
                <a:spcPct val="30000"/>
              </a:spcBef>
              <a:spcAft>
                <a:spcPct val="0"/>
              </a:spcAft>
              <a:defRPr sz="1300">
                <a:solidFill>
                  <a:schemeClr val="tx1"/>
                </a:solidFill>
                <a:latin typeface="Calibri" pitchFamily="34" charset="0"/>
                <a:ea typeface="宋体" pitchFamily="2" charset="-122"/>
              </a:defRPr>
            </a:lvl9pPr>
          </a:lstStyle>
          <a:p>
            <a:pPr eaLnBrk="1" hangingPunct="1">
              <a:spcBef>
                <a:spcPct val="0"/>
              </a:spcBef>
            </a:pPr>
            <a:fld id="{B1D2990A-D4D5-4087-98A4-726FC6C1C9E6}" type="slidenum">
              <a:rPr lang="zh-CN" altLang="en-US" smtClean="0"/>
              <a:pPr eaLnBrk="1" hangingPunct="1">
                <a:spcBef>
                  <a:spcPct val="0"/>
                </a:spcBef>
              </a:pPr>
              <a:t>35</a:t>
            </a:fld>
            <a:endParaRPr lang="zh-CN" altLang="en-US" smtClean="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9026" name="幻灯片图像占位符 1"/>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29027" name="备注占位符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r>
              <a:rPr lang="zh-CN" altLang="en-US" smtClean="0"/>
              <a:t>电话线，网线</a:t>
            </a:r>
          </a:p>
        </p:txBody>
      </p:sp>
      <p:sp>
        <p:nvSpPr>
          <p:cNvPr id="129028" name="灯片编号占位符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eaLnBrk="0" hangingPunct="0">
              <a:spcBef>
                <a:spcPct val="30000"/>
              </a:spcBef>
              <a:defRPr sz="1300">
                <a:solidFill>
                  <a:schemeClr val="tx1"/>
                </a:solidFill>
                <a:latin typeface="Calibri" pitchFamily="34" charset="0"/>
                <a:ea typeface="宋体" pitchFamily="2" charset="-122"/>
              </a:defRPr>
            </a:lvl1pPr>
            <a:lvl2pPr marL="804763" indent="-309524" eaLnBrk="0" hangingPunct="0">
              <a:spcBef>
                <a:spcPct val="30000"/>
              </a:spcBef>
              <a:defRPr sz="1300">
                <a:solidFill>
                  <a:schemeClr val="tx1"/>
                </a:solidFill>
                <a:latin typeface="Calibri" pitchFamily="34" charset="0"/>
                <a:ea typeface="宋体" pitchFamily="2" charset="-122"/>
              </a:defRPr>
            </a:lvl2pPr>
            <a:lvl3pPr marL="1238098" indent="-247620" eaLnBrk="0" hangingPunct="0">
              <a:spcBef>
                <a:spcPct val="30000"/>
              </a:spcBef>
              <a:defRPr sz="1300">
                <a:solidFill>
                  <a:schemeClr val="tx1"/>
                </a:solidFill>
                <a:latin typeface="Calibri" pitchFamily="34" charset="0"/>
                <a:ea typeface="宋体" pitchFamily="2" charset="-122"/>
              </a:defRPr>
            </a:lvl3pPr>
            <a:lvl4pPr marL="1733337" indent="-247620" eaLnBrk="0" hangingPunct="0">
              <a:spcBef>
                <a:spcPct val="30000"/>
              </a:spcBef>
              <a:defRPr sz="1300">
                <a:solidFill>
                  <a:schemeClr val="tx1"/>
                </a:solidFill>
                <a:latin typeface="Calibri" pitchFamily="34" charset="0"/>
                <a:ea typeface="宋体" pitchFamily="2" charset="-122"/>
              </a:defRPr>
            </a:lvl4pPr>
            <a:lvl5pPr marL="2228576" indent="-247620" eaLnBrk="0" hangingPunct="0">
              <a:spcBef>
                <a:spcPct val="30000"/>
              </a:spcBef>
              <a:defRPr sz="1300">
                <a:solidFill>
                  <a:schemeClr val="tx1"/>
                </a:solidFill>
                <a:latin typeface="Calibri" pitchFamily="34" charset="0"/>
                <a:ea typeface="宋体" pitchFamily="2" charset="-122"/>
              </a:defRPr>
            </a:lvl5pPr>
            <a:lvl6pPr marL="2723815" indent="-247620" eaLnBrk="0" fontAlgn="base" hangingPunct="0">
              <a:spcBef>
                <a:spcPct val="30000"/>
              </a:spcBef>
              <a:spcAft>
                <a:spcPct val="0"/>
              </a:spcAft>
              <a:defRPr sz="1300">
                <a:solidFill>
                  <a:schemeClr val="tx1"/>
                </a:solidFill>
                <a:latin typeface="Calibri" pitchFamily="34" charset="0"/>
                <a:ea typeface="宋体" pitchFamily="2" charset="-122"/>
              </a:defRPr>
            </a:lvl6pPr>
            <a:lvl7pPr marL="3219054" indent="-247620" eaLnBrk="0" fontAlgn="base" hangingPunct="0">
              <a:spcBef>
                <a:spcPct val="30000"/>
              </a:spcBef>
              <a:spcAft>
                <a:spcPct val="0"/>
              </a:spcAft>
              <a:defRPr sz="1300">
                <a:solidFill>
                  <a:schemeClr val="tx1"/>
                </a:solidFill>
                <a:latin typeface="Calibri" pitchFamily="34" charset="0"/>
                <a:ea typeface="宋体" pitchFamily="2" charset="-122"/>
              </a:defRPr>
            </a:lvl7pPr>
            <a:lvl8pPr marL="3714293" indent="-247620" eaLnBrk="0" fontAlgn="base" hangingPunct="0">
              <a:spcBef>
                <a:spcPct val="30000"/>
              </a:spcBef>
              <a:spcAft>
                <a:spcPct val="0"/>
              </a:spcAft>
              <a:defRPr sz="1300">
                <a:solidFill>
                  <a:schemeClr val="tx1"/>
                </a:solidFill>
                <a:latin typeface="Calibri" pitchFamily="34" charset="0"/>
                <a:ea typeface="宋体" pitchFamily="2" charset="-122"/>
              </a:defRPr>
            </a:lvl8pPr>
            <a:lvl9pPr marL="4209532" indent="-247620" eaLnBrk="0" fontAlgn="base" hangingPunct="0">
              <a:spcBef>
                <a:spcPct val="30000"/>
              </a:spcBef>
              <a:spcAft>
                <a:spcPct val="0"/>
              </a:spcAft>
              <a:defRPr sz="1300">
                <a:solidFill>
                  <a:schemeClr val="tx1"/>
                </a:solidFill>
                <a:latin typeface="Calibri" pitchFamily="34" charset="0"/>
                <a:ea typeface="宋体" pitchFamily="2" charset="-122"/>
              </a:defRPr>
            </a:lvl9pPr>
          </a:lstStyle>
          <a:p>
            <a:pPr eaLnBrk="1" hangingPunct="1">
              <a:spcBef>
                <a:spcPct val="0"/>
              </a:spcBef>
            </a:pPr>
            <a:fld id="{5A2CC870-4F5C-40EC-8E79-A48003A43AE3}" type="slidenum">
              <a:rPr lang="zh-CN" altLang="en-US" smtClean="0"/>
              <a:pPr eaLnBrk="1" hangingPunct="1">
                <a:spcBef>
                  <a:spcPct val="0"/>
                </a:spcBef>
              </a:pPr>
              <a:t>38</a:t>
            </a:fld>
            <a:endParaRPr lang="zh-CN" altLang="en-US" smtClean="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0050" name="幻灯片图像占位符 1"/>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30051" name="备注占位符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r>
              <a:rPr lang="zh-CN" altLang="en-US" smtClean="0"/>
              <a:t>有线电视线</a:t>
            </a:r>
          </a:p>
        </p:txBody>
      </p:sp>
      <p:sp>
        <p:nvSpPr>
          <p:cNvPr id="130052" name="灯片编号占位符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eaLnBrk="0" hangingPunct="0">
              <a:spcBef>
                <a:spcPct val="30000"/>
              </a:spcBef>
              <a:defRPr sz="1300">
                <a:solidFill>
                  <a:schemeClr val="tx1"/>
                </a:solidFill>
                <a:latin typeface="Calibri" pitchFamily="34" charset="0"/>
                <a:ea typeface="宋体" pitchFamily="2" charset="-122"/>
              </a:defRPr>
            </a:lvl1pPr>
            <a:lvl2pPr marL="804763" indent="-309524" eaLnBrk="0" hangingPunct="0">
              <a:spcBef>
                <a:spcPct val="30000"/>
              </a:spcBef>
              <a:defRPr sz="1300">
                <a:solidFill>
                  <a:schemeClr val="tx1"/>
                </a:solidFill>
                <a:latin typeface="Calibri" pitchFamily="34" charset="0"/>
                <a:ea typeface="宋体" pitchFamily="2" charset="-122"/>
              </a:defRPr>
            </a:lvl2pPr>
            <a:lvl3pPr marL="1238098" indent="-247620" eaLnBrk="0" hangingPunct="0">
              <a:spcBef>
                <a:spcPct val="30000"/>
              </a:spcBef>
              <a:defRPr sz="1300">
                <a:solidFill>
                  <a:schemeClr val="tx1"/>
                </a:solidFill>
                <a:latin typeface="Calibri" pitchFamily="34" charset="0"/>
                <a:ea typeface="宋体" pitchFamily="2" charset="-122"/>
              </a:defRPr>
            </a:lvl3pPr>
            <a:lvl4pPr marL="1733337" indent="-247620" eaLnBrk="0" hangingPunct="0">
              <a:spcBef>
                <a:spcPct val="30000"/>
              </a:spcBef>
              <a:defRPr sz="1300">
                <a:solidFill>
                  <a:schemeClr val="tx1"/>
                </a:solidFill>
                <a:latin typeface="Calibri" pitchFamily="34" charset="0"/>
                <a:ea typeface="宋体" pitchFamily="2" charset="-122"/>
              </a:defRPr>
            </a:lvl4pPr>
            <a:lvl5pPr marL="2228576" indent="-247620" eaLnBrk="0" hangingPunct="0">
              <a:spcBef>
                <a:spcPct val="30000"/>
              </a:spcBef>
              <a:defRPr sz="1300">
                <a:solidFill>
                  <a:schemeClr val="tx1"/>
                </a:solidFill>
                <a:latin typeface="Calibri" pitchFamily="34" charset="0"/>
                <a:ea typeface="宋体" pitchFamily="2" charset="-122"/>
              </a:defRPr>
            </a:lvl5pPr>
            <a:lvl6pPr marL="2723815" indent="-247620" eaLnBrk="0" fontAlgn="base" hangingPunct="0">
              <a:spcBef>
                <a:spcPct val="30000"/>
              </a:spcBef>
              <a:spcAft>
                <a:spcPct val="0"/>
              </a:spcAft>
              <a:defRPr sz="1300">
                <a:solidFill>
                  <a:schemeClr val="tx1"/>
                </a:solidFill>
                <a:latin typeface="Calibri" pitchFamily="34" charset="0"/>
                <a:ea typeface="宋体" pitchFamily="2" charset="-122"/>
              </a:defRPr>
            </a:lvl6pPr>
            <a:lvl7pPr marL="3219054" indent="-247620" eaLnBrk="0" fontAlgn="base" hangingPunct="0">
              <a:spcBef>
                <a:spcPct val="30000"/>
              </a:spcBef>
              <a:spcAft>
                <a:spcPct val="0"/>
              </a:spcAft>
              <a:defRPr sz="1300">
                <a:solidFill>
                  <a:schemeClr val="tx1"/>
                </a:solidFill>
                <a:latin typeface="Calibri" pitchFamily="34" charset="0"/>
                <a:ea typeface="宋体" pitchFamily="2" charset="-122"/>
              </a:defRPr>
            </a:lvl7pPr>
            <a:lvl8pPr marL="3714293" indent="-247620" eaLnBrk="0" fontAlgn="base" hangingPunct="0">
              <a:spcBef>
                <a:spcPct val="30000"/>
              </a:spcBef>
              <a:spcAft>
                <a:spcPct val="0"/>
              </a:spcAft>
              <a:defRPr sz="1300">
                <a:solidFill>
                  <a:schemeClr val="tx1"/>
                </a:solidFill>
                <a:latin typeface="Calibri" pitchFamily="34" charset="0"/>
                <a:ea typeface="宋体" pitchFamily="2" charset="-122"/>
              </a:defRPr>
            </a:lvl8pPr>
            <a:lvl9pPr marL="4209532" indent="-247620" eaLnBrk="0" fontAlgn="base" hangingPunct="0">
              <a:spcBef>
                <a:spcPct val="30000"/>
              </a:spcBef>
              <a:spcAft>
                <a:spcPct val="0"/>
              </a:spcAft>
              <a:defRPr sz="1300">
                <a:solidFill>
                  <a:schemeClr val="tx1"/>
                </a:solidFill>
                <a:latin typeface="Calibri" pitchFamily="34" charset="0"/>
                <a:ea typeface="宋体" pitchFamily="2" charset="-122"/>
              </a:defRPr>
            </a:lvl9pPr>
          </a:lstStyle>
          <a:p>
            <a:pPr eaLnBrk="1" hangingPunct="1">
              <a:spcBef>
                <a:spcPct val="0"/>
              </a:spcBef>
            </a:pPr>
            <a:fld id="{4005E5C7-843A-465A-9373-847A852D963E}" type="slidenum">
              <a:rPr lang="zh-CN" altLang="en-US" smtClean="0"/>
              <a:pPr eaLnBrk="1" hangingPunct="1">
                <a:spcBef>
                  <a:spcPct val="0"/>
                </a:spcBef>
              </a:pPr>
              <a:t>41</a:t>
            </a:fld>
            <a:endParaRPr lang="zh-CN" altLang="en-US" smtClean="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1074" name="幻灯片图像占位符 1"/>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31075" name="备注占位符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endParaRPr lang="zh-CN" altLang="en-US" smtClean="0"/>
          </a:p>
        </p:txBody>
      </p:sp>
      <p:sp>
        <p:nvSpPr>
          <p:cNvPr id="131076" name="灯片编号占位符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eaLnBrk="0" hangingPunct="0">
              <a:spcBef>
                <a:spcPct val="30000"/>
              </a:spcBef>
              <a:defRPr sz="1300">
                <a:solidFill>
                  <a:schemeClr val="tx1"/>
                </a:solidFill>
                <a:latin typeface="Calibri" pitchFamily="34" charset="0"/>
                <a:ea typeface="宋体" pitchFamily="2" charset="-122"/>
              </a:defRPr>
            </a:lvl1pPr>
            <a:lvl2pPr marL="804763" indent="-309524" eaLnBrk="0" hangingPunct="0">
              <a:spcBef>
                <a:spcPct val="30000"/>
              </a:spcBef>
              <a:defRPr sz="1300">
                <a:solidFill>
                  <a:schemeClr val="tx1"/>
                </a:solidFill>
                <a:latin typeface="Calibri" pitchFamily="34" charset="0"/>
                <a:ea typeface="宋体" pitchFamily="2" charset="-122"/>
              </a:defRPr>
            </a:lvl2pPr>
            <a:lvl3pPr marL="1238098" indent="-247620" eaLnBrk="0" hangingPunct="0">
              <a:spcBef>
                <a:spcPct val="30000"/>
              </a:spcBef>
              <a:defRPr sz="1300">
                <a:solidFill>
                  <a:schemeClr val="tx1"/>
                </a:solidFill>
                <a:latin typeface="Calibri" pitchFamily="34" charset="0"/>
                <a:ea typeface="宋体" pitchFamily="2" charset="-122"/>
              </a:defRPr>
            </a:lvl3pPr>
            <a:lvl4pPr marL="1733337" indent="-247620" eaLnBrk="0" hangingPunct="0">
              <a:spcBef>
                <a:spcPct val="30000"/>
              </a:spcBef>
              <a:defRPr sz="1300">
                <a:solidFill>
                  <a:schemeClr val="tx1"/>
                </a:solidFill>
                <a:latin typeface="Calibri" pitchFamily="34" charset="0"/>
                <a:ea typeface="宋体" pitchFamily="2" charset="-122"/>
              </a:defRPr>
            </a:lvl4pPr>
            <a:lvl5pPr marL="2228576" indent="-247620" eaLnBrk="0" hangingPunct="0">
              <a:spcBef>
                <a:spcPct val="30000"/>
              </a:spcBef>
              <a:defRPr sz="1300">
                <a:solidFill>
                  <a:schemeClr val="tx1"/>
                </a:solidFill>
                <a:latin typeface="Calibri" pitchFamily="34" charset="0"/>
                <a:ea typeface="宋体" pitchFamily="2" charset="-122"/>
              </a:defRPr>
            </a:lvl5pPr>
            <a:lvl6pPr marL="2723815" indent="-247620" eaLnBrk="0" fontAlgn="base" hangingPunct="0">
              <a:spcBef>
                <a:spcPct val="30000"/>
              </a:spcBef>
              <a:spcAft>
                <a:spcPct val="0"/>
              </a:spcAft>
              <a:defRPr sz="1300">
                <a:solidFill>
                  <a:schemeClr val="tx1"/>
                </a:solidFill>
                <a:latin typeface="Calibri" pitchFamily="34" charset="0"/>
                <a:ea typeface="宋体" pitchFamily="2" charset="-122"/>
              </a:defRPr>
            </a:lvl6pPr>
            <a:lvl7pPr marL="3219054" indent="-247620" eaLnBrk="0" fontAlgn="base" hangingPunct="0">
              <a:spcBef>
                <a:spcPct val="30000"/>
              </a:spcBef>
              <a:spcAft>
                <a:spcPct val="0"/>
              </a:spcAft>
              <a:defRPr sz="1300">
                <a:solidFill>
                  <a:schemeClr val="tx1"/>
                </a:solidFill>
                <a:latin typeface="Calibri" pitchFamily="34" charset="0"/>
                <a:ea typeface="宋体" pitchFamily="2" charset="-122"/>
              </a:defRPr>
            </a:lvl7pPr>
            <a:lvl8pPr marL="3714293" indent="-247620" eaLnBrk="0" fontAlgn="base" hangingPunct="0">
              <a:spcBef>
                <a:spcPct val="30000"/>
              </a:spcBef>
              <a:spcAft>
                <a:spcPct val="0"/>
              </a:spcAft>
              <a:defRPr sz="1300">
                <a:solidFill>
                  <a:schemeClr val="tx1"/>
                </a:solidFill>
                <a:latin typeface="Calibri" pitchFamily="34" charset="0"/>
                <a:ea typeface="宋体" pitchFamily="2" charset="-122"/>
              </a:defRPr>
            </a:lvl8pPr>
            <a:lvl9pPr marL="4209532" indent="-247620" eaLnBrk="0" fontAlgn="base" hangingPunct="0">
              <a:spcBef>
                <a:spcPct val="30000"/>
              </a:spcBef>
              <a:spcAft>
                <a:spcPct val="0"/>
              </a:spcAft>
              <a:defRPr sz="1300">
                <a:solidFill>
                  <a:schemeClr val="tx1"/>
                </a:solidFill>
                <a:latin typeface="Calibri" pitchFamily="34" charset="0"/>
                <a:ea typeface="宋体" pitchFamily="2" charset="-122"/>
              </a:defRPr>
            </a:lvl9pPr>
          </a:lstStyle>
          <a:p>
            <a:pPr eaLnBrk="1" hangingPunct="1">
              <a:spcBef>
                <a:spcPct val="0"/>
              </a:spcBef>
            </a:pPr>
            <a:fld id="{4F604E99-F7A8-4037-B891-346AF44975CD}" type="slidenum">
              <a:rPr lang="zh-CN" altLang="en-US" smtClean="0"/>
              <a:pPr eaLnBrk="1" hangingPunct="1">
                <a:spcBef>
                  <a:spcPct val="0"/>
                </a:spcBef>
              </a:pPr>
              <a:t>48</a:t>
            </a:fld>
            <a:endParaRPr lang="zh-CN" altLang="en-US" smtClean="0"/>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2098" name="幻灯片图像占位符 1"/>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32099" name="备注占位符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pPr eaLnBrk="1" hangingPunct="1"/>
            <a:endParaRPr lang="zh-CN" altLang="en-US" smtClean="0"/>
          </a:p>
        </p:txBody>
      </p:sp>
      <p:sp>
        <p:nvSpPr>
          <p:cNvPr id="132100" name="灯片编号占位符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eaLnBrk="0" hangingPunct="0">
              <a:spcBef>
                <a:spcPct val="30000"/>
              </a:spcBef>
              <a:defRPr sz="1300">
                <a:solidFill>
                  <a:schemeClr val="tx1"/>
                </a:solidFill>
                <a:latin typeface="Calibri" pitchFamily="34" charset="0"/>
                <a:ea typeface="宋体" pitchFamily="2" charset="-122"/>
              </a:defRPr>
            </a:lvl1pPr>
            <a:lvl2pPr marL="804763" indent="-309524" eaLnBrk="0" hangingPunct="0">
              <a:spcBef>
                <a:spcPct val="30000"/>
              </a:spcBef>
              <a:defRPr sz="1300">
                <a:solidFill>
                  <a:schemeClr val="tx1"/>
                </a:solidFill>
                <a:latin typeface="Calibri" pitchFamily="34" charset="0"/>
                <a:ea typeface="宋体" pitchFamily="2" charset="-122"/>
              </a:defRPr>
            </a:lvl2pPr>
            <a:lvl3pPr marL="1238098" indent="-247620" eaLnBrk="0" hangingPunct="0">
              <a:spcBef>
                <a:spcPct val="30000"/>
              </a:spcBef>
              <a:defRPr sz="1300">
                <a:solidFill>
                  <a:schemeClr val="tx1"/>
                </a:solidFill>
                <a:latin typeface="Calibri" pitchFamily="34" charset="0"/>
                <a:ea typeface="宋体" pitchFamily="2" charset="-122"/>
              </a:defRPr>
            </a:lvl3pPr>
            <a:lvl4pPr marL="1733337" indent="-247620" eaLnBrk="0" hangingPunct="0">
              <a:spcBef>
                <a:spcPct val="30000"/>
              </a:spcBef>
              <a:defRPr sz="1300">
                <a:solidFill>
                  <a:schemeClr val="tx1"/>
                </a:solidFill>
                <a:latin typeface="Calibri" pitchFamily="34" charset="0"/>
                <a:ea typeface="宋体" pitchFamily="2" charset="-122"/>
              </a:defRPr>
            </a:lvl4pPr>
            <a:lvl5pPr marL="2228576" indent="-247620" eaLnBrk="0" hangingPunct="0">
              <a:spcBef>
                <a:spcPct val="30000"/>
              </a:spcBef>
              <a:defRPr sz="1300">
                <a:solidFill>
                  <a:schemeClr val="tx1"/>
                </a:solidFill>
                <a:latin typeface="Calibri" pitchFamily="34" charset="0"/>
                <a:ea typeface="宋体" pitchFamily="2" charset="-122"/>
              </a:defRPr>
            </a:lvl5pPr>
            <a:lvl6pPr marL="2723815" indent="-247620" eaLnBrk="0" fontAlgn="base" hangingPunct="0">
              <a:spcBef>
                <a:spcPct val="30000"/>
              </a:spcBef>
              <a:spcAft>
                <a:spcPct val="0"/>
              </a:spcAft>
              <a:defRPr sz="1300">
                <a:solidFill>
                  <a:schemeClr val="tx1"/>
                </a:solidFill>
                <a:latin typeface="Calibri" pitchFamily="34" charset="0"/>
                <a:ea typeface="宋体" pitchFamily="2" charset="-122"/>
              </a:defRPr>
            </a:lvl6pPr>
            <a:lvl7pPr marL="3219054" indent="-247620" eaLnBrk="0" fontAlgn="base" hangingPunct="0">
              <a:spcBef>
                <a:spcPct val="30000"/>
              </a:spcBef>
              <a:spcAft>
                <a:spcPct val="0"/>
              </a:spcAft>
              <a:defRPr sz="1300">
                <a:solidFill>
                  <a:schemeClr val="tx1"/>
                </a:solidFill>
                <a:latin typeface="Calibri" pitchFamily="34" charset="0"/>
                <a:ea typeface="宋体" pitchFamily="2" charset="-122"/>
              </a:defRPr>
            </a:lvl7pPr>
            <a:lvl8pPr marL="3714293" indent="-247620" eaLnBrk="0" fontAlgn="base" hangingPunct="0">
              <a:spcBef>
                <a:spcPct val="30000"/>
              </a:spcBef>
              <a:spcAft>
                <a:spcPct val="0"/>
              </a:spcAft>
              <a:defRPr sz="1300">
                <a:solidFill>
                  <a:schemeClr val="tx1"/>
                </a:solidFill>
                <a:latin typeface="Calibri" pitchFamily="34" charset="0"/>
                <a:ea typeface="宋体" pitchFamily="2" charset="-122"/>
              </a:defRPr>
            </a:lvl8pPr>
            <a:lvl9pPr marL="4209532" indent="-247620" eaLnBrk="0" fontAlgn="base" hangingPunct="0">
              <a:spcBef>
                <a:spcPct val="30000"/>
              </a:spcBef>
              <a:spcAft>
                <a:spcPct val="0"/>
              </a:spcAft>
              <a:defRPr sz="1300">
                <a:solidFill>
                  <a:schemeClr val="tx1"/>
                </a:solidFill>
                <a:latin typeface="Calibri" pitchFamily="34" charset="0"/>
                <a:ea typeface="宋体" pitchFamily="2" charset="-122"/>
              </a:defRPr>
            </a:lvl9pPr>
          </a:lstStyle>
          <a:p>
            <a:pPr eaLnBrk="1" hangingPunct="1">
              <a:spcBef>
                <a:spcPct val="0"/>
              </a:spcBef>
            </a:pPr>
            <a:fld id="{B54660C3-D700-455D-9804-BF7814C9B56C}" type="slidenum">
              <a:rPr lang="zh-CN" altLang="en-US" smtClean="0"/>
              <a:pPr eaLnBrk="1" hangingPunct="1">
                <a:spcBef>
                  <a:spcPct val="0"/>
                </a:spcBef>
              </a:pPr>
              <a:t>49</a:t>
            </a:fld>
            <a:endParaRPr lang="zh-CN" altLang="en-US" smtClean="0"/>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8E0EE677-867B-47A8-8A3F-CB96BBD465DB}" type="slidenum">
              <a:rPr lang="zh-CN" altLang="en-US" smtClean="0"/>
              <a:pPr>
                <a:defRPr/>
              </a:pPr>
              <a:t>50</a:t>
            </a:fld>
            <a:endParaRPr lang="zh-CN" altLang="en-US"/>
          </a:p>
        </p:txBody>
      </p:sp>
    </p:spTree>
    <p:extLst>
      <p:ext uri="{BB962C8B-B14F-4D97-AF65-F5344CB8AC3E}">
        <p14:creationId xmlns:p14="http://schemas.microsoft.com/office/powerpoint/2010/main" val="424375796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8E0EE677-867B-47A8-8A3F-CB96BBD465DB}" type="slidenum">
              <a:rPr lang="zh-CN" altLang="en-US" smtClean="0"/>
              <a:pPr>
                <a:defRPr/>
              </a:pPr>
              <a:t>53</a:t>
            </a:fld>
            <a:endParaRPr lang="zh-CN" altLang="en-US"/>
          </a:p>
        </p:txBody>
      </p:sp>
    </p:spTree>
    <p:extLst>
      <p:ext uri="{BB962C8B-B14F-4D97-AF65-F5344CB8AC3E}">
        <p14:creationId xmlns:p14="http://schemas.microsoft.com/office/powerpoint/2010/main" val="247797280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22" name="幻灯片图像占位符 1"/>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33123" name="备注占位符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r>
              <a:rPr lang="en-US" altLang="zh-CN" dirty="0" smtClean="0"/>
              <a:t>1.</a:t>
            </a:r>
            <a:r>
              <a:rPr lang="zh-CN" altLang="en-US" dirty="0" smtClean="0"/>
              <a:t>每个节点都有与环形信道连接的一个入口</a:t>
            </a:r>
            <a:r>
              <a:rPr lang="en-US" altLang="zh-CN" dirty="0" smtClean="0"/>
              <a:t>/</a:t>
            </a:r>
            <a:r>
              <a:rPr lang="zh-CN" altLang="en-US" dirty="0" smtClean="0"/>
              <a:t>出口，接口中有缓冲器来存储转发数据</a:t>
            </a:r>
            <a:endParaRPr lang="en-US" altLang="zh-CN" dirty="0" smtClean="0"/>
          </a:p>
          <a:p>
            <a:r>
              <a:rPr lang="en-US" altLang="zh-CN" dirty="0" smtClean="0"/>
              <a:t>2.</a:t>
            </a:r>
            <a:r>
              <a:rPr lang="zh-CN" altLang="en-US" dirty="0" smtClean="0"/>
              <a:t>设</a:t>
            </a:r>
            <a:r>
              <a:rPr lang="en-US" altLang="zh-CN" dirty="0" smtClean="0"/>
              <a:t>A</a:t>
            </a:r>
            <a:r>
              <a:rPr lang="en-US" altLang="zh-CN" dirty="0" smtClean="0">
                <a:sym typeface="Wingdings" panose="05000000000000000000" pitchFamily="2" charset="2"/>
              </a:rPr>
              <a:t>C</a:t>
            </a:r>
            <a:r>
              <a:rPr lang="zh-CN" altLang="en-US" dirty="0" smtClean="0">
                <a:sym typeface="Wingdings" panose="05000000000000000000" pitchFamily="2" charset="2"/>
              </a:rPr>
              <a:t>发送数据，</a:t>
            </a:r>
            <a:r>
              <a:rPr lang="zh-CN" altLang="en-US" dirty="0" smtClean="0"/>
              <a:t>数据在本地组织成帧，</a:t>
            </a:r>
            <a:r>
              <a:rPr lang="en-US" altLang="zh-CN" dirty="0" smtClean="0"/>
              <a:t>A</a:t>
            </a:r>
            <a:r>
              <a:rPr lang="zh-CN" altLang="en-US" dirty="0" smtClean="0"/>
              <a:t>得到令牌后，从其出口发出数据帧。</a:t>
            </a:r>
            <a:endParaRPr lang="en-US" altLang="zh-CN" dirty="0" smtClean="0"/>
          </a:p>
          <a:p>
            <a:r>
              <a:rPr lang="en-US" altLang="zh-CN" dirty="0" smtClean="0"/>
              <a:t>3.B</a:t>
            </a:r>
            <a:r>
              <a:rPr lang="zh-CN" altLang="en-US" dirty="0" smtClean="0"/>
              <a:t>从入口接到数据帧，查看目的地址与本站地址不符，将原帧从出口转发给</a:t>
            </a:r>
            <a:r>
              <a:rPr lang="en-US" altLang="zh-CN" dirty="0" smtClean="0"/>
              <a:t>C</a:t>
            </a:r>
            <a:r>
              <a:rPr lang="zh-CN" altLang="en-US" dirty="0" smtClean="0"/>
              <a:t>。</a:t>
            </a:r>
            <a:endParaRPr lang="en-US" altLang="zh-CN" dirty="0" smtClean="0"/>
          </a:p>
          <a:p>
            <a:r>
              <a:rPr lang="en-US" altLang="zh-CN" dirty="0" smtClean="0"/>
              <a:t>4.C</a:t>
            </a:r>
            <a:r>
              <a:rPr lang="zh-CN" altLang="en-US" dirty="0" smtClean="0"/>
              <a:t>查看目的地址知道数据发给自己，校验后确定帧无错误，接收数据，修改状态位，标识帧被正确接收。</a:t>
            </a:r>
            <a:endParaRPr lang="en-US" altLang="zh-CN" dirty="0" smtClean="0"/>
          </a:p>
          <a:p>
            <a:r>
              <a:rPr lang="en-US" altLang="zh-CN" dirty="0" smtClean="0"/>
              <a:t>5.C</a:t>
            </a:r>
            <a:r>
              <a:rPr lang="zh-CN" altLang="en-US" dirty="0" smtClean="0"/>
              <a:t>将修改了状态位的原帧沿</a:t>
            </a:r>
            <a:r>
              <a:rPr lang="en-US" altLang="zh-CN" dirty="0" smtClean="0"/>
              <a:t>D</a:t>
            </a:r>
            <a:r>
              <a:rPr lang="zh-CN" altLang="en-US" dirty="0" smtClean="0"/>
              <a:t>、</a:t>
            </a:r>
            <a:r>
              <a:rPr lang="en-US" altLang="zh-CN" dirty="0" smtClean="0"/>
              <a:t>E</a:t>
            </a:r>
            <a:r>
              <a:rPr lang="zh-CN" altLang="en-US" dirty="0" smtClean="0"/>
              <a:t>送回</a:t>
            </a:r>
            <a:r>
              <a:rPr lang="en-US" altLang="zh-CN" dirty="0" smtClean="0"/>
              <a:t>A</a:t>
            </a:r>
            <a:r>
              <a:rPr lang="zh-CN" altLang="en-US" dirty="0" smtClean="0"/>
              <a:t>，</a:t>
            </a:r>
            <a:r>
              <a:rPr lang="en-US" altLang="zh-CN" dirty="0" smtClean="0"/>
              <a:t>A</a:t>
            </a:r>
            <a:r>
              <a:rPr lang="zh-CN" altLang="en-US" dirty="0" smtClean="0"/>
              <a:t>知道发送成功后，从环上取消此帧，再将令牌转交给</a:t>
            </a:r>
            <a:r>
              <a:rPr lang="en-US" altLang="zh-CN" dirty="0" smtClean="0"/>
              <a:t>B</a:t>
            </a:r>
            <a:r>
              <a:rPr lang="zh-CN" altLang="en-US" dirty="0" smtClean="0"/>
              <a:t>站。</a:t>
            </a:r>
            <a:endParaRPr lang="en-US" altLang="zh-CN" dirty="0" smtClean="0"/>
          </a:p>
          <a:p>
            <a:r>
              <a:rPr lang="en-US" altLang="zh-CN" dirty="0" smtClean="0"/>
              <a:t>6.</a:t>
            </a:r>
            <a:r>
              <a:rPr lang="zh-CN" altLang="en-US" dirty="0" smtClean="0"/>
              <a:t>一次通信过程结束。</a:t>
            </a:r>
          </a:p>
        </p:txBody>
      </p:sp>
      <p:sp>
        <p:nvSpPr>
          <p:cNvPr id="133124" name="灯片编号占位符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eaLnBrk="0" hangingPunct="0">
              <a:spcBef>
                <a:spcPct val="30000"/>
              </a:spcBef>
              <a:defRPr sz="1300">
                <a:solidFill>
                  <a:schemeClr val="tx1"/>
                </a:solidFill>
                <a:latin typeface="Calibri" pitchFamily="34" charset="0"/>
                <a:ea typeface="宋体" pitchFamily="2" charset="-122"/>
              </a:defRPr>
            </a:lvl1pPr>
            <a:lvl2pPr marL="804763" indent="-309524" eaLnBrk="0" hangingPunct="0">
              <a:spcBef>
                <a:spcPct val="30000"/>
              </a:spcBef>
              <a:defRPr sz="1300">
                <a:solidFill>
                  <a:schemeClr val="tx1"/>
                </a:solidFill>
                <a:latin typeface="Calibri" pitchFamily="34" charset="0"/>
                <a:ea typeface="宋体" pitchFamily="2" charset="-122"/>
              </a:defRPr>
            </a:lvl2pPr>
            <a:lvl3pPr marL="1238098" indent="-247620" eaLnBrk="0" hangingPunct="0">
              <a:spcBef>
                <a:spcPct val="30000"/>
              </a:spcBef>
              <a:defRPr sz="1300">
                <a:solidFill>
                  <a:schemeClr val="tx1"/>
                </a:solidFill>
                <a:latin typeface="Calibri" pitchFamily="34" charset="0"/>
                <a:ea typeface="宋体" pitchFamily="2" charset="-122"/>
              </a:defRPr>
            </a:lvl3pPr>
            <a:lvl4pPr marL="1733337" indent="-247620" eaLnBrk="0" hangingPunct="0">
              <a:spcBef>
                <a:spcPct val="30000"/>
              </a:spcBef>
              <a:defRPr sz="1300">
                <a:solidFill>
                  <a:schemeClr val="tx1"/>
                </a:solidFill>
                <a:latin typeface="Calibri" pitchFamily="34" charset="0"/>
                <a:ea typeface="宋体" pitchFamily="2" charset="-122"/>
              </a:defRPr>
            </a:lvl4pPr>
            <a:lvl5pPr marL="2228576" indent="-247620" eaLnBrk="0" hangingPunct="0">
              <a:spcBef>
                <a:spcPct val="30000"/>
              </a:spcBef>
              <a:defRPr sz="1300">
                <a:solidFill>
                  <a:schemeClr val="tx1"/>
                </a:solidFill>
                <a:latin typeface="Calibri" pitchFamily="34" charset="0"/>
                <a:ea typeface="宋体" pitchFamily="2" charset="-122"/>
              </a:defRPr>
            </a:lvl5pPr>
            <a:lvl6pPr marL="2723815" indent="-247620" eaLnBrk="0" fontAlgn="base" hangingPunct="0">
              <a:spcBef>
                <a:spcPct val="30000"/>
              </a:spcBef>
              <a:spcAft>
                <a:spcPct val="0"/>
              </a:spcAft>
              <a:defRPr sz="1300">
                <a:solidFill>
                  <a:schemeClr val="tx1"/>
                </a:solidFill>
                <a:latin typeface="Calibri" pitchFamily="34" charset="0"/>
                <a:ea typeface="宋体" pitchFamily="2" charset="-122"/>
              </a:defRPr>
            </a:lvl6pPr>
            <a:lvl7pPr marL="3219054" indent="-247620" eaLnBrk="0" fontAlgn="base" hangingPunct="0">
              <a:spcBef>
                <a:spcPct val="30000"/>
              </a:spcBef>
              <a:spcAft>
                <a:spcPct val="0"/>
              </a:spcAft>
              <a:defRPr sz="1300">
                <a:solidFill>
                  <a:schemeClr val="tx1"/>
                </a:solidFill>
                <a:latin typeface="Calibri" pitchFamily="34" charset="0"/>
                <a:ea typeface="宋体" pitchFamily="2" charset="-122"/>
              </a:defRPr>
            </a:lvl7pPr>
            <a:lvl8pPr marL="3714293" indent="-247620" eaLnBrk="0" fontAlgn="base" hangingPunct="0">
              <a:spcBef>
                <a:spcPct val="30000"/>
              </a:spcBef>
              <a:spcAft>
                <a:spcPct val="0"/>
              </a:spcAft>
              <a:defRPr sz="1300">
                <a:solidFill>
                  <a:schemeClr val="tx1"/>
                </a:solidFill>
                <a:latin typeface="Calibri" pitchFamily="34" charset="0"/>
                <a:ea typeface="宋体" pitchFamily="2" charset="-122"/>
              </a:defRPr>
            </a:lvl8pPr>
            <a:lvl9pPr marL="4209532" indent="-247620" eaLnBrk="0" fontAlgn="base" hangingPunct="0">
              <a:spcBef>
                <a:spcPct val="30000"/>
              </a:spcBef>
              <a:spcAft>
                <a:spcPct val="0"/>
              </a:spcAft>
              <a:defRPr sz="1300">
                <a:solidFill>
                  <a:schemeClr val="tx1"/>
                </a:solidFill>
                <a:latin typeface="Calibri" pitchFamily="34" charset="0"/>
                <a:ea typeface="宋体" pitchFamily="2" charset="-122"/>
              </a:defRPr>
            </a:lvl9pPr>
          </a:lstStyle>
          <a:p>
            <a:pPr eaLnBrk="1" hangingPunct="1">
              <a:spcBef>
                <a:spcPct val="0"/>
              </a:spcBef>
            </a:pPr>
            <a:fld id="{A9164D6F-F084-4F39-8B7F-70829E8281CA}" type="slidenum">
              <a:rPr lang="zh-CN" altLang="en-US" smtClean="0"/>
              <a:pPr eaLnBrk="1" hangingPunct="1">
                <a:spcBef>
                  <a:spcPct val="0"/>
                </a:spcBef>
              </a:pPr>
              <a:t>54</a:t>
            </a:fld>
            <a:endParaRPr lang="zh-CN" altLang="en-US" smtClean="0"/>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lvl="1" defTabSz="990478"/>
            <a:r>
              <a:rPr lang="en-US" altLang="zh-CN" dirty="0" smtClean="0">
                <a:latin typeface="Times New Roman" pitchFamily="18" charset="0"/>
              </a:rPr>
              <a:t>1.</a:t>
            </a:r>
            <a:r>
              <a:rPr lang="zh-CN" altLang="en-US" dirty="0" smtClean="0">
                <a:latin typeface="Times New Roman" pitchFamily="18" charset="0"/>
              </a:rPr>
              <a:t>利用</a:t>
            </a:r>
            <a:r>
              <a:rPr lang="zh-CN" altLang="en-US" dirty="0" smtClean="0">
                <a:solidFill>
                  <a:srgbClr val="C00000"/>
                </a:solidFill>
                <a:latin typeface="Times New Roman" pitchFamily="18" charset="0"/>
              </a:rPr>
              <a:t>令牌的控制帧</a:t>
            </a:r>
            <a:r>
              <a:rPr lang="zh-CN" altLang="en-US" dirty="0" smtClean="0">
                <a:latin typeface="Times New Roman" pitchFamily="18" charset="0"/>
              </a:rPr>
              <a:t>，调整</a:t>
            </a:r>
            <a:r>
              <a:rPr lang="zh-CN" altLang="en-US" dirty="0" smtClean="0">
                <a:solidFill>
                  <a:srgbClr val="C00000"/>
                </a:solidFill>
                <a:latin typeface="Times New Roman" pitchFamily="18" charset="0"/>
              </a:rPr>
              <a:t>访问的权利</a:t>
            </a:r>
            <a:r>
              <a:rPr lang="zh-CN" altLang="en-US" dirty="0" smtClean="0">
                <a:latin typeface="Times New Roman" pitchFamily="18" charset="0"/>
              </a:rPr>
              <a:t>。收到令牌的节点在一段规定时间内被授予对介质的控制权，该站可以发送一帧或多帧信息。</a:t>
            </a:r>
            <a:endParaRPr lang="en-US" altLang="zh-CN" dirty="0" smtClean="0">
              <a:latin typeface="Times New Roman" pitchFamily="18" charset="0"/>
            </a:endParaRPr>
          </a:p>
          <a:p>
            <a:pPr marL="0" lvl="1" defTabSz="990478"/>
            <a:endParaRPr lang="zh-CN" altLang="en-US" dirty="0" smtClean="0">
              <a:latin typeface="Times New Roman" pitchFamily="18" charset="0"/>
            </a:endParaRPr>
          </a:p>
          <a:p>
            <a:endParaRPr lang="zh-CN" altLang="en-US" dirty="0"/>
          </a:p>
        </p:txBody>
      </p:sp>
      <p:sp>
        <p:nvSpPr>
          <p:cNvPr id="4" name="灯片编号占位符 3"/>
          <p:cNvSpPr>
            <a:spLocks noGrp="1"/>
          </p:cNvSpPr>
          <p:nvPr>
            <p:ph type="sldNum" sz="quarter" idx="10"/>
          </p:nvPr>
        </p:nvSpPr>
        <p:spPr/>
        <p:txBody>
          <a:bodyPr/>
          <a:lstStyle/>
          <a:p>
            <a:pPr>
              <a:defRPr/>
            </a:pPr>
            <a:fld id="{8E0EE677-867B-47A8-8A3F-CB96BBD465DB}" type="slidenum">
              <a:rPr lang="zh-CN" altLang="en-US" smtClean="0"/>
              <a:pPr>
                <a:defRPr/>
              </a:pPr>
              <a:t>55</a:t>
            </a:fld>
            <a:endParaRPr lang="zh-CN" altLang="en-US"/>
          </a:p>
        </p:txBody>
      </p:sp>
    </p:spTree>
    <p:extLst>
      <p:ext uri="{BB962C8B-B14F-4D97-AF65-F5344CB8AC3E}">
        <p14:creationId xmlns:p14="http://schemas.microsoft.com/office/powerpoint/2010/main" val="254866106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4146" name="幻灯片图像占位符 1"/>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34147" name="备注占位符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endParaRPr lang="zh-CN" altLang="en-US" dirty="0" smtClean="0"/>
          </a:p>
        </p:txBody>
      </p:sp>
      <p:sp>
        <p:nvSpPr>
          <p:cNvPr id="134148" name="灯片编号占位符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eaLnBrk="0" hangingPunct="0">
              <a:spcBef>
                <a:spcPct val="30000"/>
              </a:spcBef>
              <a:defRPr sz="1300">
                <a:solidFill>
                  <a:schemeClr val="tx1"/>
                </a:solidFill>
                <a:latin typeface="Calibri" pitchFamily="34" charset="0"/>
                <a:ea typeface="宋体" pitchFamily="2" charset="-122"/>
              </a:defRPr>
            </a:lvl1pPr>
            <a:lvl2pPr marL="804763" indent="-309524" eaLnBrk="0" hangingPunct="0">
              <a:spcBef>
                <a:spcPct val="30000"/>
              </a:spcBef>
              <a:defRPr sz="1300">
                <a:solidFill>
                  <a:schemeClr val="tx1"/>
                </a:solidFill>
                <a:latin typeface="Calibri" pitchFamily="34" charset="0"/>
                <a:ea typeface="宋体" pitchFamily="2" charset="-122"/>
              </a:defRPr>
            </a:lvl2pPr>
            <a:lvl3pPr marL="1238098" indent="-247620" eaLnBrk="0" hangingPunct="0">
              <a:spcBef>
                <a:spcPct val="30000"/>
              </a:spcBef>
              <a:defRPr sz="1300">
                <a:solidFill>
                  <a:schemeClr val="tx1"/>
                </a:solidFill>
                <a:latin typeface="Calibri" pitchFamily="34" charset="0"/>
                <a:ea typeface="宋体" pitchFamily="2" charset="-122"/>
              </a:defRPr>
            </a:lvl3pPr>
            <a:lvl4pPr marL="1733337" indent="-247620" eaLnBrk="0" hangingPunct="0">
              <a:spcBef>
                <a:spcPct val="30000"/>
              </a:spcBef>
              <a:defRPr sz="1300">
                <a:solidFill>
                  <a:schemeClr val="tx1"/>
                </a:solidFill>
                <a:latin typeface="Calibri" pitchFamily="34" charset="0"/>
                <a:ea typeface="宋体" pitchFamily="2" charset="-122"/>
              </a:defRPr>
            </a:lvl4pPr>
            <a:lvl5pPr marL="2228576" indent="-247620" eaLnBrk="0" hangingPunct="0">
              <a:spcBef>
                <a:spcPct val="30000"/>
              </a:spcBef>
              <a:defRPr sz="1300">
                <a:solidFill>
                  <a:schemeClr val="tx1"/>
                </a:solidFill>
                <a:latin typeface="Calibri" pitchFamily="34" charset="0"/>
                <a:ea typeface="宋体" pitchFamily="2" charset="-122"/>
              </a:defRPr>
            </a:lvl5pPr>
            <a:lvl6pPr marL="2723815" indent="-247620" eaLnBrk="0" fontAlgn="base" hangingPunct="0">
              <a:spcBef>
                <a:spcPct val="30000"/>
              </a:spcBef>
              <a:spcAft>
                <a:spcPct val="0"/>
              </a:spcAft>
              <a:defRPr sz="1300">
                <a:solidFill>
                  <a:schemeClr val="tx1"/>
                </a:solidFill>
                <a:latin typeface="Calibri" pitchFamily="34" charset="0"/>
                <a:ea typeface="宋体" pitchFamily="2" charset="-122"/>
              </a:defRPr>
            </a:lvl6pPr>
            <a:lvl7pPr marL="3219054" indent="-247620" eaLnBrk="0" fontAlgn="base" hangingPunct="0">
              <a:spcBef>
                <a:spcPct val="30000"/>
              </a:spcBef>
              <a:spcAft>
                <a:spcPct val="0"/>
              </a:spcAft>
              <a:defRPr sz="1300">
                <a:solidFill>
                  <a:schemeClr val="tx1"/>
                </a:solidFill>
                <a:latin typeface="Calibri" pitchFamily="34" charset="0"/>
                <a:ea typeface="宋体" pitchFamily="2" charset="-122"/>
              </a:defRPr>
            </a:lvl7pPr>
            <a:lvl8pPr marL="3714293" indent="-247620" eaLnBrk="0" fontAlgn="base" hangingPunct="0">
              <a:spcBef>
                <a:spcPct val="30000"/>
              </a:spcBef>
              <a:spcAft>
                <a:spcPct val="0"/>
              </a:spcAft>
              <a:defRPr sz="1300">
                <a:solidFill>
                  <a:schemeClr val="tx1"/>
                </a:solidFill>
                <a:latin typeface="Calibri" pitchFamily="34" charset="0"/>
                <a:ea typeface="宋体" pitchFamily="2" charset="-122"/>
              </a:defRPr>
            </a:lvl8pPr>
            <a:lvl9pPr marL="4209532" indent="-247620" eaLnBrk="0" fontAlgn="base" hangingPunct="0">
              <a:spcBef>
                <a:spcPct val="30000"/>
              </a:spcBef>
              <a:spcAft>
                <a:spcPct val="0"/>
              </a:spcAft>
              <a:defRPr sz="1300">
                <a:solidFill>
                  <a:schemeClr val="tx1"/>
                </a:solidFill>
                <a:latin typeface="Calibri" pitchFamily="34" charset="0"/>
                <a:ea typeface="宋体" pitchFamily="2" charset="-122"/>
              </a:defRPr>
            </a:lvl9pPr>
          </a:lstStyle>
          <a:p>
            <a:pPr eaLnBrk="1" hangingPunct="1">
              <a:spcBef>
                <a:spcPct val="0"/>
              </a:spcBef>
            </a:pPr>
            <a:fld id="{8313E189-7ACE-425D-98F8-D0EB362A54B7}" type="slidenum">
              <a:rPr lang="zh-CN" altLang="en-US" smtClean="0"/>
              <a:pPr eaLnBrk="1" hangingPunct="1">
                <a:spcBef>
                  <a:spcPct val="0"/>
                </a:spcBef>
              </a:pPr>
              <a:t>56</a:t>
            </a:fld>
            <a:endParaRPr lang="zh-CN" altLang="en-US" smtClean="0"/>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5170" name="幻灯片图像占位符 1"/>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35171" name="备注占位符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pPr eaLnBrk="1" hangingPunct="1"/>
            <a:r>
              <a:rPr lang="en-US" altLang="zh-CN" smtClean="0"/>
              <a:t>2016/09/09</a:t>
            </a:r>
            <a:endParaRPr lang="zh-CN" altLang="en-US" smtClean="0"/>
          </a:p>
        </p:txBody>
      </p:sp>
      <p:sp>
        <p:nvSpPr>
          <p:cNvPr id="135172" name="灯片编号占位符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eaLnBrk="0" hangingPunct="0">
              <a:spcBef>
                <a:spcPct val="30000"/>
              </a:spcBef>
              <a:defRPr sz="1300">
                <a:solidFill>
                  <a:schemeClr val="tx1"/>
                </a:solidFill>
                <a:latin typeface="Calibri" pitchFamily="34" charset="0"/>
                <a:ea typeface="宋体" pitchFamily="2" charset="-122"/>
              </a:defRPr>
            </a:lvl1pPr>
            <a:lvl2pPr marL="804763" indent="-309524" eaLnBrk="0" hangingPunct="0">
              <a:spcBef>
                <a:spcPct val="30000"/>
              </a:spcBef>
              <a:defRPr sz="1300">
                <a:solidFill>
                  <a:schemeClr val="tx1"/>
                </a:solidFill>
                <a:latin typeface="Calibri" pitchFamily="34" charset="0"/>
                <a:ea typeface="宋体" pitchFamily="2" charset="-122"/>
              </a:defRPr>
            </a:lvl2pPr>
            <a:lvl3pPr marL="1238098" indent="-247620" eaLnBrk="0" hangingPunct="0">
              <a:spcBef>
                <a:spcPct val="30000"/>
              </a:spcBef>
              <a:defRPr sz="1300">
                <a:solidFill>
                  <a:schemeClr val="tx1"/>
                </a:solidFill>
                <a:latin typeface="Calibri" pitchFamily="34" charset="0"/>
                <a:ea typeface="宋体" pitchFamily="2" charset="-122"/>
              </a:defRPr>
            </a:lvl3pPr>
            <a:lvl4pPr marL="1733337" indent="-247620" eaLnBrk="0" hangingPunct="0">
              <a:spcBef>
                <a:spcPct val="30000"/>
              </a:spcBef>
              <a:defRPr sz="1300">
                <a:solidFill>
                  <a:schemeClr val="tx1"/>
                </a:solidFill>
                <a:latin typeface="Calibri" pitchFamily="34" charset="0"/>
                <a:ea typeface="宋体" pitchFamily="2" charset="-122"/>
              </a:defRPr>
            </a:lvl4pPr>
            <a:lvl5pPr marL="2228576" indent="-247620" eaLnBrk="0" hangingPunct="0">
              <a:spcBef>
                <a:spcPct val="30000"/>
              </a:spcBef>
              <a:defRPr sz="1300">
                <a:solidFill>
                  <a:schemeClr val="tx1"/>
                </a:solidFill>
                <a:latin typeface="Calibri" pitchFamily="34" charset="0"/>
                <a:ea typeface="宋体" pitchFamily="2" charset="-122"/>
              </a:defRPr>
            </a:lvl5pPr>
            <a:lvl6pPr marL="2723815" indent="-247620" eaLnBrk="0" fontAlgn="base" hangingPunct="0">
              <a:spcBef>
                <a:spcPct val="30000"/>
              </a:spcBef>
              <a:spcAft>
                <a:spcPct val="0"/>
              </a:spcAft>
              <a:defRPr sz="1300">
                <a:solidFill>
                  <a:schemeClr val="tx1"/>
                </a:solidFill>
                <a:latin typeface="Calibri" pitchFamily="34" charset="0"/>
                <a:ea typeface="宋体" pitchFamily="2" charset="-122"/>
              </a:defRPr>
            </a:lvl6pPr>
            <a:lvl7pPr marL="3219054" indent="-247620" eaLnBrk="0" fontAlgn="base" hangingPunct="0">
              <a:spcBef>
                <a:spcPct val="30000"/>
              </a:spcBef>
              <a:spcAft>
                <a:spcPct val="0"/>
              </a:spcAft>
              <a:defRPr sz="1300">
                <a:solidFill>
                  <a:schemeClr val="tx1"/>
                </a:solidFill>
                <a:latin typeface="Calibri" pitchFamily="34" charset="0"/>
                <a:ea typeface="宋体" pitchFamily="2" charset="-122"/>
              </a:defRPr>
            </a:lvl7pPr>
            <a:lvl8pPr marL="3714293" indent="-247620" eaLnBrk="0" fontAlgn="base" hangingPunct="0">
              <a:spcBef>
                <a:spcPct val="30000"/>
              </a:spcBef>
              <a:spcAft>
                <a:spcPct val="0"/>
              </a:spcAft>
              <a:defRPr sz="1300">
                <a:solidFill>
                  <a:schemeClr val="tx1"/>
                </a:solidFill>
                <a:latin typeface="Calibri" pitchFamily="34" charset="0"/>
                <a:ea typeface="宋体" pitchFamily="2" charset="-122"/>
              </a:defRPr>
            </a:lvl8pPr>
            <a:lvl9pPr marL="4209532" indent="-247620" eaLnBrk="0" fontAlgn="base" hangingPunct="0">
              <a:spcBef>
                <a:spcPct val="30000"/>
              </a:spcBef>
              <a:spcAft>
                <a:spcPct val="0"/>
              </a:spcAft>
              <a:defRPr sz="1300">
                <a:solidFill>
                  <a:schemeClr val="tx1"/>
                </a:solidFill>
                <a:latin typeface="Calibri" pitchFamily="34" charset="0"/>
                <a:ea typeface="宋体" pitchFamily="2" charset="-122"/>
              </a:defRPr>
            </a:lvl9pPr>
          </a:lstStyle>
          <a:p>
            <a:pPr eaLnBrk="1" hangingPunct="1">
              <a:spcBef>
                <a:spcPct val="0"/>
              </a:spcBef>
            </a:pPr>
            <a:fld id="{4CF1F68A-AD6F-4E90-8B36-5ACF8AA32C60}" type="slidenum">
              <a:rPr lang="zh-CN" altLang="en-US" smtClean="0"/>
              <a:pPr eaLnBrk="1" hangingPunct="1">
                <a:spcBef>
                  <a:spcPct val="0"/>
                </a:spcBef>
              </a:pPr>
              <a:t>59</a:t>
            </a:fld>
            <a:endParaRPr lang="zh-CN" altLang="en-US" smtClean="0"/>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6194" name="幻灯片图像占位符 1"/>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36195" name="备注占位符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endParaRPr lang="zh-CN" altLang="en-US" dirty="0" smtClean="0"/>
          </a:p>
        </p:txBody>
      </p:sp>
      <p:sp>
        <p:nvSpPr>
          <p:cNvPr id="136196" name="灯片编号占位符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eaLnBrk="0" hangingPunct="0">
              <a:spcBef>
                <a:spcPct val="30000"/>
              </a:spcBef>
              <a:defRPr sz="1300">
                <a:solidFill>
                  <a:schemeClr val="tx1"/>
                </a:solidFill>
                <a:latin typeface="Calibri" pitchFamily="34" charset="0"/>
                <a:ea typeface="宋体" pitchFamily="2" charset="-122"/>
              </a:defRPr>
            </a:lvl1pPr>
            <a:lvl2pPr marL="804763" indent="-309524" eaLnBrk="0" hangingPunct="0">
              <a:spcBef>
                <a:spcPct val="30000"/>
              </a:spcBef>
              <a:defRPr sz="1300">
                <a:solidFill>
                  <a:schemeClr val="tx1"/>
                </a:solidFill>
                <a:latin typeface="Calibri" pitchFamily="34" charset="0"/>
                <a:ea typeface="宋体" pitchFamily="2" charset="-122"/>
              </a:defRPr>
            </a:lvl2pPr>
            <a:lvl3pPr marL="1238098" indent="-247620" eaLnBrk="0" hangingPunct="0">
              <a:spcBef>
                <a:spcPct val="30000"/>
              </a:spcBef>
              <a:defRPr sz="1300">
                <a:solidFill>
                  <a:schemeClr val="tx1"/>
                </a:solidFill>
                <a:latin typeface="Calibri" pitchFamily="34" charset="0"/>
                <a:ea typeface="宋体" pitchFamily="2" charset="-122"/>
              </a:defRPr>
            </a:lvl3pPr>
            <a:lvl4pPr marL="1733337" indent="-247620" eaLnBrk="0" hangingPunct="0">
              <a:spcBef>
                <a:spcPct val="30000"/>
              </a:spcBef>
              <a:defRPr sz="1300">
                <a:solidFill>
                  <a:schemeClr val="tx1"/>
                </a:solidFill>
                <a:latin typeface="Calibri" pitchFamily="34" charset="0"/>
                <a:ea typeface="宋体" pitchFamily="2" charset="-122"/>
              </a:defRPr>
            </a:lvl4pPr>
            <a:lvl5pPr marL="2228576" indent="-247620" eaLnBrk="0" hangingPunct="0">
              <a:spcBef>
                <a:spcPct val="30000"/>
              </a:spcBef>
              <a:defRPr sz="1300">
                <a:solidFill>
                  <a:schemeClr val="tx1"/>
                </a:solidFill>
                <a:latin typeface="Calibri" pitchFamily="34" charset="0"/>
                <a:ea typeface="宋体" pitchFamily="2" charset="-122"/>
              </a:defRPr>
            </a:lvl5pPr>
            <a:lvl6pPr marL="2723815" indent="-247620" eaLnBrk="0" fontAlgn="base" hangingPunct="0">
              <a:spcBef>
                <a:spcPct val="30000"/>
              </a:spcBef>
              <a:spcAft>
                <a:spcPct val="0"/>
              </a:spcAft>
              <a:defRPr sz="1300">
                <a:solidFill>
                  <a:schemeClr val="tx1"/>
                </a:solidFill>
                <a:latin typeface="Calibri" pitchFamily="34" charset="0"/>
                <a:ea typeface="宋体" pitchFamily="2" charset="-122"/>
              </a:defRPr>
            </a:lvl6pPr>
            <a:lvl7pPr marL="3219054" indent="-247620" eaLnBrk="0" fontAlgn="base" hangingPunct="0">
              <a:spcBef>
                <a:spcPct val="30000"/>
              </a:spcBef>
              <a:spcAft>
                <a:spcPct val="0"/>
              </a:spcAft>
              <a:defRPr sz="1300">
                <a:solidFill>
                  <a:schemeClr val="tx1"/>
                </a:solidFill>
                <a:latin typeface="Calibri" pitchFamily="34" charset="0"/>
                <a:ea typeface="宋体" pitchFamily="2" charset="-122"/>
              </a:defRPr>
            </a:lvl7pPr>
            <a:lvl8pPr marL="3714293" indent="-247620" eaLnBrk="0" fontAlgn="base" hangingPunct="0">
              <a:spcBef>
                <a:spcPct val="30000"/>
              </a:spcBef>
              <a:spcAft>
                <a:spcPct val="0"/>
              </a:spcAft>
              <a:defRPr sz="1300">
                <a:solidFill>
                  <a:schemeClr val="tx1"/>
                </a:solidFill>
                <a:latin typeface="Calibri" pitchFamily="34" charset="0"/>
                <a:ea typeface="宋体" pitchFamily="2" charset="-122"/>
              </a:defRPr>
            </a:lvl8pPr>
            <a:lvl9pPr marL="4209532" indent="-247620" eaLnBrk="0" fontAlgn="base" hangingPunct="0">
              <a:spcBef>
                <a:spcPct val="30000"/>
              </a:spcBef>
              <a:spcAft>
                <a:spcPct val="0"/>
              </a:spcAft>
              <a:defRPr sz="1300">
                <a:solidFill>
                  <a:schemeClr val="tx1"/>
                </a:solidFill>
                <a:latin typeface="Calibri" pitchFamily="34" charset="0"/>
                <a:ea typeface="宋体" pitchFamily="2" charset="-122"/>
              </a:defRPr>
            </a:lvl9pPr>
          </a:lstStyle>
          <a:p>
            <a:pPr eaLnBrk="1" hangingPunct="1">
              <a:spcBef>
                <a:spcPct val="0"/>
              </a:spcBef>
            </a:pPr>
            <a:fld id="{2ADC3D73-3B82-4644-BD2A-7246DD7F983C}" type="slidenum">
              <a:rPr lang="zh-CN" altLang="en-US" smtClean="0"/>
              <a:pPr eaLnBrk="1" hangingPunct="1">
                <a:spcBef>
                  <a:spcPct val="0"/>
                </a:spcBef>
              </a:pPr>
              <a:t>62</a:t>
            </a:fld>
            <a:endParaRPr lang="zh-CN" altLang="en-US" smtClean="0"/>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7218" name="幻灯片图像占位符 1"/>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37219" name="备注占位符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r>
              <a:rPr lang="zh-CN" altLang="en-US" dirty="0" smtClean="0"/>
              <a:t>目前还有</a:t>
            </a:r>
            <a:r>
              <a:rPr lang="en-US" altLang="zh-CN" dirty="0" smtClean="0"/>
              <a:t>802.17-802.25</a:t>
            </a:r>
          </a:p>
          <a:p>
            <a:r>
              <a:rPr lang="en-US" altLang="zh-CN" dirty="0" smtClean="0"/>
              <a:t>802.25</a:t>
            </a:r>
            <a:r>
              <a:rPr lang="en-US" altLang="zh-CN" baseline="0" dirty="0" smtClean="0"/>
              <a:t> – </a:t>
            </a:r>
            <a:r>
              <a:rPr lang="zh-CN" altLang="en-US" baseline="0" dirty="0" smtClean="0"/>
              <a:t>智能电网</a:t>
            </a:r>
            <a:endParaRPr lang="zh-CN" altLang="en-US" dirty="0" smtClean="0"/>
          </a:p>
          <a:p>
            <a:endParaRPr lang="zh-CN" altLang="en-US" dirty="0" smtClean="0"/>
          </a:p>
        </p:txBody>
      </p:sp>
      <p:sp>
        <p:nvSpPr>
          <p:cNvPr id="137220" name="灯片编号占位符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eaLnBrk="0" hangingPunct="0">
              <a:spcBef>
                <a:spcPct val="30000"/>
              </a:spcBef>
              <a:defRPr sz="1300">
                <a:solidFill>
                  <a:schemeClr val="tx1"/>
                </a:solidFill>
                <a:latin typeface="Calibri" pitchFamily="34" charset="0"/>
                <a:ea typeface="宋体" pitchFamily="2" charset="-122"/>
              </a:defRPr>
            </a:lvl1pPr>
            <a:lvl2pPr marL="804763" indent="-309524" eaLnBrk="0" hangingPunct="0">
              <a:spcBef>
                <a:spcPct val="30000"/>
              </a:spcBef>
              <a:defRPr sz="1300">
                <a:solidFill>
                  <a:schemeClr val="tx1"/>
                </a:solidFill>
                <a:latin typeface="Calibri" pitchFamily="34" charset="0"/>
                <a:ea typeface="宋体" pitchFamily="2" charset="-122"/>
              </a:defRPr>
            </a:lvl2pPr>
            <a:lvl3pPr marL="1238098" indent="-247620" eaLnBrk="0" hangingPunct="0">
              <a:spcBef>
                <a:spcPct val="30000"/>
              </a:spcBef>
              <a:defRPr sz="1300">
                <a:solidFill>
                  <a:schemeClr val="tx1"/>
                </a:solidFill>
                <a:latin typeface="Calibri" pitchFamily="34" charset="0"/>
                <a:ea typeface="宋体" pitchFamily="2" charset="-122"/>
              </a:defRPr>
            </a:lvl3pPr>
            <a:lvl4pPr marL="1733337" indent="-247620" eaLnBrk="0" hangingPunct="0">
              <a:spcBef>
                <a:spcPct val="30000"/>
              </a:spcBef>
              <a:defRPr sz="1300">
                <a:solidFill>
                  <a:schemeClr val="tx1"/>
                </a:solidFill>
                <a:latin typeface="Calibri" pitchFamily="34" charset="0"/>
                <a:ea typeface="宋体" pitchFamily="2" charset="-122"/>
              </a:defRPr>
            </a:lvl4pPr>
            <a:lvl5pPr marL="2228576" indent="-247620" eaLnBrk="0" hangingPunct="0">
              <a:spcBef>
                <a:spcPct val="30000"/>
              </a:spcBef>
              <a:defRPr sz="1300">
                <a:solidFill>
                  <a:schemeClr val="tx1"/>
                </a:solidFill>
                <a:latin typeface="Calibri" pitchFamily="34" charset="0"/>
                <a:ea typeface="宋体" pitchFamily="2" charset="-122"/>
              </a:defRPr>
            </a:lvl5pPr>
            <a:lvl6pPr marL="2723815" indent="-247620" eaLnBrk="0" fontAlgn="base" hangingPunct="0">
              <a:spcBef>
                <a:spcPct val="30000"/>
              </a:spcBef>
              <a:spcAft>
                <a:spcPct val="0"/>
              </a:spcAft>
              <a:defRPr sz="1300">
                <a:solidFill>
                  <a:schemeClr val="tx1"/>
                </a:solidFill>
                <a:latin typeface="Calibri" pitchFamily="34" charset="0"/>
                <a:ea typeface="宋体" pitchFamily="2" charset="-122"/>
              </a:defRPr>
            </a:lvl6pPr>
            <a:lvl7pPr marL="3219054" indent="-247620" eaLnBrk="0" fontAlgn="base" hangingPunct="0">
              <a:spcBef>
                <a:spcPct val="30000"/>
              </a:spcBef>
              <a:spcAft>
                <a:spcPct val="0"/>
              </a:spcAft>
              <a:defRPr sz="1300">
                <a:solidFill>
                  <a:schemeClr val="tx1"/>
                </a:solidFill>
                <a:latin typeface="Calibri" pitchFamily="34" charset="0"/>
                <a:ea typeface="宋体" pitchFamily="2" charset="-122"/>
              </a:defRPr>
            </a:lvl7pPr>
            <a:lvl8pPr marL="3714293" indent="-247620" eaLnBrk="0" fontAlgn="base" hangingPunct="0">
              <a:spcBef>
                <a:spcPct val="30000"/>
              </a:spcBef>
              <a:spcAft>
                <a:spcPct val="0"/>
              </a:spcAft>
              <a:defRPr sz="1300">
                <a:solidFill>
                  <a:schemeClr val="tx1"/>
                </a:solidFill>
                <a:latin typeface="Calibri" pitchFamily="34" charset="0"/>
                <a:ea typeface="宋体" pitchFamily="2" charset="-122"/>
              </a:defRPr>
            </a:lvl8pPr>
            <a:lvl9pPr marL="4209532" indent="-247620" eaLnBrk="0" fontAlgn="base" hangingPunct="0">
              <a:spcBef>
                <a:spcPct val="30000"/>
              </a:spcBef>
              <a:spcAft>
                <a:spcPct val="0"/>
              </a:spcAft>
              <a:defRPr sz="1300">
                <a:solidFill>
                  <a:schemeClr val="tx1"/>
                </a:solidFill>
                <a:latin typeface="Calibri" pitchFamily="34" charset="0"/>
                <a:ea typeface="宋体" pitchFamily="2" charset="-122"/>
              </a:defRPr>
            </a:lvl9pPr>
          </a:lstStyle>
          <a:p>
            <a:pPr eaLnBrk="1" hangingPunct="1">
              <a:spcBef>
                <a:spcPct val="0"/>
              </a:spcBef>
            </a:pPr>
            <a:fld id="{168BAE9D-F73B-4D82-8F2C-0C37BB6F7E86}" type="slidenum">
              <a:rPr lang="zh-CN" altLang="en-US" smtClean="0"/>
              <a:pPr eaLnBrk="1" hangingPunct="1">
                <a:spcBef>
                  <a:spcPct val="0"/>
                </a:spcBef>
              </a:pPr>
              <a:t>64</a:t>
            </a:fld>
            <a:endParaRPr lang="zh-CN" altLang="en-US" smtClean="0"/>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8242" name="幻灯片图像占位符 1"/>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38243" name="备注占位符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endParaRPr lang="zh-CN" altLang="en-US" dirty="0" smtClean="0"/>
          </a:p>
        </p:txBody>
      </p:sp>
      <p:sp>
        <p:nvSpPr>
          <p:cNvPr id="138244" name="灯片编号占位符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eaLnBrk="0" hangingPunct="0">
              <a:spcBef>
                <a:spcPct val="30000"/>
              </a:spcBef>
              <a:defRPr sz="1300">
                <a:solidFill>
                  <a:schemeClr val="tx1"/>
                </a:solidFill>
                <a:latin typeface="Calibri" pitchFamily="34" charset="0"/>
                <a:ea typeface="宋体" pitchFamily="2" charset="-122"/>
              </a:defRPr>
            </a:lvl1pPr>
            <a:lvl2pPr marL="804763" indent="-309524" eaLnBrk="0" hangingPunct="0">
              <a:spcBef>
                <a:spcPct val="30000"/>
              </a:spcBef>
              <a:defRPr sz="1300">
                <a:solidFill>
                  <a:schemeClr val="tx1"/>
                </a:solidFill>
                <a:latin typeface="Calibri" pitchFamily="34" charset="0"/>
                <a:ea typeface="宋体" pitchFamily="2" charset="-122"/>
              </a:defRPr>
            </a:lvl2pPr>
            <a:lvl3pPr marL="1238098" indent="-247620" eaLnBrk="0" hangingPunct="0">
              <a:spcBef>
                <a:spcPct val="30000"/>
              </a:spcBef>
              <a:defRPr sz="1300">
                <a:solidFill>
                  <a:schemeClr val="tx1"/>
                </a:solidFill>
                <a:latin typeface="Calibri" pitchFamily="34" charset="0"/>
                <a:ea typeface="宋体" pitchFamily="2" charset="-122"/>
              </a:defRPr>
            </a:lvl3pPr>
            <a:lvl4pPr marL="1733337" indent="-247620" eaLnBrk="0" hangingPunct="0">
              <a:spcBef>
                <a:spcPct val="30000"/>
              </a:spcBef>
              <a:defRPr sz="1300">
                <a:solidFill>
                  <a:schemeClr val="tx1"/>
                </a:solidFill>
                <a:latin typeface="Calibri" pitchFamily="34" charset="0"/>
                <a:ea typeface="宋体" pitchFamily="2" charset="-122"/>
              </a:defRPr>
            </a:lvl4pPr>
            <a:lvl5pPr marL="2228576" indent="-247620" eaLnBrk="0" hangingPunct="0">
              <a:spcBef>
                <a:spcPct val="30000"/>
              </a:spcBef>
              <a:defRPr sz="1300">
                <a:solidFill>
                  <a:schemeClr val="tx1"/>
                </a:solidFill>
                <a:latin typeface="Calibri" pitchFamily="34" charset="0"/>
                <a:ea typeface="宋体" pitchFamily="2" charset="-122"/>
              </a:defRPr>
            </a:lvl5pPr>
            <a:lvl6pPr marL="2723815" indent="-247620" eaLnBrk="0" fontAlgn="base" hangingPunct="0">
              <a:spcBef>
                <a:spcPct val="30000"/>
              </a:spcBef>
              <a:spcAft>
                <a:spcPct val="0"/>
              </a:spcAft>
              <a:defRPr sz="1300">
                <a:solidFill>
                  <a:schemeClr val="tx1"/>
                </a:solidFill>
                <a:latin typeface="Calibri" pitchFamily="34" charset="0"/>
                <a:ea typeface="宋体" pitchFamily="2" charset="-122"/>
              </a:defRPr>
            </a:lvl6pPr>
            <a:lvl7pPr marL="3219054" indent="-247620" eaLnBrk="0" fontAlgn="base" hangingPunct="0">
              <a:spcBef>
                <a:spcPct val="30000"/>
              </a:spcBef>
              <a:spcAft>
                <a:spcPct val="0"/>
              </a:spcAft>
              <a:defRPr sz="1300">
                <a:solidFill>
                  <a:schemeClr val="tx1"/>
                </a:solidFill>
                <a:latin typeface="Calibri" pitchFamily="34" charset="0"/>
                <a:ea typeface="宋体" pitchFamily="2" charset="-122"/>
              </a:defRPr>
            </a:lvl7pPr>
            <a:lvl8pPr marL="3714293" indent="-247620" eaLnBrk="0" fontAlgn="base" hangingPunct="0">
              <a:spcBef>
                <a:spcPct val="30000"/>
              </a:spcBef>
              <a:spcAft>
                <a:spcPct val="0"/>
              </a:spcAft>
              <a:defRPr sz="1300">
                <a:solidFill>
                  <a:schemeClr val="tx1"/>
                </a:solidFill>
                <a:latin typeface="Calibri" pitchFamily="34" charset="0"/>
                <a:ea typeface="宋体" pitchFamily="2" charset="-122"/>
              </a:defRPr>
            </a:lvl8pPr>
            <a:lvl9pPr marL="4209532" indent="-247620" eaLnBrk="0" fontAlgn="base" hangingPunct="0">
              <a:spcBef>
                <a:spcPct val="30000"/>
              </a:spcBef>
              <a:spcAft>
                <a:spcPct val="0"/>
              </a:spcAft>
              <a:defRPr sz="1300">
                <a:solidFill>
                  <a:schemeClr val="tx1"/>
                </a:solidFill>
                <a:latin typeface="Calibri" pitchFamily="34" charset="0"/>
                <a:ea typeface="宋体" pitchFamily="2" charset="-122"/>
              </a:defRPr>
            </a:lvl9pPr>
          </a:lstStyle>
          <a:p>
            <a:pPr eaLnBrk="1" hangingPunct="1">
              <a:spcBef>
                <a:spcPct val="0"/>
              </a:spcBef>
            </a:pPr>
            <a:fld id="{B4703658-4DD7-4C4E-B3A6-D8FB8317A402}" type="slidenum">
              <a:rPr lang="zh-CN" altLang="en-US" smtClean="0"/>
              <a:pPr eaLnBrk="1" hangingPunct="1">
                <a:spcBef>
                  <a:spcPct val="0"/>
                </a:spcBef>
              </a:pPr>
              <a:t>65</a:t>
            </a:fld>
            <a:endParaRPr lang="zh-CN" altLang="en-US" smtClean="0"/>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indent="0">
              <a:buNone/>
            </a:pPr>
            <a:r>
              <a:rPr lang="en-US" altLang="zh-CN" dirty="0" smtClean="0"/>
              <a:t>1.TPDU,</a:t>
            </a:r>
            <a:r>
              <a:rPr lang="zh-CN" altLang="en-US" dirty="0" smtClean="0"/>
              <a:t>全称</a:t>
            </a:r>
            <a:r>
              <a:rPr lang="en-US" altLang="zh-CN" dirty="0" smtClean="0"/>
              <a:t>Transport Protocol Data Unit</a:t>
            </a:r>
            <a:r>
              <a:rPr lang="zh-CN" altLang="en-US" dirty="0" smtClean="0"/>
              <a:t>，是指传送协议数据单元。</a:t>
            </a:r>
            <a:endParaRPr lang="en-US" altLang="zh-CN" dirty="0" smtClean="0"/>
          </a:p>
          <a:p>
            <a:pPr marL="0" indent="0">
              <a:buNone/>
            </a:pPr>
            <a:r>
              <a:rPr lang="en-US" altLang="zh-CN" dirty="0" smtClean="0"/>
              <a:t>2.SPDU</a:t>
            </a:r>
            <a:r>
              <a:rPr lang="zh-CN" altLang="en-US" dirty="0" smtClean="0"/>
              <a:t>，</a:t>
            </a:r>
            <a:r>
              <a:rPr lang="en-US" altLang="zh-CN" sz="1200" b="0" i="0" kern="1200" dirty="0" smtClean="0">
                <a:solidFill>
                  <a:schemeClr val="tx1"/>
                </a:solidFill>
                <a:effectLst/>
                <a:latin typeface="+mn-lt"/>
                <a:ea typeface="+mn-ea"/>
                <a:cs typeface="+mn-cs"/>
              </a:rPr>
              <a:t>Session Protocol Data Unit</a:t>
            </a:r>
            <a:r>
              <a:rPr lang="zh-CN" altLang="en-US" sz="1200" b="0" i="0" kern="1200" dirty="0" smtClean="0">
                <a:solidFill>
                  <a:schemeClr val="tx1"/>
                </a:solidFill>
                <a:effectLst/>
                <a:latin typeface="+mn-lt"/>
                <a:ea typeface="+mn-ea"/>
                <a:cs typeface="+mn-cs"/>
              </a:rPr>
              <a:t>，是会话层协议数据单元</a:t>
            </a:r>
            <a:endParaRPr lang="en-US" altLang="zh-CN" sz="1200" b="0" i="0" kern="1200" dirty="0" smtClean="0">
              <a:solidFill>
                <a:schemeClr val="tx1"/>
              </a:solidFill>
              <a:effectLst/>
              <a:latin typeface="+mn-lt"/>
              <a:ea typeface="+mn-ea"/>
              <a:cs typeface="+mn-cs"/>
            </a:endParaRPr>
          </a:p>
          <a:p>
            <a:pPr marL="0" indent="0">
              <a:buNone/>
            </a:pPr>
            <a:r>
              <a:rPr lang="en-US" altLang="zh-CN" sz="1200" b="0" i="0" kern="1200" dirty="0" smtClean="0">
                <a:solidFill>
                  <a:schemeClr val="tx1"/>
                </a:solidFill>
                <a:effectLst/>
                <a:latin typeface="+mn-lt"/>
                <a:ea typeface="+mn-ea"/>
                <a:cs typeface="+mn-cs"/>
              </a:rPr>
              <a:t>3.PPDU</a:t>
            </a:r>
            <a:r>
              <a:rPr lang="zh-CN" altLang="en-US" sz="1200" b="0" i="0" kern="1200" dirty="0" smtClean="0">
                <a:solidFill>
                  <a:schemeClr val="tx1"/>
                </a:solidFill>
                <a:effectLst/>
                <a:latin typeface="+mn-lt"/>
                <a:ea typeface="+mn-ea"/>
                <a:cs typeface="+mn-cs"/>
              </a:rPr>
              <a:t>，</a:t>
            </a:r>
            <a:r>
              <a:rPr lang="en-US" altLang="zh-CN" sz="1200" b="0" i="0" kern="1200" dirty="0" smtClean="0">
                <a:solidFill>
                  <a:schemeClr val="tx1"/>
                </a:solidFill>
                <a:effectLst/>
                <a:latin typeface="+mn-lt"/>
                <a:ea typeface="+mn-ea"/>
                <a:cs typeface="+mn-cs"/>
              </a:rPr>
              <a:t>PPDU</a:t>
            </a:r>
            <a:r>
              <a:rPr lang="zh-CN" altLang="en-US" sz="1200" b="0" i="0" kern="1200" dirty="0" smtClean="0">
                <a:solidFill>
                  <a:schemeClr val="tx1"/>
                </a:solidFill>
                <a:effectLst/>
                <a:latin typeface="+mn-lt"/>
                <a:ea typeface="+mn-ea"/>
                <a:cs typeface="+mn-cs"/>
              </a:rPr>
              <a:t>（</a:t>
            </a:r>
            <a:r>
              <a:rPr lang="en-US" altLang="zh-CN" sz="1200" b="0" i="0" kern="1200" dirty="0" smtClean="0">
                <a:solidFill>
                  <a:schemeClr val="tx1"/>
                </a:solidFill>
                <a:effectLst/>
                <a:latin typeface="+mn-lt"/>
                <a:ea typeface="+mn-ea"/>
                <a:cs typeface="+mn-cs"/>
              </a:rPr>
              <a:t>Presentation Protocol Data Unit </a:t>
            </a:r>
            <a:r>
              <a:rPr lang="zh-CN" altLang="en-US" sz="1200" b="0" i="0" kern="1200" dirty="0" smtClean="0">
                <a:solidFill>
                  <a:schemeClr val="tx1"/>
                </a:solidFill>
                <a:effectLst/>
                <a:latin typeface="+mn-lt"/>
                <a:ea typeface="+mn-ea"/>
                <a:cs typeface="+mn-cs"/>
              </a:rPr>
              <a:t>表示协议数据单元）是</a:t>
            </a:r>
            <a:r>
              <a:rPr lang="en-US" altLang="zh-CN" sz="1200" b="0" i="0" kern="1200" dirty="0" smtClean="0">
                <a:solidFill>
                  <a:schemeClr val="tx1"/>
                </a:solidFill>
                <a:effectLst/>
                <a:latin typeface="+mn-lt"/>
                <a:ea typeface="+mn-ea"/>
                <a:cs typeface="+mn-cs"/>
              </a:rPr>
              <a:t>OSI</a:t>
            </a:r>
            <a:r>
              <a:rPr lang="zh-CN" altLang="en-US" sz="1200" b="0" i="0" kern="1200" dirty="0" smtClean="0">
                <a:solidFill>
                  <a:schemeClr val="tx1"/>
                </a:solidFill>
                <a:effectLst/>
                <a:latin typeface="+mn-lt"/>
                <a:ea typeface="+mn-ea"/>
                <a:cs typeface="+mn-cs"/>
              </a:rPr>
              <a:t>中表示层数据包</a:t>
            </a:r>
            <a:endParaRPr lang="en-US" altLang="zh-CN" sz="1200" b="0" i="0" kern="1200" dirty="0" smtClean="0">
              <a:solidFill>
                <a:schemeClr val="tx1"/>
              </a:solidFill>
              <a:effectLst/>
              <a:latin typeface="+mn-lt"/>
              <a:ea typeface="+mn-ea"/>
              <a:cs typeface="+mn-cs"/>
            </a:endParaRPr>
          </a:p>
          <a:p>
            <a:pPr marL="0" indent="0">
              <a:buNone/>
            </a:pPr>
            <a:r>
              <a:rPr lang="en-US" altLang="zh-CN" sz="1200" b="0" i="0" kern="1200" dirty="0" smtClean="0">
                <a:solidFill>
                  <a:schemeClr val="tx1"/>
                </a:solidFill>
                <a:effectLst/>
                <a:latin typeface="+mn-lt"/>
                <a:ea typeface="+mn-ea"/>
                <a:cs typeface="+mn-cs"/>
              </a:rPr>
              <a:t>4.APDU</a:t>
            </a:r>
            <a:r>
              <a:rPr lang="zh-CN" altLang="en-US" sz="1200" b="0" i="0" kern="1200" dirty="0" smtClean="0">
                <a:solidFill>
                  <a:schemeClr val="tx1"/>
                </a:solidFill>
                <a:effectLst/>
                <a:latin typeface="+mn-lt"/>
                <a:ea typeface="+mn-ea"/>
                <a:cs typeface="+mn-cs"/>
              </a:rPr>
              <a:t>，</a:t>
            </a:r>
            <a:r>
              <a:rPr lang="en-US" altLang="zh-CN" sz="1200" b="0" i="0" kern="1200" dirty="0" smtClean="0">
                <a:solidFill>
                  <a:schemeClr val="tx1"/>
                </a:solidFill>
                <a:effectLst/>
                <a:latin typeface="+mn-lt"/>
                <a:ea typeface="+mn-ea"/>
                <a:cs typeface="+mn-cs"/>
              </a:rPr>
              <a:t>APDU</a:t>
            </a:r>
            <a:r>
              <a:rPr lang="zh-CN" altLang="en-US" sz="1200" b="0" i="0" kern="1200" dirty="0" smtClean="0">
                <a:solidFill>
                  <a:schemeClr val="tx1"/>
                </a:solidFill>
                <a:effectLst/>
                <a:latin typeface="+mn-lt"/>
                <a:ea typeface="+mn-ea"/>
                <a:cs typeface="+mn-cs"/>
              </a:rPr>
              <a:t>：</a:t>
            </a:r>
            <a:r>
              <a:rPr lang="en-US" altLang="zh-CN" sz="1200" b="0" i="0" kern="1200" dirty="0" err="1" smtClean="0">
                <a:solidFill>
                  <a:schemeClr val="tx1"/>
                </a:solidFill>
                <a:effectLst/>
                <a:latin typeface="+mn-lt"/>
                <a:ea typeface="+mn-ea"/>
                <a:cs typeface="+mn-cs"/>
              </a:rPr>
              <a:t>ApplicationProtocolDataUnit</a:t>
            </a:r>
            <a:r>
              <a:rPr lang="en-US" altLang="zh-CN" sz="1200" b="0" i="0" kern="1200" dirty="0" smtClean="0">
                <a:solidFill>
                  <a:schemeClr val="tx1"/>
                </a:solidFill>
                <a:effectLst/>
                <a:latin typeface="+mn-lt"/>
                <a:ea typeface="+mn-ea"/>
                <a:cs typeface="+mn-cs"/>
              </a:rPr>
              <a:t>--</a:t>
            </a:r>
            <a:r>
              <a:rPr lang="zh-CN" altLang="en-US" sz="1200" b="0" i="0" kern="1200" dirty="0" smtClean="0">
                <a:solidFill>
                  <a:schemeClr val="tx1"/>
                </a:solidFill>
                <a:effectLst/>
                <a:latin typeface="+mn-lt"/>
                <a:ea typeface="+mn-ea"/>
                <a:cs typeface="+mn-cs"/>
              </a:rPr>
              <a:t>应用协议数据单元</a:t>
            </a:r>
            <a:endParaRPr lang="en-US" altLang="zh-CN" dirty="0" smtClean="0"/>
          </a:p>
          <a:p>
            <a:pPr marL="228600" indent="-228600">
              <a:buAutoNum type="arabicPeriod"/>
            </a:pPr>
            <a:endParaRPr lang="zh-CN" altLang="en-US" dirty="0"/>
          </a:p>
        </p:txBody>
      </p:sp>
      <p:sp>
        <p:nvSpPr>
          <p:cNvPr id="4" name="灯片编号占位符 3"/>
          <p:cNvSpPr>
            <a:spLocks noGrp="1"/>
          </p:cNvSpPr>
          <p:nvPr>
            <p:ph type="sldNum" sz="quarter" idx="10"/>
          </p:nvPr>
        </p:nvSpPr>
        <p:spPr/>
        <p:txBody>
          <a:bodyPr/>
          <a:lstStyle/>
          <a:p>
            <a:pPr>
              <a:defRPr/>
            </a:pPr>
            <a:fld id="{8E0EE677-867B-47A8-8A3F-CB96BBD465DB}" type="slidenum">
              <a:rPr lang="zh-CN" altLang="en-US" smtClean="0"/>
              <a:pPr>
                <a:defRPr/>
              </a:pPr>
              <a:t>66</a:t>
            </a:fld>
            <a:endParaRPr lang="zh-CN" altLang="en-US"/>
          </a:p>
        </p:txBody>
      </p:sp>
    </p:spTree>
    <p:extLst>
      <p:ext uri="{BB962C8B-B14F-4D97-AF65-F5344CB8AC3E}">
        <p14:creationId xmlns:p14="http://schemas.microsoft.com/office/powerpoint/2010/main" val="289468914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9266" name="幻灯片图像占位符 1"/>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39267" name="备注占位符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r>
              <a:rPr lang="zh-CN" altLang="en-US" smtClean="0"/>
              <a:t>物理层与数据链路层通常由硬件控制</a:t>
            </a:r>
          </a:p>
        </p:txBody>
      </p:sp>
      <p:sp>
        <p:nvSpPr>
          <p:cNvPr id="139268" name="灯片编号占位符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eaLnBrk="0" hangingPunct="0">
              <a:spcBef>
                <a:spcPct val="30000"/>
              </a:spcBef>
              <a:defRPr sz="1300">
                <a:solidFill>
                  <a:schemeClr val="tx1"/>
                </a:solidFill>
                <a:latin typeface="Calibri" pitchFamily="34" charset="0"/>
                <a:ea typeface="宋体" pitchFamily="2" charset="-122"/>
              </a:defRPr>
            </a:lvl1pPr>
            <a:lvl2pPr marL="804763" indent="-309524" eaLnBrk="0" hangingPunct="0">
              <a:spcBef>
                <a:spcPct val="30000"/>
              </a:spcBef>
              <a:defRPr sz="1300">
                <a:solidFill>
                  <a:schemeClr val="tx1"/>
                </a:solidFill>
                <a:latin typeface="Calibri" pitchFamily="34" charset="0"/>
                <a:ea typeface="宋体" pitchFamily="2" charset="-122"/>
              </a:defRPr>
            </a:lvl2pPr>
            <a:lvl3pPr marL="1238098" indent="-247620" eaLnBrk="0" hangingPunct="0">
              <a:spcBef>
                <a:spcPct val="30000"/>
              </a:spcBef>
              <a:defRPr sz="1300">
                <a:solidFill>
                  <a:schemeClr val="tx1"/>
                </a:solidFill>
                <a:latin typeface="Calibri" pitchFamily="34" charset="0"/>
                <a:ea typeface="宋体" pitchFamily="2" charset="-122"/>
              </a:defRPr>
            </a:lvl3pPr>
            <a:lvl4pPr marL="1733337" indent="-247620" eaLnBrk="0" hangingPunct="0">
              <a:spcBef>
                <a:spcPct val="30000"/>
              </a:spcBef>
              <a:defRPr sz="1300">
                <a:solidFill>
                  <a:schemeClr val="tx1"/>
                </a:solidFill>
                <a:latin typeface="Calibri" pitchFamily="34" charset="0"/>
                <a:ea typeface="宋体" pitchFamily="2" charset="-122"/>
              </a:defRPr>
            </a:lvl4pPr>
            <a:lvl5pPr marL="2228576" indent="-247620" eaLnBrk="0" hangingPunct="0">
              <a:spcBef>
                <a:spcPct val="30000"/>
              </a:spcBef>
              <a:defRPr sz="1300">
                <a:solidFill>
                  <a:schemeClr val="tx1"/>
                </a:solidFill>
                <a:latin typeface="Calibri" pitchFamily="34" charset="0"/>
                <a:ea typeface="宋体" pitchFamily="2" charset="-122"/>
              </a:defRPr>
            </a:lvl5pPr>
            <a:lvl6pPr marL="2723815" indent="-247620" eaLnBrk="0" fontAlgn="base" hangingPunct="0">
              <a:spcBef>
                <a:spcPct val="30000"/>
              </a:spcBef>
              <a:spcAft>
                <a:spcPct val="0"/>
              </a:spcAft>
              <a:defRPr sz="1300">
                <a:solidFill>
                  <a:schemeClr val="tx1"/>
                </a:solidFill>
                <a:latin typeface="Calibri" pitchFamily="34" charset="0"/>
                <a:ea typeface="宋体" pitchFamily="2" charset="-122"/>
              </a:defRPr>
            </a:lvl6pPr>
            <a:lvl7pPr marL="3219054" indent="-247620" eaLnBrk="0" fontAlgn="base" hangingPunct="0">
              <a:spcBef>
                <a:spcPct val="30000"/>
              </a:spcBef>
              <a:spcAft>
                <a:spcPct val="0"/>
              </a:spcAft>
              <a:defRPr sz="1300">
                <a:solidFill>
                  <a:schemeClr val="tx1"/>
                </a:solidFill>
                <a:latin typeface="Calibri" pitchFamily="34" charset="0"/>
                <a:ea typeface="宋体" pitchFamily="2" charset="-122"/>
              </a:defRPr>
            </a:lvl7pPr>
            <a:lvl8pPr marL="3714293" indent="-247620" eaLnBrk="0" fontAlgn="base" hangingPunct="0">
              <a:spcBef>
                <a:spcPct val="30000"/>
              </a:spcBef>
              <a:spcAft>
                <a:spcPct val="0"/>
              </a:spcAft>
              <a:defRPr sz="1300">
                <a:solidFill>
                  <a:schemeClr val="tx1"/>
                </a:solidFill>
                <a:latin typeface="Calibri" pitchFamily="34" charset="0"/>
                <a:ea typeface="宋体" pitchFamily="2" charset="-122"/>
              </a:defRPr>
            </a:lvl8pPr>
            <a:lvl9pPr marL="4209532" indent="-247620" eaLnBrk="0" fontAlgn="base" hangingPunct="0">
              <a:spcBef>
                <a:spcPct val="30000"/>
              </a:spcBef>
              <a:spcAft>
                <a:spcPct val="0"/>
              </a:spcAft>
              <a:defRPr sz="1300">
                <a:solidFill>
                  <a:schemeClr val="tx1"/>
                </a:solidFill>
                <a:latin typeface="Calibri" pitchFamily="34" charset="0"/>
                <a:ea typeface="宋体" pitchFamily="2" charset="-122"/>
              </a:defRPr>
            </a:lvl9pPr>
          </a:lstStyle>
          <a:p>
            <a:pPr eaLnBrk="1" hangingPunct="1">
              <a:spcBef>
                <a:spcPct val="0"/>
              </a:spcBef>
            </a:pPr>
            <a:fld id="{AD9FCAA1-F7D8-462D-9871-775FBA009D1D}" type="slidenum">
              <a:rPr lang="zh-CN" altLang="en-US" smtClean="0"/>
              <a:pPr eaLnBrk="1" hangingPunct="1">
                <a:spcBef>
                  <a:spcPct val="0"/>
                </a:spcBef>
              </a:pPr>
              <a:t>67</a:t>
            </a:fld>
            <a:endParaRPr lang="zh-CN" altLang="en-US" smtClean="0"/>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0290" name="幻灯片图像占位符 1"/>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40291" name="备注占位符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r>
              <a:rPr lang="zh-CN" altLang="en-US" smtClean="0"/>
              <a:t>网络层有硬件也有软件</a:t>
            </a:r>
          </a:p>
        </p:txBody>
      </p:sp>
      <p:sp>
        <p:nvSpPr>
          <p:cNvPr id="140292" name="灯片编号占位符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eaLnBrk="0" hangingPunct="0">
              <a:spcBef>
                <a:spcPct val="30000"/>
              </a:spcBef>
              <a:defRPr sz="1300">
                <a:solidFill>
                  <a:schemeClr val="tx1"/>
                </a:solidFill>
                <a:latin typeface="Calibri" pitchFamily="34" charset="0"/>
                <a:ea typeface="宋体" pitchFamily="2" charset="-122"/>
              </a:defRPr>
            </a:lvl1pPr>
            <a:lvl2pPr marL="804763" indent="-309524" eaLnBrk="0" hangingPunct="0">
              <a:spcBef>
                <a:spcPct val="30000"/>
              </a:spcBef>
              <a:defRPr sz="1300">
                <a:solidFill>
                  <a:schemeClr val="tx1"/>
                </a:solidFill>
                <a:latin typeface="Calibri" pitchFamily="34" charset="0"/>
                <a:ea typeface="宋体" pitchFamily="2" charset="-122"/>
              </a:defRPr>
            </a:lvl2pPr>
            <a:lvl3pPr marL="1238098" indent="-247620" eaLnBrk="0" hangingPunct="0">
              <a:spcBef>
                <a:spcPct val="30000"/>
              </a:spcBef>
              <a:defRPr sz="1300">
                <a:solidFill>
                  <a:schemeClr val="tx1"/>
                </a:solidFill>
                <a:latin typeface="Calibri" pitchFamily="34" charset="0"/>
                <a:ea typeface="宋体" pitchFamily="2" charset="-122"/>
              </a:defRPr>
            </a:lvl3pPr>
            <a:lvl4pPr marL="1733337" indent="-247620" eaLnBrk="0" hangingPunct="0">
              <a:spcBef>
                <a:spcPct val="30000"/>
              </a:spcBef>
              <a:defRPr sz="1300">
                <a:solidFill>
                  <a:schemeClr val="tx1"/>
                </a:solidFill>
                <a:latin typeface="Calibri" pitchFamily="34" charset="0"/>
                <a:ea typeface="宋体" pitchFamily="2" charset="-122"/>
              </a:defRPr>
            </a:lvl4pPr>
            <a:lvl5pPr marL="2228576" indent="-247620" eaLnBrk="0" hangingPunct="0">
              <a:spcBef>
                <a:spcPct val="30000"/>
              </a:spcBef>
              <a:defRPr sz="1300">
                <a:solidFill>
                  <a:schemeClr val="tx1"/>
                </a:solidFill>
                <a:latin typeface="Calibri" pitchFamily="34" charset="0"/>
                <a:ea typeface="宋体" pitchFamily="2" charset="-122"/>
              </a:defRPr>
            </a:lvl5pPr>
            <a:lvl6pPr marL="2723815" indent="-247620" eaLnBrk="0" fontAlgn="base" hangingPunct="0">
              <a:spcBef>
                <a:spcPct val="30000"/>
              </a:spcBef>
              <a:spcAft>
                <a:spcPct val="0"/>
              </a:spcAft>
              <a:defRPr sz="1300">
                <a:solidFill>
                  <a:schemeClr val="tx1"/>
                </a:solidFill>
                <a:latin typeface="Calibri" pitchFamily="34" charset="0"/>
                <a:ea typeface="宋体" pitchFamily="2" charset="-122"/>
              </a:defRPr>
            </a:lvl6pPr>
            <a:lvl7pPr marL="3219054" indent="-247620" eaLnBrk="0" fontAlgn="base" hangingPunct="0">
              <a:spcBef>
                <a:spcPct val="30000"/>
              </a:spcBef>
              <a:spcAft>
                <a:spcPct val="0"/>
              </a:spcAft>
              <a:defRPr sz="1300">
                <a:solidFill>
                  <a:schemeClr val="tx1"/>
                </a:solidFill>
                <a:latin typeface="Calibri" pitchFamily="34" charset="0"/>
                <a:ea typeface="宋体" pitchFamily="2" charset="-122"/>
              </a:defRPr>
            </a:lvl7pPr>
            <a:lvl8pPr marL="3714293" indent="-247620" eaLnBrk="0" fontAlgn="base" hangingPunct="0">
              <a:spcBef>
                <a:spcPct val="30000"/>
              </a:spcBef>
              <a:spcAft>
                <a:spcPct val="0"/>
              </a:spcAft>
              <a:defRPr sz="1300">
                <a:solidFill>
                  <a:schemeClr val="tx1"/>
                </a:solidFill>
                <a:latin typeface="Calibri" pitchFamily="34" charset="0"/>
                <a:ea typeface="宋体" pitchFamily="2" charset="-122"/>
              </a:defRPr>
            </a:lvl8pPr>
            <a:lvl9pPr marL="4209532" indent="-247620" eaLnBrk="0" fontAlgn="base" hangingPunct="0">
              <a:spcBef>
                <a:spcPct val="30000"/>
              </a:spcBef>
              <a:spcAft>
                <a:spcPct val="0"/>
              </a:spcAft>
              <a:defRPr sz="1300">
                <a:solidFill>
                  <a:schemeClr val="tx1"/>
                </a:solidFill>
                <a:latin typeface="Calibri" pitchFamily="34" charset="0"/>
                <a:ea typeface="宋体" pitchFamily="2" charset="-122"/>
              </a:defRPr>
            </a:lvl9pPr>
          </a:lstStyle>
          <a:p>
            <a:pPr eaLnBrk="1" hangingPunct="1">
              <a:spcBef>
                <a:spcPct val="0"/>
              </a:spcBef>
            </a:pPr>
            <a:fld id="{BE695974-F7F6-4A65-8BC3-A6E15F399EDA}" type="slidenum">
              <a:rPr lang="zh-CN" altLang="en-US" smtClean="0"/>
              <a:pPr eaLnBrk="1" hangingPunct="1">
                <a:spcBef>
                  <a:spcPct val="0"/>
                </a:spcBef>
              </a:pPr>
              <a:t>68</a:t>
            </a:fld>
            <a:endParaRPr lang="zh-CN" altLang="en-US" smtClean="0"/>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1314" name="幻灯片图像占位符 1"/>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41315" name="备注占位符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r>
              <a:rPr lang="en-US" altLang="zh-CN" smtClean="0"/>
              <a:t>1-3</a:t>
            </a:r>
            <a:r>
              <a:rPr lang="zh-CN" altLang="en-US" smtClean="0"/>
              <a:t>层是链接起来的</a:t>
            </a:r>
            <a:endParaRPr lang="en-US" altLang="zh-CN" smtClean="0"/>
          </a:p>
          <a:p>
            <a:r>
              <a:rPr lang="en-US" altLang="zh-CN" smtClean="0"/>
              <a:t>4-7</a:t>
            </a:r>
            <a:r>
              <a:rPr lang="zh-CN" altLang="en-US" smtClean="0"/>
              <a:t>层是端到端的</a:t>
            </a:r>
          </a:p>
        </p:txBody>
      </p:sp>
      <p:sp>
        <p:nvSpPr>
          <p:cNvPr id="141316" name="灯片编号占位符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eaLnBrk="0" hangingPunct="0">
              <a:spcBef>
                <a:spcPct val="30000"/>
              </a:spcBef>
              <a:defRPr sz="1300">
                <a:solidFill>
                  <a:schemeClr val="tx1"/>
                </a:solidFill>
                <a:latin typeface="Calibri" pitchFamily="34" charset="0"/>
                <a:ea typeface="宋体" pitchFamily="2" charset="-122"/>
              </a:defRPr>
            </a:lvl1pPr>
            <a:lvl2pPr marL="804763" indent="-309524" eaLnBrk="0" hangingPunct="0">
              <a:spcBef>
                <a:spcPct val="30000"/>
              </a:spcBef>
              <a:defRPr sz="1300">
                <a:solidFill>
                  <a:schemeClr val="tx1"/>
                </a:solidFill>
                <a:latin typeface="Calibri" pitchFamily="34" charset="0"/>
                <a:ea typeface="宋体" pitchFamily="2" charset="-122"/>
              </a:defRPr>
            </a:lvl2pPr>
            <a:lvl3pPr marL="1238098" indent="-247620" eaLnBrk="0" hangingPunct="0">
              <a:spcBef>
                <a:spcPct val="30000"/>
              </a:spcBef>
              <a:defRPr sz="1300">
                <a:solidFill>
                  <a:schemeClr val="tx1"/>
                </a:solidFill>
                <a:latin typeface="Calibri" pitchFamily="34" charset="0"/>
                <a:ea typeface="宋体" pitchFamily="2" charset="-122"/>
              </a:defRPr>
            </a:lvl3pPr>
            <a:lvl4pPr marL="1733337" indent="-247620" eaLnBrk="0" hangingPunct="0">
              <a:spcBef>
                <a:spcPct val="30000"/>
              </a:spcBef>
              <a:defRPr sz="1300">
                <a:solidFill>
                  <a:schemeClr val="tx1"/>
                </a:solidFill>
                <a:latin typeface="Calibri" pitchFamily="34" charset="0"/>
                <a:ea typeface="宋体" pitchFamily="2" charset="-122"/>
              </a:defRPr>
            </a:lvl4pPr>
            <a:lvl5pPr marL="2228576" indent="-247620" eaLnBrk="0" hangingPunct="0">
              <a:spcBef>
                <a:spcPct val="30000"/>
              </a:spcBef>
              <a:defRPr sz="1300">
                <a:solidFill>
                  <a:schemeClr val="tx1"/>
                </a:solidFill>
                <a:latin typeface="Calibri" pitchFamily="34" charset="0"/>
                <a:ea typeface="宋体" pitchFamily="2" charset="-122"/>
              </a:defRPr>
            </a:lvl5pPr>
            <a:lvl6pPr marL="2723815" indent="-247620" eaLnBrk="0" fontAlgn="base" hangingPunct="0">
              <a:spcBef>
                <a:spcPct val="30000"/>
              </a:spcBef>
              <a:spcAft>
                <a:spcPct val="0"/>
              </a:spcAft>
              <a:defRPr sz="1300">
                <a:solidFill>
                  <a:schemeClr val="tx1"/>
                </a:solidFill>
                <a:latin typeface="Calibri" pitchFamily="34" charset="0"/>
                <a:ea typeface="宋体" pitchFamily="2" charset="-122"/>
              </a:defRPr>
            </a:lvl6pPr>
            <a:lvl7pPr marL="3219054" indent="-247620" eaLnBrk="0" fontAlgn="base" hangingPunct="0">
              <a:spcBef>
                <a:spcPct val="30000"/>
              </a:spcBef>
              <a:spcAft>
                <a:spcPct val="0"/>
              </a:spcAft>
              <a:defRPr sz="1300">
                <a:solidFill>
                  <a:schemeClr val="tx1"/>
                </a:solidFill>
                <a:latin typeface="Calibri" pitchFamily="34" charset="0"/>
                <a:ea typeface="宋体" pitchFamily="2" charset="-122"/>
              </a:defRPr>
            </a:lvl7pPr>
            <a:lvl8pPr marL="3714293" indent="-247620" eaLnBrk="0" fontAlgn="base" hangingPunct="0">
              <a:spcBef>
                <a:spcPct val="30000"/>
              </a:spcBef>
              <a:spcAft>
                <a:spcPct val="0"/>
              </a:spcAft>
              <a:defRPr sz="1300">
                <a:solidFill>
                  <a:schemeClr val="tx1"/>
                </a:solidFill>
                <a:latin typeface="Calibri" pitchFamily="34" charset="0"/>
                <a:ea typeface="宋体" pitchFamily="2" charset="-122"/>
              </a:defRPr>
            </a:lvl8pPr>
            <a:lvl9pPr marL="4209532" indent="-247620" eaLnBrk="0" fontAlgn="base" hangingPunct="0">
              <a:spcBef>
                <a:spcPct val="30000"/>
              </a:spcBef>
              <a:spcAft>
                <a:spcPct val="0"/>
              </a:spcAft>
              <a:defRPr sz="1300">
                <a:solidFill>
                  <a:schemeClr val="tx1"/>
                </a:solidFill>
                <a:latin typeface="Calibri" pitchFamily="34" charset="0"/>
                <a:ea typeface="宋体" pitchFamily="2" charset="-122"/>
              </a:defRPr>
            </a:lvl9pPr>
          </a:lstStyle>
          <a:p>
            <a:pPr eaLnBrk="1" hangingPunct="1">
              <a:spcBef>
                <a:spcPct val="0"/>
              </a:spcBef>
            </a:pPr>
            <a:fld id="{2161F5DE-7D2F-4874-BF41-160E4EB97223}" type="slidenum">
              <a:rPr lang="zh-CN" altLang="en-US" smtClean="0"/>
              <a:pPr eaLnBrk="1" hangingPunct="1">
                <a:spcBef>
                  <a:spcPct val="0"/>
                </a:spcBef>
              </a:pPr>
              <a:t>69</a:t>
            </a:fld>
            <a:endParaRPr lang="zh-CN" altLang="en-US" smtClean="0"/>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2338" name="幻灯片图像占位符 1"/>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42339" name="备注占位符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endParaRPr lang="zh-CN" altLang="en-US" dirty="0" smtClean="0"/>
          </a:p>
        </p:txBody>
      </p:sp>
      <p:sp>
        <p:nvSpPr>
          <p:cNvPr id="142340" name="灯片编号占位符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eaLnBrk="0" hangingPunct="0">
              <a:spcBef>
                <a:spcPct val="30000"/>
              </a:spcBef>
              <a:defRPr sz="1300">
                <a:solidFill>
                  <a:schemeClr val="tx1"/>
                </a:solidFill>
                <a:latin typeface="Calibri" pitchFamily="34" charset="0"/>
                <a:ea typeface="宋体" pitchFamily="2" charset="-122"/>
              </a:defRPr>
            </a:lvl1pPr>
            <a:lvl2pPr marL="804763" indent="-309524" eaLnBrk="0" hangingPunct="0">
              <a:spcBef>
                <a:spcPct val="30000"/>
              </a:spcBef>
              <a:defRPr sz="1300">
                <a:solidFill>
                  <a:schemeClr val="tx1"/>
                </a:solidFill>
                <a:latin typeface="Calibri" pitchFamily="34" charset="0"/>
                <a:ea typeface="宋体" pitchFamily="2" charset="-122"/>
              </a:defRPr>
            </a:lvl2pPr>
            <a:lvl3pPr marL="1238098" indent="-247620" eaLnBrk="0" hangingPunct="0">
              <a:spcBef>
                <a:spcPct val="30000"/>
              </a:spcBef>
              <a:defRPr sz="1300">
                <a:solidFill>
                  <a:schemeClr val="tx1"/>
                </a:solidFill>
                <a:latin typeface="Calibri" pitchFamily="34" charset="0"/>
                <a:ea typeface="宋体" pitchFamily="2" charset="-122"/>
              </a:defRPr>
            </a:lvl3pPr>
            <a:lvl4pPr marL="1733337" indent="-247620" eaLnBrk="0" hangingPunct="0">
              <a:spcBef>
                <a:spcPct val="30000"/>
              </a:spcBef>
              <a:defRPr sz="1300">
                <a:solidFill>
                  <a:schemeClr val="tx1"/>
                </a:solidFill>
                <a:latin typeface="Calibri" pitchFamily="34" charset="0"/>
                <a:ea typeface="宋体" pitchFamily="2" charset="-122"/>
              </a:defRPr>
            </a:lvl4pPr>
            <a:lvl5pPr marL="2228576" indent="-247620" eaLnBrk="0" hangingPunct="0">
              <a:spcBef>
                <a:spcPct val="30000"/>
              </a:spcBef>
              <a:defRPr sz="1300">
                <a:solidFill>
                  <a:schemeClr val="tx1"/>
                </a:solidFill>
                <a:latin typeface="Calibri" pitchFamily="34" charset="0"/>
                <a:ea typeface="宋体" pitchFamily="2" charset="-122"/>
              </a:defRPr>
            </a:lvl5pPr>
            <a:lvl6pPr marL="2723815" indent="-247620" eaLnBrk="0" fontAlgn="base" hangingPunct="0">
              <a:spcBef>
                <a:spcPct val="30000"/>
              </a:spcBef>
              <a:spcAft>
                <a:spcPct val="0"/>
              </a:spcAft>
              <a:defRPr sz="1300">
                <a:solidFill>
                  <a:schemeClr val="tx1"/>
                </a:solidFill>
                <a:latin typeface="Calibri" pitchFamily="34" charset="0"/>
                <a:ea typeface="宋体" pitchFamily="2" charset="-122"/>
              </a:defRPr>
            </a:lvl6pPr>
            <a:lvl7pPr marL="3219054" indent="-247620" eaLnBrk="0" fontAlgn="base" hangingPunct="0">
              <a:spcBef>
                <a:spcPct val="30000"/>
              </a:spcBef>
              <a:spcAft>
                <a:spcPct val="0"/>
              </a:spcAft>
              <a:defRPr sz="1300">
                <a:solidFill>
                  <a:schemeClr val="tx1"/>
                </a:solidFill>
                <a:latin typeface="Calibri" pitchFamily="34" charset="0"/>
                <a:ea typeface="宋体" pitchFamily="2" charset="-122"/>
              </a:defRPr>
            </a:lvl7pPr>
            <a:lvl8pPr marL="3714293" indent="-247620" eaLnBrk="0" fontAlgn="base" hangingPunct="0">
              <a:spcBef>
                <a:spcPct val="30000"/>
              </a:spcBef>
              <a:spcAft>
                <a:spcPct val="0"/>
              </a:spcAft>
              <a:defRPr sz="1300">
                <a:solidFill>
                  <a:schemeClr val="tx1"/>
                </a:solidFill>
                <a:latin typeface="Calibri" pitchFamily="34" charset="0"/>
                <a:ea typeface="宋体" pitchFamily="2" charset="-122"/>
              </a:defRPr>
            </a:lvl8pPr>
            <a:lvl9pPr marL="4209532" indent="-247620" eaLnBrk="0" fontAlgn="base" hangingPunct="0">
              <a:spcBef>
                <a:spcPct val="30000"/>
              </a:spcBef>
              <a:spcAft>
                <a:spcPct val="0"/>
              </a:spcAft>
              <a:defRPr sz="1300">
                <a:solidFill>
                  <a:schemeClr val="tx1"/>
                </a:solidFill>
                <a:latin typeface="Calibri" pitchFamily="34" charset="0"/>
                <a:ea typeface="宋体" pitchFamily="2" charset="-122"/>
              </a:defRPr>
            </a:lvl9pPr>
          </a:lstStyle>
          <a:p>
            <a:pPr eaLnBrk="1" hangingPunct="1">
              <a:spcBef>
                <a:spcPct val="0"/>
              </a:spcBef>
            </a:pPr>
            <a:fld id="{9EA0095F-F42D-48D0-8D2B-DC7B9133F1D1}" type="slidenum">
              <a:rPr lang="zh-CN" altLang="en-US" smtClean="0"/>
              <a:pPr eaLnBrk="1" hangingPunct="1">
                <a:spcBef>
                  <a:spcPct val="0"/>
                </a:spcBef>
              </a:pPr>
              <a:t>76</a:t>
            </a:fld>
            <a:endParaRPr lang="zh-CN" altLang="en-US" smtClean="0"/>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smtClean="0"/>
              <a:t>1.</a:t>
            </a:r>
            <a:r>
              <a:rPr lang="zh-CN" altLang="en-US" dirty="0" smtClean="0"/>
              <a:t>中继器只在物理层起作用，不改变网络功能，中继器两侧有相同数据速率、协议与地址</a:t>
            </a:r>
            <a:endParaRPr lang="en-US" altLang="zh-CN" dirty="0" smtClean="0"/>
          </a:p>
          <a:p>
            <a:endParaRPr lang="zh-CN" altLang="en-US" dirty="0"/>
          </a:p>
        </p:txBody>
      </p:sp>
      <p:sp>
        <p:nvSpPr>
          <p:cNvPr id="4" name="灯片编号占位符 3"/>
          <p:cNvSpPr>
            <a:spLocks noGrp="1"/>
          </p:cNvSpPr>
          <p:nvPr>
            <p:ph type="sldNum" sz="quarter" idx="10"/>
          </p:nvPr>
        </p:nvSpPr>
        <p:spPr/>
        <p:txBody>
          <a:bodyPr/>
          <a:lstStyle/>
          <a:p>
            <a:pPr>
              <a:defRPr/>
            </a:pPr>
            <a:fld id="{8E0EE677-867B-47A8-8A3F-CB96BBD465DB}" type="slidenum">
              <a:rPr lang="zh-CN" altLang="en-US" smtClean="0"/>
              <a:pPr>
                <a:defRPr/>
              </a:pPr>
              <a:t>83</a:t>
            </a:fld>
            <a:endParaRPr lang="zh-CN" altLang="en-US"/>
          </a:p>
        </p:txBody>
      </p:sp>
    </p:spTree>
    <p:extLst>
      <p:ext uri="{BB962C8B-B14F-4D97-AF65-F5344CB8AC3E}">
        <p14:creationId xmlns:p14="http://schemas.microsoft.com/office/powerpoint/2010/main" val="59583680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dirty="0" smtClean="0"/>
              <a:t>网桥已经被交换机替代；</a:t>
            </a:r>
          </a:p>
        </p:txBody>
      </p:sp>
      <p:sp>
        <p:nvSpPr>
          <p:cNvPr id="4" name="灯片编号占位符 3"/>
          <p:cNvSpPr>
            <a:spLocks noGrp="1"/>
          </p:cNvSpPr>
          <p:nvPr>
            <p:ph type="sldNum" sz="quarter" idx="10"/>
          </p:nvPr>
        </p:nvSpPr>
        <p:spPr/>
        <p:txBody>
          <a:bodyPr/>
          <a:lstStyle/>
          <a:p>
            <a:pPr>
              <a:defRPr/>
            </a:pPr>
            <a:fld id="{8E0EE677-867B-47A8-8A3F-CB96BBD465DB}" type="slidenum">
              <a:rPr lang="zh-CN" altLang="en-US" smtClean="0"/>
              <a:pPr>
                <a:defRPr/>
              </a:pPr>
              <a:t>84</a:t>
            </a:fld>
            <a:endParaRPr lang="zh-CN" altLang="en-US"/>
          </a:p>
        </p:txBody>
      </p:sp>
    </p:spTree>
    <p:extLst>
      <p:ext uri="{BB962C8B-B14F-4D97-AF65-F5344CB8AC3E}">
        <p14:creationId xmlns:p14="http://schemas.microsoft.com/office/powerpoint/2010/main" val="1884824675"/>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pic>
        <p:nvPicPr>
          <p:cNvPr id="4" name="图片 9"/>
          <p:cNvPicPr>
            <a:picLocks noChangeAspect="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0" y="0"/>
            <a:ext cx="9144000" cy="923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标题 1"/>
          <p:cNvSpPr>
            <a:spLocks noGrp="1"/>
          </p:cNvSpPr>
          <p:nvPr>
            <p:ph type="ctrTitle"/>
          </p:nvPr>
        </p:nvSpPr>
        <p:spPr>
          <a:xfrm>
            <a:off x="685800" y="2130425"/>
            <a:ext cx="7772400" cy="1470025"/>
          </a:xfrm>
        </p:spPr>
        <p:txBody>
          <a:bodyPr/>
          <a:lstStyle/>
          <a:p>
            <a:r>
              <a:rPr lang="zh-CN" altLang="en-US" smtClean="0"/>
              <a:t>单击此处编辑母版标题样式</a:t>
            </a:r>
            <a:endParaRPr lang="zh-CN" altLang="en-US"/>
          </a:p>
        </p:txBody>
      </p:sp>
      <p:sp>
        <p:nvSpPr>
          <p:cNvPr id="3" name="副标题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zh-CN" altLang="en-US" smtClean="0"/>
              <a:t>单击此处编辑母版副标题样式</a:t>
            </a:r>
            <a:endParaRPr lang="zh-CN" altLang="en-US"/>
          </a:p>
        </p:txBody>
      </p:sp>
      <p:sp>
        <p:nvSpPr>
          <p:cNvPr id="5" name="日期占位符 3"/>
          <p:cNvSpPr>
            <a:spLocks noGrp="1"/>
          </p:cNvSpPr>
          <p:nvPr>
            <p:ph type="dt" sz="half" idx="10"/>
          </p:nvPr>
        </p:nvSpPr>
        <p:spPr/>
        <p:txBody>
          <a:bodyPr/>
          <a:lstStyle>
            <a:lvl1pPr>
              <a:defRPr/>
            </a:lvl1pPr>
          </a:lstStyle>
          <a:p>
            <a:pPr>
              <a:defRPr/>
            </a:pPr>
            <a:fld id="{FA031BBB-47D6-4A40-BF21-BBBF8A7A1E1C}" type="datetime1">
              <a:rPr lang="zh-CN" altLang="en-US"/>
              <a:pPr>
                <a:defRPr/>
              </a:pPr>
              <a:t>2016/9/26</a:t>
            </a:fld>
            <a:endParaRPr lang="zh-CN" altLang="en-US"/>
          </a:p>
        </p:txBody>
      </p:sp>
      <p:sp>
        <p:nvSpPr>
          <p:cNvPr id="6" name="页脚占位符 4"/>
          <p:cNvSpPr>
            <a:spLocks noGrp="1"/>
          </p:cNvSpPr>
          <p:nvPr>
            <p:ph type="ftr" sz="quarter" idx="11"/>
          </p:nvPr>
        </p:nvSpPr>
        <p:spPr/>
        <p:txBody>
          <a:bodyPr/>
          <a:lstStyle>
            <a:lvl1pPr>
              <a:defRPr/>
            </a:lvl1pPr>
          </a:lstStyle>
          <a:p>
            <a:pPr>
              <a:defRPr/>
            </a:pPr>
            <a:endParaRPr lang="zh-CN" altLang="en-US"/>
          </a:p>
        </p:txBody>
      </p:sp>
      <p:sp>
        <p:nvSpPr>
          <p:cNvPr id="7" name="灯片编号占位符 5"/>
          <p:cNvSpPr>
            <a:spLocks noGrp="1"/>
          </p:cNvSpPr>
          <p:nvPr>
            <p:ph type="sldNum" sz="quarter" idx="12"/>
          </p:nvPr>
        </p:nvSpPr>
        <p:spPr/>
        <p:txBody>
          <a:bodyPr/>
          <a:lstStyle>
            <a:lvl1pPr>
              <a:defRPr/>
            </a:lvl1pPr>
          </a:lstStyle>
          <a:p>
            <a:pPr>
              <a:defRPr/>
            </a:pPr>
            <a:fld id="{728D363C-42AE-4A0F-B95A-579A1D2B5D21}" type="slidenum">
              <a:rPr lang="zh-CN" altLang="en-US"/>
              <a:pPr>
                <a:defRPr/>
              </a:pPr>
              <a:t>‹#›</a:t>
            </a:fld>
            <a:endParaRPr lang="zh-CN" altLang="en-US"/>
          </a:p>
        </p:txBody>
      </p:sp>
    </p:spTree>
    <p:extLst>
      <p:ext uri="{BB962C8B-B14F-4D97-AF65-F5344CB8AC3E}">
        <p14:creationId xmlns:p14="http://schemas.microsoft.com/office/powerpoint/2010/main" val="2006595459"/>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a:xfrm>
            <a:off x="107950" y="44451"/>
            <a:ext cx="7343775" cy="792262"/>
          </a:xfrm>
        </p:spPr>
        <p:txBody>
          <a:bodyPr/>
          <a:lstStyle/>
          <a:p>
            <a:r>
              <a:rPr lang="zh-CN" altLang="en-US" smtClean="0"/>
              <a:t>单击此处编辑母版标题样式</a:t>
            </a:r>
            <a:endParaRPr lang="zh-CN" altLang="en-US"/>
          </a:p>
        </p:txBody>
      </p:sp>
      <p:sp>
        <p:nvSpPr>
          <p:cNvPr id="3" name="内容占位符 2"/>
          <p:cNvSpPr>
            <a:spLocks noGrp="1"/>
          </p:cNvSpPr>
          <p:nvPr>
            <p:ph idx="1"/>
          </p:nvPr>
        </p:nvSpPr>
        <p:spPr>
          <a:xfrm>
            <a:off x="107950" y="980728"/>
            <a:ext cx="8928100" cy="5102572"/>
          </a:xfrm>
        </p:spPr>
        <p:txBody>
          <a:bodyPr/>
          <a:lstStyle>
            <a:lvl1pPr>
              <a:defRPr baseline="0">
                <a:latin typeface="Calibri" panose="020F0502020204030204" pitchFamily="34" charset="0"/>
                <a:ea typeface="楷体_GB2312" panose="02010609030101010101" pitchFamily="49" charset="-122"/>
              </a:defRPr>
            </a:lvl1pPr>
            <a:lvl2pPr>
              <a:defRPr baseline="0">
                <a:latin typeface="Calibri" panose="020F0502020204030204" pitchFamily="34" charset="0"/>
                <a:ea typeface="楷体_GB2312" panose="02010609030101010101" pitchFamily="49" charset="-122"/>
              </a:defRPr>
            </a:lvl2pPr>
            <a:lvl3pPr>
              <a:defRPr baseline="0">
                <a:latin typeface="Calibri" panose="020F0502020204030204" pitchFamily="34" charset="0"/>
                <a:ea typeface="楷体_GB2312" panose="02010609030101010101" pitchFamily="49" charset="-122"/>
              </a:defRPr>
            </a:lvl3pPr>
            <a:lvl4pPr>
              <a:defRPr baseline="0">
                <a:latin typeface="Calibri" panose="020F0502020204030204" pitchFamily="34" charset="0"/>
                <a:ea typeface="楷体_GB2312" panose="02010609030101010101" pitchFamily="49" charset="-122"/>
              </a:defRPr>
            </a:lvl4pPr>
            <a:lvl5pPr>
              <a:defRPr baseline="0">
                <a:latin typeface="Calibri" panose="020F0502020204030204" pitchFamily="34" charset="0"/>
                <a:ea typeface="楷体_GB2312" panose="02010609030101010101" pitchFamily="49" charset="-122"/>
              </a:defRPr>
            </a:lvl5pPr>
          </a:lstStyle>
          <a:p>
            <a:pPr lvl="0"/>
            <a:r>
              <a:rPr lang="zh-CN" altLang="en-US" dirty="0" smtClean="0"/>
              <a:t>单击此处编辑母版文本样式</a:t>
            </a:r>
          </a:p>
          <a:p>
            <a:pPr lvl="1"/>
            <a:r>
              <a:rPr lang="zh-CN" altLang="en-US" dirty="0" smtClean="0"/>
              <a:t>第二级</a:t>
            </a:r>
          </a:p>
          <a:p>
            <a:pPr lvl="2"/>
            <a:r>
              <a:rPr lang="zh-CN" altLang="en-US" dirty="0" smtClean="0"/>
              <a:t>第三级</a:t>
            </a:r>
          </a:p>
          <a:p>
            <a:pPr lvl="3"/>
            <a:r>
              <a:rPr lang="zh-CN" altLang="en-US" dirty="0" smtClean="0"/>
              <a:t>第四级</a:t>
            </a:r>
          </a:p>
          <a:p>
            <a:pPr lvl="4"/>
            <a:r>
              <a:rPr lang="zh-CN" altLang="en-US" dirty="0" smtClean="0"/>
              <a:t>第五级</a:t>
            </a:r>
            <a:endParaRPr lang="zh-CN" altLang="en-US" dirty="0"/>
          </a:p>
        </p:txBody>
      </p:sp>
      <p:sp>
        <p:nvSpPr>
          <p:cNvPr id="4" name="日期占位符 3"/>
          <p:cNvSpPr>
            <a:spLocks noGrp="1"/>
          </p:cNvSpPr>
          <p:nvPr>
            <p:ph type="dt" sz="half" idx="10"/>
          </p:nvPr>
        </p:nvSpPr>
        <p:spPr/>
        <p:txBody>
          <a:bodyPr/>
          <a:lstStyle>
            <a:lvl1pPr>
              <a:defRPr/>
            </a:lvl1pPr>
          </a:lstStyle>
          <a:p>
            <a:pPr>
              <a:defRPr/>
            </a:pPr>
            <a:fld id="{FE5085FD-642E-4FAD-8046-0176125DA32C}" type="datetime1">
              <a:rPr lang="zh-CN" altLang="en-US"/>
              <a:pPr>
                <a:defRPr/>
              </a:pPr>
              <a:t>2016/9/26</a:t>
            </a:fld>
            <a:endParaRPr lang="zh-CN" altLang="en-US"/>
          </a:p>
        </p:txBody>
      </p:sp>
      <p:sp>
        <p:nvSpPr>
          <p:cNvPr id="5" name="页脚占位符 4"/>
          <p:cNvSpPr>
            <a:spLocks noGrp="1"/>
          </p:cNvSpPr>
          <p:nvPr>
            <p:ph type="ftr" sz="quarter" idx="11"/>
          </p:nvPr>
        </p:nvSpPr>
        <p:spPr/>
        <p:txBody>
          <a:bodyPr/>
          <a:lstStyle>
            <a:lvl1pPr>
              <a:defRPr/>
            </a:lvl1pPr>
          </a:lstStyle>
          <a:p>
            <a:pPr>
              <a:defRPr/>
            </a:pPr>
            <a:endParaRPr lang="zh-CN" altLang="en-US"/>
          </a:p>
        </p:txBody>
      </p:sp>
      <p:sp>
        <p:nvSpPr>
          <p:cNvPr id="6" name="灯片编号占位符 5"/>
          <p:cNvSpPr>
            <a:spLocks noGrp="1"/>
          </p:cNvSpPr>
          <p:nvPr>
            <p:ph type="sldNum" sz="quarter" idx="12"/>
          </p:nvPr>
        </p:nvSpPr>
        <p:spPr/>
        <p:txBody>
          <a:bodyPr/>
          <a:lstStyle>
            <a:lvl1pPr>
              <a:defRPr/>
            </a:lvl1pPr>
          </a:lstStyle>
          <a:p>
            <a:pPr>
              <a:defRPr/>
            </a:pPr>
            <a:fld id="{DB2C62FB-46E7-4904-8367-A62FD6542C6B}" type="slidenum">
              <a:rPr lang="zh-CN" altLang="en-US"/>
              <a:pPr>
                <a:defRPr/>
              </a:pPr>
              <a:t>‹#›</a:t>
            </a:fld>
            <a:endParaRPr lang="zh-CN" altLang="en-US"/>
          </a:p>
        </p:txBody>
      </p:sp>
    </p:spTree>
    <p:extLst>
      <p:ext uri="{BB962C8B-B14F-4D97-AF65-F5344CB8AC3E}">
        <p14:creationId xmlns:p14="http://schemas.microsoft.com/office/powerpoint/2010/main" val="23092160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722313" y="4406900"/>
            <a:ext cx="7772400" cy="1362075"/>
          </a:xfrm>
        </p:spPr>
        <p:txBody>
          <a:bodyPr anchor="t"/>
          <a:lstStyle>
            <a:lvl1pPr algn="l">
              <a:defRPr sz="4000" b="1" cap="all"/>
            </a:lvl1pPr>
          </a:lstStyle>
          <a:p>
            <a:r>
              <a:rPr lang="zh-CN" altLang="en-US" smtClean="0"/>
              <a:t>单击此处编辑母版标题样式</a:t>
            </a:r>
            <a:endParaRPr lang="zh-CN" altLang="en-US"/>
          </a:p>
        </p:txBody>
      </p:sp>
      <p:sp>
        <p:nvSpPr>
          <p:cNvPr id="3" name="文本占位符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zh-CN" altLang="en-US" smtClean="0"/>
              <a:t>单击此处编辑母版文本样式</a:t>
            </a:r>
          </a:p>
        </p:txBody>
      </p:sp>
      <p:sp>
        <p:nvSpPr>
          <p:cNvPr id="4" name="日期占位符 3"/>
          <p:cNvSpPr>
            <a:spLocks noGrp="1"/>
          </p:cNvSpPr>
          <p:nvPr>
            <p:ph type="dt" sz="half" idx="10"/>
          </p:nvPr>
        </p:nvSpPr>
        <p:spPr/>
        <p:txBody>
          <a:bodyPr/>
          <a:lstStyle>
            <a:lvl1pPr>
              <a:defRPr/>
            </a:lvl1pPr>
          </a:lstStyle>
          <a:p>
            <a:pPr>
              <a:defRPr/>
            </a:pPr>
            <a:fld id="{3B85E0CD-D97C-44EB-A8D0-0F6A444667FA}" type="datetime1">
              <a:rPr lang="zh-CN" altLang="en-US"/>
              <a:pPr>
                <a:defRPr/>
              </a:pPr>
              <a:t>2016/9/26</a:t>
            </a:fld>
            <a:endParaRPr lang="zh-CN" altLang="en-US"/>
          </a:p>
        </p:txBody>
      </p:sp>
      <p:sp>
        <p:nvSpPr>
          <p:cNvPr id="5" name="页脚占位符 4"/>
          <p:cNvSpPr>
            <a:spLocks noGrp="1"/>
          </p:cNvSpPr>
          <p:nvPr>
            <p:ph type="ftr" sz="quarter" idx="11"/>
          </p:nvPr>
        </p:nvSpPr>
        <p:spPr/>
        <p:txBody>
          <a:bodyPr/>
          <a:lstStyle>
            <a:lvl1pPr>
              <a:defRPr/>
            </a:lvl1pPr>
          </a:lstStyle>
          <a:p>
            <a:pPr>
              <a:defRPr/>
            </a:pPr>
            <a:endParaRPr lang="zh-CN" altLang="en-US"/>
          </a:p>
        </p:txBody>
      </p:sp>
      <p:sp>
        <p:nvSpPr>
          <p:cNvPr id="6" name="灯片编号占位符 5"/>
          <p:cNvSpPr>
            <a:spLocks noGrp="1"/>
          </p:cNvSpPr>
          <p:nvPr>
            <p:ph type="sldNum" sz="quarter" idx="12"/>
          </p:nvPr>
        </p:nvSpPr>
        <p:spPr/>
        <p:txBody>
          <a:bodyPr/>
          <a:lstStyle>
            <a:lvl1pPr>
              <a:defRPr/>
            </a:lvl1pPr>
          </a:lstStyle>
          <a:p>
            <a:pPr>
              <a:defRPr/>
            </a:pPr>
            <a:fld id="{8A36DBBE-ADC8-4BBC-9937-5925257FC472}" type="slidenum">
              <a:rPr lang="zh-CN" altLang="en-US"/>
              <a:pPr>
                <a:defRPr/>
              </a:pPr>
              <a:t>‹#›</a:t>
            </a:fld>
            <a:endParaRPr lang="zh-CN" altLang="en-US"/>
          </a:p>
        </p:txBody>
      </p:sp>
    </p:spTree>
    <p:extLst>
      <p:ext uri="{BB962C8B-B14F-4D97-AF65-F5344CB8AC3E}">
        <p14:creationId xmlns:p14="http://schemas.microsoft.com/office/powerpoint/2010/main" val="51236317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内容占位符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内容占位符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5" name="日期占位符 3"/>
          <p:cNvSpPr>
            <a:spLocks noGrp="1"/>
          </p:cNvSpPr>
          <p:nvPr>
            <p:ph type="dt" sz="half" idx="10"/>
          </p:nvPr>
        </p:nvSpPr>
        <p:spPr/>
        <p:txBody>
          <a:bodyPr/>
          <a:lstStyle>
            <a:lvl1pPr>
              <a:defRPr/>
            </a:lvl1pPr>
          </a:lstStyle>
          <a:p>
            <a:pPr>
              <a:defRPr/>
            </a:pPr>
            <a:fld id="{90AB3B45-F185-40A7-AA31-A6EBAFED5EFE}" type="datetime1">
              <a:rPr lang="zh-CN" altLang="en-US"/>
              <a:pPr>
                <a:defRPr/>
              </a:pPr>
              <a:t>2016/9/26</a:t>
            </a:fld>
            <a:endParaRPr lang="zh-CN" altLang="en-US"/>
          </a:p>
        </p:txBody>
      </p:sp>
      <p:sp>
        <p:nvSpPr>
          <p:cNvPr id="6" name="页脚占位符 4"/>
          <p:cNvSpPr>
            <a:spLocks noGrp="1"/>
          </p:cNvSpPr>
          <p:nvPr>
            <p:ph type="ftr" sz="quarter" idx="11"/>
          </p:nvPr>
        </p:nvSpPr>
        <p:spPr/>
        <p:txBody>
          <a:bodyPr/>
          <a:lstStyle>
            <a:lvl1pPr>
              <a:defRPr/>
            </a:lvl1pPr>
          </a:lstStyle>
          <a:p>
            <a:pPr>
              <a:defRPr/>
            </a:pPr>
            <a:endParaRPr lang="zh-CN" altLang="en-US"/>
          </a:p>
        </p:txBody>
      </p:sp>
      <p:sp>
        <p:nvSpPr>
          <p:cNvPr id="7" name="灯片编号占位符 5"/>
          <p:cNvSpPr>
            <a:spLocks noGrp="1"/>
          </p:cNvSpPr>
          <p:nvPr>
            <p:ph type="sldNum" sz="quarter" idx="12"/>
          </p:nvPr>
        </p:nvSpPr>
        <p:spPr/>
        <p:txBody>
          <a:bodyPr/>
          <a:lstStyle>
            <a:lvl1pPr>
              <a:defRPr/>
            </a:lvl1pPr>
          </a:lstStyle>
          <a:p>
            <a:pPr>
              <a:defRPr/>
            </a:pPr>
            <a:fld id="{5294751C-0213-434F-B919-107322A32E08}" type="slidenum">
              <a:rPr lang="zh-CN" altLang="en-US"/>
              <a:pPr>
                <a:defRPr/>
              </a:pPr>
              <a:t>‹#›</a:t>
            </a:fld>
            <a:endParaRPr lang="zh-CN" altLang="en-US"/>
          </a:p>
        </p:txBody>
      </p:sp>
    </p:spTree>
    <p:extLst>
      <p:ext uri="{BB962C8B-B14F-4D97-AF65-F5344CB8AC3E}">
        <p14:creationId xmlns:p14="http://schemas.microsoft.com/office/powerpoint/2010/main" val="227133760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lvl1pPr>
              <a:defRPr/>
            </a:lvl1pPr>
          </a:lstStyle>
          <a:p>
            <a:r>
              <a:rPr lang="zh-CN" altLang="en-US" smtClean="0"/>
              <a:t>单击此处编辑母版标题样式</a:t>
            </a:r>
            <a:endParaRPr lang="zh-CN" altLang="en-US"/>
          </a:p>
        </p:txBody>
      </p:sp>
      <p:sp>
        <p:nvSpPr>
          <p:cNvPr id="3" name="文本占位符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smtClean="0"/>
              <a:t>单击此处编辑母版文本样式</a:t>
            </a:r>
          </a:p>
        </p:txBody>
      </p:sp>
      <p:sp>
        <p:nvSpPr>
          <p:cNvPr id="4" name="内容占位符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5" name="文本占位符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smtClean="0"/>
              <a:t>单击此处编辑母版文本样式</a:t>
            </a:r>
          </a:p>
        </p:txBody>
      </p:sp>
      <p:sp>
        <p:nvSpPr>
          <p:cNvPr id="6" name="内容占位符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7" name="日期占位符 3"/>
          <p:cNvSpPr>
            <a:spLocks noGrp="1"/>
          </p:cNvSpPr>
          <p:nvPr>
            <p:ph type="dt" sz="half" idx="10"/>
          </p:nvPr>
        </p:nvSpPr>
        <p:spPr/>
        <p:txBody>
          <a:bodyPr/>
          <a:lstStyle>
            <a:lvl1pPr>
              <a:defRPr/>
            </a:lvl1pPr>
          </a:lstStyle>
          <a:p>
            <a:pPr>
              <a:defRPr/>
            </a:pPr>
            <a:fld id="{54B44A87-4EA2-4252-B270-AF74478E07F4}" type="datetime1">
              <a:rPr lang="zh-CN" altLang="en-US"/>
              <a:pPr>
                <a:defRPr/>
              </a:pPr>
              <a:t>2016/9/26</a:t>
            </a:fld>
            <a:endParaRPr lang="zh-CN" altLang="en-US"/>
          </a:p>
        </p:txBody>
      </p:sp>
      <p:sp>
        <p:nvSpPr>
          <p:cNvPr id="8" name="页脚占位符 4"/>
          <p:cNvSpPr>
            <a:spLocks noGrp="1"/>
          </p:cNvSpPr>
          <p:nvPr>
            <p:ph type="ftr" sz="quarter" idx="11"/>
          </p:nvPr>
        </p:nvSpPr>
        <p:spPr/>
        <p:txBody>
          <a:bodyPr/>
          <a:lstStyle>
            <a:lvl1pPr>
              <a:defRPr/>
            </a:lvl1pPr>
          </a:lstStyle>
          <a:p>
            <a:pPr>
              <a:defRPr/>
            </a:pPr>
            <a:endParaRPr lang="zh-CN" altLang="en-US"/>
          </a:p>
        </p:txBody>
      </p:sp>
      <p:sp>
        <p:nvSpPr>
          <p:cNvPr id="9" name="灯片编号占位符 5"/>
          <p:cNvSpPr>
            <a:spLocks noGrp="1"/>
          </p:cNvSpPr>
          <p:nvPr>
            <p:ph type="sldNum" sz="quarter" idx="12"/>
          </p:nvPr>
        </p:nvSpPr>
        <p:spPr/>
        <p:txBody>
          <a:bodyPr/>
          <a:lstStyle>
            <a:lvl1pPr>
              <a:defRPr/>
            </a:lvl1pPr>
          </a:lstStyle>
          <a:p>
            <a:pPr>
              <a:defRPr/>
            </a:pPr>
            <a:fld id="{3EBA6AD9-3CD4-4C83-9CFB-3CB197D60C7B}" type="slidenum">
              <a:rPr lang="zh-CN" altLang="en-US"/>
              <a:pPr>
                <a:defRPr/>
              </a:pPr>
              <a:t>‹#›</a:t>
            </a:fld>
            <a:endParaRPr lang="zh-CN" altLang="en-US"/>
          </a:p>
        </p:txBody>
      </p:sp>
    </p:spTree>
    <p:extLst>
      <p:ext uri="{BB962C8B-B14F-4D97-AF65-F5344CB8AC3E}">
        <p14:creationId xmlns:p14="http://schemas.microsoft.com/office/powerpoint/2010/main" val="291810455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日期占位符 3"/>
          <p:cNvSpPr>
            <a:spLocks noGrp="1"/>
          </p:cNvSpPr>
          <p:nvPr>
            <p:ph type="dt" sz="half" idx="10"/>
          </p:nvPr>
        </p:nvSpPr>
        <p:spPr/>
        <p:txBody>
          <a:bodyPr/>
          <a:lstStyle>
            <a:lvl1pPr>
              <a:defRPr/>
            </a:lvl1pPr>
          </a:lstStyle>
          <a:p>
            <a:pPr>
              <a:defRPr/>
            </a:pPr>
            <a:fld id="{0C113E0A-9338-4C5D-941F-0C96A960C649}" type="datetime1">
              <a:rPr lang="zh-CN" altLang="en-US"/>
              <a:pPr>
                <a:defRPr/>
              </a:pPr>
              <a:t>2016/9/26</a:t>
            </a:fld>
            <a:endParaRPr lang="zh-CN" altLang="en-US"/>
          </a:p>
        </p:txBody>
      </p:sp>
      <p:sp>
        <p:nvSpPr>
          <p:cNvPr id="4" name="页脚占位符 4"/>
          <p:cNvSpPr>
            <a:spLocks noGrp="1"/>
          </p:cNvSpPr>
          <p:nvPr>
            <p:ph type="ftr" sz="quarter" idx="11"/>
          </p:nvPr>
        </p:nvSpPr>
        <p:spPr/>
        <p:txBody>
          <a:bodyPr/>
          <a:lstStyle>
            <a:lvl1pPr>
              <a:defRPr/>
            </a:lvl1pPr>
          </a:lstStyle>
          <a:p>
            <a:pPr>
              <a:defRPr/>
            </a:pPr>
            <a:endParaRPr lang="zh-CN" altLang="en-US"/>
          </a:p>
        </p:txBody>
      </p:sp>
      <p:sp>
        <p:nvSpPr>
          <p:cNvPr id="5" name="灯片编号占位符 5"/>
          <p:cNvSpPr>
            <a:spLocks noGrp="1"/>
          </p:cNvSpPr>
          <p:nvPr>
            <p:ph type="sldNum" sz="quarter" idx="12"/>
          </p:nvPr>
        </p:nvSpPr>
        <p:spPr/>
        <p:txBody>
          <a:bodyPr/>
          <a:lstStyle>
            <a:lvl1pPr>
              <a:defRPr/>
            </a:lvl1pPr>
          </a:lstStyle>
          <a:p>
            <a:pPr>
              <a:defRPr/>
            </a:pPr>
            <a:fld id="{FC8F0772-5D39-4BEA-A8F4-ADE305957D80}" type="slidenum">
              <a:rPr lang="zh-CN" altLang="en-US"/>
              <a:pPr>
                <a:defRPr/>
              </a:pPr>
              <a:t>‹#›</a:t>
            </a:fld>
            <a:endParaRPr lang="zh-CN" altLang="en-US"/>
          </a:p>
        </p:txBody>
      </p:sp>
    </p:spTree>
    <p:extLst>
      <p:ext uri="{BB962C8B-B14F-4D97-AF65-F5344CB8AC3E}">
        <p14:creationId xmlns:p14="http://schemas.microsoft.com/office/powerpoint/2010/main" val="64905780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3"/>
          <p:cNvSpPr>
            <a:spLocks noGrp="1"/>
          </p:cNvSpPr>
          <p:nvPr>
            <p:ph type="dt" sz="half" idx="10"/>
          </p:nvPr>
        </p:nvSpPr>
        <p:spPr/>
        <p:txBody>
          <a:bodyPr/>
          <a:lstStyle>
            <a:lvl1pPr>
              <a:defRPr/>
            </a:lvl1pPr>
          </a:lstStyle>
          <a:p>
            <a:pPr>
              <a:defRPr/>
            </a:pPr>
            <a:fld id="{CBC43651-BFD1-4EB1-BD9D-DAB00AD2D408}" type="datetime1">
              <a:rPr lang="zh-CN" altLang="en-US"/>
              <a:pPr>
                <a:defRPr/>
              </a:pPr>
              <a:t>2016/9/26</a:t>
            </a:fld>
            <a:endParaRPr lang="zh-CN" altLang="en-US"/>
          </a:p>
        </p:txBody>
      </p:sp>
      <p:sp>
        <p:nvSpPr>
          <p:cNvPr id="3" name="页脚占位符 4"/>
          <p:cNvSpPr>
            <a:spLocks noGrp="1"/>
          </p:cNvSpPr>
          <p:nvPr>
            <p:ph type="ftr" sz="quarter" idx="11"/>
          </p:nvPr>
        </p:nvSpPr>
        <p:spPr/>
        <p:txBody>
          <a:bodyPr/>
          <a:lstStyle>
            <a:lvl1pPr>
              <a:defRPr/>
            </a:lvl1pPr>
          </a:lstStyle>
          <a:p>
            <a:pPr>
              <a:defRPr/>
            </a:pPr>
            <a:endParaRPr lang="zh-CN" altLang="en-US"/>
          </a:p>
        </p:txBody>
      </p:sp>
      <p:sp>
        <p:nvSpPr>
          <p:cNvPr id="4" name="灯片编号占位符 5"/>
          <p:cNvSpPr>
            <a:spLocks noGrp="1"/>
          </p:cNvSpPr>
          <p:nvPr>
            <p:ph type="sldNum" sz="quarter" idx="12"/>
          </p:nvPr>
        </p:nvSpPr>
        <p:spPr/>
        <p:txBody>
          <a:bodyPr/>
          <a:lstStyle>
            <a:lvl1pPr>
              <a:defRPr/>
            </a:lvl1pPr>
          </a:lstStyle>
          <a:p>
            <a:pPr>
              <a:defRPr/>
            </a:pPr>
            <a:fld id="{3B1C0DC5-207B-4AD9-992E-ABFA69718549}" type="slidenum">
              <a:rPr lang="zh-CN" altLang="en-US"/>
              <a:pPr>
                <a:defRPr/>
              </a:pPr>
              <a:t>‹#›</a:t>
            </a:fld>
            <a:endParaRPr lang="zh-CN" altLang="en-US"/>
          </a:p>
        </p:txBody>
      </p:sp>
    </p:spTree>
    <p:extLst>
      <p:ext uri="{BB962C8B-B14F-4D97-AF65-F5344CB8AC3E}">
        <p14:creationId xmlns:p14="http://schemas.microsoft.com/office/powerpoint/2010/main" val="255080352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457200" y="273050"/>
            <a:ext cx="3008313" cy="1162050"/>
          </a:xfrm>
        </p:spPr>
        <p:txBody>
          <a:bodyPr anchor="b"/>
          <a:lstStyle>
            <a:lvl1pPr algn="l">
              <a:defRPr sz="2000" b="1"/>
            </a:lvl1pPr>
          </a:lstStyle>
          <a:p>
            <a:r>
              <a:rPr lang="zh-CN" altLang="en-US" smtClean="0"/>
              <a:t>单击此处编辑母版标题样式</a:t>
            </a:r>
            <a:endParaRPr lang="zh-CN" altLang="en-US"/>
          </a:p>
        </p:txBody>
      </p:sp>
      <p:sp>
        <p:nvSpPr>
          <p:cNvPr id="3" name="内容占位符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文本占位符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smtClean="0"/>
              <a:t>单击此处编辑母版文本样式</a:t>
            </a:r>
          </a:p>
        </p:txBody>
      </p:sp>
      <p:sp>
        <p:nvSpPr>
          <p:cNvPr id="5" name="日期占位符 3"/>
          <p:cNvSpPr>
            <a:spLocks noGrp="1"/>
          </p:cNvSpPr>
          <p:nvPr>
            <p:ph type="dt" sz="half" idx="10"/>
          </p:nvPr>
        </p:nvSpPr>
        <p:spPr/>
        <p:txBody>
          <a:bodyPr/>
          <a:lstStyle>
            <a:lvl1pPr>
              <a:defRPr/>
            </a:lvl1pPr>
          </a:lstStyle>
          <a:p>
            <a:pPr>
              <a:defRPr/>
            </a:pPr>
            <a:fld id="{2B21FC35-4EF1-4960-9EE3-033B5A68C382}" type="datetime1">
              <a:rPr lang="zh-CN" altLang="en-US"/>
              <a:pPr>
                <a:defRPr/>
              </a:pPr>
              <a:t>2016/9/26</a:t>
            </a:fld>
            <a:endParaRPr lang="zh-CN" altLang="en-US"/>
          </a:p>
        </p:txBody>
      </p:sp>
      <p:sp>
        <p:nvSpPr>
          <p:cNvPr id="6" name="页脚占位符 4"/>
          <p:cNvSpPr>
            <a:spLocks noGrp="1"/>
          </p:cNvSpPr>
          <p:nvPr>
            <p:ph type="ftr" sz="quarter" idx="11"/>
          </p:nvPr>
        </p:nvSpPr>
        <p:spPr/>
        <p:txBody>
          <a:bodyPr/>
          <a:lstStyle>
            <a:lvl1pPr>
              <a:defRPr/>
            </a:lvl1pPr>
          </a:lstStyle>
          <a:p>
            <a:pPr>
              <a:defRPr/>
            </a:pPr>
            <a:endParaRPr lang="zh-CN" altLang="en-US"/>
          </a:p>
        </p:txBody>
      </p:sp>
      <p:sp>
        <p:nvSpPr>
          <p:cNvPr id="7" name="灯片编号占位符 5"/>
          <p:cNvSpPr>
            <a:spLocks noGrp="1"/>
          </p:cNvSpPr>
          <p:nvPr>
            <p:ph type="sldNum" sz="quarter" idx="12"/>
          </p:nvPr>
        </p:nvSpPr>
        <p:spPr/>
        <p:txBody>
          <a:bodyPr/>
          <a:lstStyle>
            <a:lvl1pPr>
              <a:defRPr/>
            </a:lvl1pPr>
          </a:lstStyle>
          <a:p>
            <a:pPr>
              <a:defRPr/>
            </a:pPr>
            <a:fld id="{9C2250E9-8F22-41A0-A1D8-DEB294F57AEC}" type="slidenum">
              <a:rPr lang="zh-CN" altLang="en-US"/>
              <a:pPr>
                <a:defRPr/>
              </a:pPr>
              <a:t>‹#›</a:t>
            </a:fld>
            <a:endParaRPr lang="zh-CN" altLang="en-US"/>
          </a:p>
        </p:txBody>
      </p:sp>
    </p:spTree>
    <p:extLst>
      <p:ext uri="{BB962C8B-B14F-4D97-AF65-F5344CB8AC3E}">
        <p14:creationId xmlns:p14="http://schemas.microsoft.com/office/powerpoint/2010/main" val="279030620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1792288" y="4800600"/>
            <a:ext cx="5486400" cy="566738"/>
          </a:xfrm>
        </p:spPr>
        <p:txBody>
          <a:bodyPr anchor="b"/>
          <a:lstStyle>
            <a:lvl1pPr algn="l">
              <a:defRPr sz="2000" b="1"/>
            </a:lvl1pPr>
          </a:lstStyle>
          <a:p>
            <a:r>
              <a:rPr lang="zh-CN" altLang="en-US" smtClean="0"/>
              <a:t>单击此处编辑母版标题样式</a:t>
            </a:r>
            <a:endParaRPr lang="zh-CN" altLang="en-US"/>
          </a:p>
        </p:txBody>
      </p:sp>
      <p:sp>
        <p:nvSpPr>
          <p:cNvPr id="3" name="图片占位符 2"/>
          <p:cNvSpPr>
            <a:spLocks noGrp="1"/>
          </p:cNvSpPr>
          <p:nvPr>
            <p:ph type="pic" idx="1"/>
          </p:nvPr>
        </p:nvSpPr>
        <p:spPr>
          <a:xfrm>
            <a:off x="1792288" y="612775"/>
            <a:ext cx="54864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zh-CN" altLang="en-US" noProof="0"/>
          </a:p>
        </p:txBody>
      </p:sp>
      <p:sp>
        <p:nvSpPr>
          <p:cNvPr id="4" name="文本占位符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smtClean="0"/>
              <a:t>单击此处编辑母版文本样式</a:t>
            </a:r>
          </a:p>
        </p:txBody>
      </p:sp>
      <p:sp>
        <p:nvSpPr>
          <p:cNvPr id="5" name="日期占位符 3"/>
          <p:cNvSpPr>
            <a:spLocks noGrp="1"/>
          </p:cNvSpPr>
          <p:nvPr>
            <p:ph type="dt" sz="half" idx="10"/>
          </p:nvPr>
        </p:nvSpPr>
        <p:spPr/>
        <p:txBody>
          <a:bodyPr/>
          <a:lstStyle>
            <a:lvl1pPr>
              <a:defRPr/>
            </a:lvl1pPr>
          </a:lstStyle>
          <a:p>
            <a:pPr>
              <a:defRPr/>
            </a:pPr>
            <a:fld id="{EA45E0CB-7D64-4536-8BDF-9BF1012D00E8}" type="datetime1">
              <a:rPr lang="zh-CN" altLang="en-US"/>
              <a:pPr>
                <a:defRPr/>
              </a:pPr>
              <a:t>2016/9/26</a:t>
            </a:fld>
            <a:endParaRPr lang="zh-CN" altLang="en-US"/>
          </a:p>
        </p:txBody>
      </p:sp>
      <p:sp>
        <p:nvSpPr>
          <p:cNvPr id="6" name="页脚占位符 4"/>
          <p:cNvSpPr>
            <a:spLocks noGrp="1"/>
          </p:cNvSpPr>
          <p:nvPr>
            <p:ph type="ftr" sz="quarter" idx="11"/>
          </p:nvPr>
        </p:nvSpPr>
        <p:spPr/>
        <p:txBody>
          <a:bodyPr/>
          <a:lstStyle>
            <a:lvl1pPr>
              <a:defRPr/>
            </a:lvl1pPr>
          </a:lstStyle>
          <a:p>
            <a:pPr>
              <a:defRPr/>
            </a:pPr>
            <a:endParaRPr lang="zh-CN" altLang="en-US"/>
          </a:p>
        </p:txBody>
      </p:sp>
      <p:sp>
        <p:nvSpPr>
          <p:cNvPr id="7" name="灯片编号占位符 5"/>
          <p:cNvSpPr>
            <a:spLocks noGrp="1"/>
          </p:cNvSpPr>
          <p:nvPr>
            <p:ph type="sldNum" sz="quarter" idx="12"/>
          </p:nvPr>
        </p:nvSpPr>
        <p:spPr/>
        <p:txBody>
          <a:bodyPr/>
          <a:lstStyle>
            <a:lvl1pPr>
              <a:defRPr/>
            </a:lvl1pPr>
          </a:lstStyle>
          <a:p>
            <a:pPr>
              <a:defRPr/>
            </a:pPr>
            <a:fld id="{48CD6C5F-0601-4227-B355-93C31B7F2CF1}" type="slidenum">
              <a:rPr lang="zh-CN" altLang="en-US"/>
              <a:pPr>
                <a:defRPr/>
              </a:pPr>
              <a:t>‹#›</a:t>
            </a:fld>
            <a:endParaRPr lang="zh-CN" altLang="en-US"/>
          </a:p>
        </p:txBody>
      </p:sp>
    </p:spTree>
    <p:extLst>
      <p:ext uri="{BB962C8B-B14F-4D97-AF65-F5344CB8AC3E}">
        <p14:creationId xmlns:p14="http://schemas.microsoft.com/office/powerpoint/2010/main" val="145806701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竖排文字占位符 2"/>
          <p:cNvSpPr>
            <a:spLocks noGrp="1"/>
          </p:cNvSpPr>
          <p:nvPr>
            <p:ph type="body" orient="vert" idx="1"/>
          </p:nvPr>
        </p:nvSpPr>
        <p:spPr/>
        <p:txBody>
          <a:bodyPr vert="eaVert"/>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日期占位符 3"/>
          <p:cNvSpPr>
            <a:spLocks noGrp="1"/>
          </p:cNvSpPr>
          <p:nvPr>
            <p:ph type="dt" sz="half" idx="10"/>
          </p:nvPr>
        </p:nvSpPr>
        <p:spPr/>
        <p:txBody>
          <a:bodyPr/>
          <a:lstStyle>
            <a:lvl1pPr>
              <a:defRPr/>
            </a:lvl1pPr>
          </a:lstStyle>
          <a:p>
            <a:pPr>
              <a:defRPr/>
            </a:pPr>
            <a:fld id="{7C5CA59B-C66F-4B9E-AD68-83A9EA368A03}" type="datetime1">
              <a:rPr lang="zh-CN" altLang="en-US"/>
              <a:pPr>
                <a:defRPr/>
              </a:pPr>
              <a:t>2016/9/26</a:t>
            </a:fld>
            <a:endParaRPr lang="zh-CN" altLang="en-US"/>
          </a:p>
        </p:txBody>
      </p:sp>
      <p:sp>
        <p:nvSpPr>
          <p:cNvPr id="5" name="页脚占位符 4"/>
          <p:cNvSpPr>
            <a:spLocks noGrp="1"/>
          </p:cNvSpPr>
          <p:nvPr>
            <p:ph type="ftr" sz="quarter" idx="11"/>
          </p:nvPr>
        </p:nvSpPr>
        <p:spPr/>
        <p:txBody>
          <a:bodyPr/>
          <a:lstStyle>
            <a:lvl1pPr>
              <a:defRPr/>
            </a:lvl1pPr>
          </a:lstStyle>
          <a:p>
            <a:pPr>
              <a:defRPr/>
            </a:pPr>
            <a:endParaRPr lang="zh-CN" altLang="en-US"/>
          </a:p>
        </p:txBody>
      </p:sp>
      <p:sp>
        <p:nvSpPr>
          <p:cNvPr id="6" name="灯片编号占位符 5"/>
          <p:cNvSpPr>
            <a:spLocks noGrp="1"/>
          </p:cNvSpPr>
          <p:nvPr>
            <p:ph type="sldNum" sz="quarter" idx="12"/>
          </p:nvPr>
        </p:nvSpPr>
        <p:spPr/>
        <p:txBody>
          <a:bodyPr/>
          <a:lstStyle>
            <a:lvl1pPr>
              <a:defRPr/>
            </a:lvl1pPr>
          </a:lstStyle>
          <a:p>
            <a:pPr>
              <a:defRPr/>
            </a:pPr>
            <a:fld id="{24BC05ED-0824-42F5-8DA9-34015ED5D60D}" type="slidenum">
              <a:rPr lang="zh-CN" altLang="en-US"/>
              <a:pPr>
                <a:defRPr/>
              </a:pPr>
              <a:t>‹#›</a:t>
            </a:fld>
            <a:endParaRPr lang="zh-CN" altLang="en-US"/>
          </a:p>
        </p:txBody>
      </p:sp>
    </p:spTree>
    <p:extLst>
      <p:ext uri="{BB962C8B-B14F-4D97-AF65-F5344CB8AC3E}">
        <p14:creationId xmlns:p14="http://schemas.microsoft.com/office/powerpoint/2010/main" val="309763626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6629400" y="274638"/>
            <a:ext cx="2057400" cy="5851525"/>
          </a:xfrm>
        </p:spPr>
        <p:txBody>
          <a:bodyPr vert="eaVert"/>
          <a:lstStyle/>
          <a:p>
            <a:r>
              <a:rPr lang="zh-CN" altLang="en-US" smtClean="0"/>
              <a:t>单击此处编辑母版标题样式</a:t>
            </a:r>
            <a:endParaRPr lang="zh-CN" altLang="en-US"/>
          </a:p>
        </p:txBody>
      </p:sp>
      <p:sp>
        <p:nvSpPr>
          <p:cNvPr id="3" name="竖排文字占位符 2"/>
          <p:cNvSpPr>
            <a:spLocks noGrp="1"/>
          </p:cNvSpPr>
          <p:nvPr>
            <p:ph type="body" orient="vert" idx="1"/>
          </p:nvPr>
        </p:nvSpPr>
        <p:spPr>
          <a:xfrm>
            <a:off x="457200" y="274638"/>
            <a:ext cx="6019800" cy="5851525"/>
          </a:xfrm>
        </p:spPr>
        <p:txBody>
          <a:bodyPr vert="eaVert"/>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日期占位符 3"/>
          <p:cNvSpPr>
            <a:spLocks noGrp="1"/>
          </p:cNvSpPr>
          <p:nvPr>
            <p:ph type="dt" sz="half" idx="10"/>
          </p:nvPr>
        </p:nvSpPr>
        <p:spPr/>
        <p:txBody>
          <a:bodyPr/>
          <a:lstStyle>
            <a:lvl1pPr>
              <a:defRPr/>
            </a:lvl1pPr>
          </a:lstStyle>
          <a:p>
            <a:pPr>
              <a:defRPr/>
            </a:pPr>
            <a:fld id="{FB6A2E8B-713A-4E5E-BC72-8DF407D57DD9}" type="datetime1">
              <a:rPr lang="zh-CN" altLang="en-US"/>
              <a:pPr>
                <a:defRPr/>
              </a:pPr>
              <a:t>2016/9/26</a:t>
            </a:fld>
            <a:endParaRPr lang="zh-CN" altLang="en-US"/>
          </a:p>
        </p:txBody>
      </p:sp>
      <p:sp>
        <p:nvSpPr>
          <p:cNvPr id="5" name="页脚占位符 4"/>
          <p:cNvSpPr>
            <a:spLocks noGrp="1"/>
          </p:cNvSpPr>
          <p:nvPr>
            <p:ph type="ftr" sz="quarter" idx="11"/>
          </p:nvPr>
        </p:nvSpPr>
        <p:spPr/>
        <p:txBody>
          <a:bodyPr/>
          <a:lstStyle>
            <a:lvl1pPr>
              <a:defRPr/>
            </a:lvl1pPr>
          </a:lstStyle>
          <a:p>
            <a:pPr>
              <a:defRPr/>
            </a:pPr>
            <a:endParaRPr lang="zh-CN" altLang="en-US"/>
          </a:p>
        </p:txBody>
      </p:sp>
      <p:sp>
        <p:nvSpPr>
          <p:cNvPr id="6" name="灯片编号占位符 5"/>
          <p:cNvSpPr>
            <a:spLocks noGrp="1"/>
          </p:cNvSpPr>
          <p:nvPr>
            <p:ph type="sldNum" sz="quarter" idx="12"/>
          </p:nvPr>
        </p:nvSpPr>
        <p:spPr/>
        <p:txBody>
          <a:bodyPr/>
          <a:lstStyle>
            <a:lvl1pPr>
              <a:defRPr/>
            </a:lvl1pPr>
          </a:lstStyle>
          <a:p>
            <a:pPr>
              <a:defRPr/>
            </a:pPr>
            <a:fld id="{6F0BEAEC-E40E-45C4-AB42-0B18A4FDFBC1}" type="slidenum">
              <a:rPr lang="zh-CN" altLang="en-US"/>
              <a:pPr>
                <a:defRPr/>
              </a:pPr>
              <a:t>‹#›</a:t>
            </a:fld>
            <a:endParaRPr lang="zh-CN" altLang="en-US"/>
          </a:p>
        </p:txBody>
      </p:sp>
    </p:spTree>
    <p:extLst>
      <p:ext uri="{BB962C8B-B14F-4D97-AF65-F5344CB8AC3E}">
        <p14:creationId xmlns:p14="http://schemas.microsoft.com/office/powerpoint/2010/main" val="299271434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e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标题占位符 1"/>
          <p:cNvSpPr>
            <a:spLocks noGrp="1"/>
          </p:cNvSpPr>
          <p:nvPr>
            <p:ph type="title"/>
          </p:nvPr>
        </p:nvSpPr>
        <p:spPr bwMode="auto">
          <a:xfrm>
            <a:off x="107950" y="44450"/>
            <a:ext cx="7343775" cy="9366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zh-CN" altLang="en-US" smtClean="0"/>
              <a:t>单击此处编辑母版标题样式</a:t>
            </a:r>
          </a:p>
        </p:txBody>
      </p:sp>
      <p:sp>
        <p:nvSpPr>
          <p:cNvPr id="1027" name="文本占位符 2"/>
          <p:cNvSpPr>
            <a:spLocks noGrp="1"/>
          </p:cNvSpPr>
          <p:nvPr>
            <p:ph type="body" idx="1"/>
          </p:nvPr>
        </p:nvSpPr>
        <p:spPr bwMode="auto">
          <a:xfrm>
            <a:off x="107950" y="1125538"/>
            <a:ext cx="8928100" cy="49577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p>
        </p:txBody>
      </p:sp>
      <p:sp>
        <p:nvSpPr>
          <p:cNvPr id="4" name="日期占位符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fontAlgn="auto">
              <a:spcBef>
                <a:spcPts val="0"/>
              </a:spcBef>
              <a:spcAft>
                <a:spcPts val="0"/>
              </a:spcAft>
              <a:defRPr sz="1200">
                <a:solidFill>
                  <a:schemeClr val="tx1">
                    <a:tint val="75000"/>
                  </a:schemeClr>
                </a:solidFill>
                <a:latin typeface="+mn-lt"/>
                <a:ea typeface="+mn-ea"/>
              </a:defRPr>
            </a:lvl1pPr>
          </a:lstStyle>
          <a:p>
            <a:pPr>
              <a:defRPr/>
            </a:pPr>
            <a:fld id="{E41D0B39-66BD-434A-9B73-F9A784F7A975}" type="datetime1">
              <a:rPr lang="zh-CN" altLang="en-US"/>
              <a:pPr>
                <a:defRPr/>
              </a:pPr>
              <a:t>2016/9/26</a:t>
            </a:fld>
            <a:endParaRPr lang="zh-CN" altLang="en-US"/>
          </a:p>
        </p:txBody>
      </p:sp>
      <p:sp>
        <p:nvSpPr>
          <p:cNvPr id="5" name="页脚占位符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fontAlgn="auto">
              <a:spcBef>
                <a:spcPts val="0"/>
              </a:spcBef>
              <a:spcAft>
                <a:spcPts val="0"/>
              </a:spcAft>
              <a:defRPr sz="1200">
                <a:solidFill>
                  <a:schemeClr val="tx1">
                    <a:tint val="75000"/>
                  </a:schemeClr>
                </a:solidFill>
                <a:latin typeface="+mn-lt"/>
                <a:ea typeface="+mn-ea"/>
              </a:defRPr>
            </a:lvl1pPr>
          </a:lstStyle>
          <a:p>
            <a:pPr>
              <a:defRPr/>
            </a:pPr>
            <a:endParaRPr lang="zh-CN" altLang="en-US"/>
          </a:p>
        </p:txBody>
      </p:sp>
      <p:sp>
        <p:nvSpPr>
          <p:cNvPr id="6" name="灯片编号占位符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fontAlgn="auto">
              <a:spcBef>
                <a:spcPts val="0"/>
              </a:spcBef>
              <a:spcAft>
                <a:spcPts val="0"/>
              </a:spcAft>
              <a:defRPr sz="1200">
                <a:solidFill>
                  <a:schemeClr val="tx1">
                    <a:tint val="75000"/>
                  </a:schemeClr>
                </a:solidFill>
                <a:latin typeface="+mn-lt"/>
                <a:ea typeface="+mn-ea"/>
              </a:defRPr>
            </a:lvl1pPr>
          </a:lstStyle>
          <a:p>
            <a:pPr>
              <a:defRPr/>
            </a:pPr>
            <a:fld id="{09CBEADE-2D8E-4469-BD6E-1ECD5309B3ED}" type="slidenum">
              <a:rPr lang="zh-CN" altLang="en-US"/>
              <a:pPr>
                <a:defRPr/>
              </a:pPr>
              <a:t>‹#›</a:t>
            </a:fld>
            <a:endParaRPr lang="zh-CN" altLang="en-US"/>
          </a:p>
        </p:txBody>
      </p:sp>
      <p:pic>
        <p:nvPicPr>
          <p:cNvPr id="1031" name="图片 13"/>
          <p:cNvPicPr>
            <a:picLocks noChangeAspect="1"/>
          </p:cNvPicPr>
          <p:nvPr userDrawn="1"/>
        </p:nvPicPr>
        <p:blipFill>
          <a:blip r:embed="rId13">
            <a:extLst>
              <a:ext uri="{28A0092B-C50C-407E-A947-70E740481C1C}">
                <a14:useLocalDpi xmlns:a14="http://schemas.microsoft.com/office/drawing/2010/main" val="0"/>
              </a:ext>
            </a:extLst>
          </a:blip>
          <a:srcRect/>
          <a:stretch>
            <a:fillRect/>
          </a:stretch>
        </p:blipFill>
        <p:spPr bwMode="auto">
          <a:xfrm>
            <a:off x="12700" y="6165850"/>
            <a:ext cx="9144000" cy="719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5" name="Line 41"/>
          <p:cNvSpPr>
            <a:spLocks noChangeShapeType="1"/>
          </p:cNvSpPr>
          <p:nvPr userDrawn="1"/>
        </p:nvSpPr>
        <p:spPr bwMode="auto">
          <a:xfrm>
            <a:off x="179388" y="836613"/>
            <a:ext cx="7272337" cy="0"/>
          </a:xfrm>
          <a:prstGeom prst="line">
            <a:avLst/>
          </a:prstGeom>
          <a:ln>
            <a:headEnd/>
            <a:tailEnd/>
          </a:ln>
        </p:spPr>
        <p:style>
          <a:lnRef idx="2">
            <a:schemeClr val="dk1"/>
          </a:lnRef>
          <a:fillRef idx="0">
            <a:schemeClr val="dk1"/>
          </a:fillRef>
          <a:effectRef idx="1">
            <a:schemeClr val="dk1"/>
          </a:effectRef>
          <a:fontRef idx="minor">
            <a:schemeClr val="tx1"/>
          </a:fontRef>
        </p:style>
        <p:txBody>
          <a:bodyPr/>
          <a:lstStyle/>
          <a:p>
            <a:pPr fontAlgn="auto">
              <a:spcBef>
                <a:spcPts val="0"/>
              </a:spcBef>
              <a:spcAft>
                <a:spcPts val="0"/>
              </a:spcAft>
              <a:defRPr/>
            </a:pPr>
            <a:endParaRPr lang="zh-CN" altLang="en-US"/>
          </a:p>
        </p:txBody>
      </p:sp>
      <p:pic>
        <p:nvPicPr>
          <p:cNvPr id="1033" name="图片 15"/>
          <p:cNvPicPr>
            <a:picLocks noChangeAspect="1"/>
          </p:cNvPicPr>
          <p:nvPr userDrawn="1"/>
        </p:nvPicPr>
        <p:blipFill>
          <a:blip r:embed="rId14">
            <a:extLst>
              <a:ext uri="{28A0092B-C50C-407E-A947-70E740481C1C}">
                <a14:useLocalDpi xmlns:a14="http://schemas.microsoft.com/office/drawing/2010/main" val="0"/>
              </a:ext>
            </a:extLst>
          </a:blip>
          <a:srcRect/>
          <a:stretch>
            <a:fillRect/>
          </a:stretch>
        </p:blipFill>
        <p:spPr bwMode="auto">
          <a:xfrm>
            <a:off x="8105775" y="44450"/>
            <a:ext cx="1003300" cy="863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 bg1="lt1" tx1="dk1" bg2="lt2" tx2="dk2" accent1="accent1" accent2="accent2" accent3="accent3" accent4="accent4" accent5="accent5" accent6="accent6" hlink="hlink" folHlink="folHlink"/>
  <p:sldLayoutIdLst>
    <p:sldLayoutId id="2147483755" r:id="rId1"/>
    <p:sldLayoutId id="2147483745" r:id="rId2"/>
    <p:sldLayoutId id="2147483746" r:id="rId3"/>
    <p:sldLayoutId id="2147483747" r:id="rId4"/>
    <p:sldLayoutId id="2147483748" r:id="rId5"/>
    <p:sldLayoutId id="2147483749" r:id="rId6"/>
    <p:sldLayoutId id="2147483750" r:id="rId7"/>
    <p:sldLayoutId id="2147483751" r:id="rId8"/>
    <p:sldLayoutId id="2147483752" r:id="rId9"/>
    <p:sldLayoutId id="2147483753" r:id="rId10"/>
    <p:sldLayoutId id="2147483754" r:id="rId11"/>
  </p:sldLayoutIdLst>
  <p:hf hdr="0" ftr="0" dt="0"/>
  <p:txStyles>
    <p:titleStyle>
      <a:lvl1pPr algn="l" rtl="0" eaLnBrk="0" fontAlgn="base" hangingPunct="0">
        <a:spcBef>
          <a:spcPct val="0"/>
        </a:spcBef>
        <a:spcAft>
          <a:spcPct val="0"/>
        </a:spcAft>
        <a:defRPr sz="3600" b="1" kern="1200">
          <a:solidFill>
            <a:srgbClr val="002060"/>
          </a:solidFill>
          <a:latin typeface="Calibri" panose="020F0502020204030204" pitchFamily="34" charset="0"/>
          <a:ea typeface="楷体_GB2312" panose="02010609030101010101" pitchFamily="49" charset="-122"/>
          <a:cs typeface="+mj-cs"/>
        </a:defRPr>
      </a:lvl1pPr>
      <a:lvl2pPr algn="l" rtl="0" eaLnBrk="0" fontAlgn="base" hangingPunct="0">
        <a:spcBef>
          <a:spcPct val="0"/>
        </a:spcBef>
        <a:spcAft>
          <a:spcPct val="0"/>
        </a:spcAft>
        <a:defRPr sz="3600" b="1">
          <a:solidFill>
            <a:srgbClr val="002060"/>
          </a:solidFill>
          <a:latin typeface="Calibri" pitchFamily="34" charset="0"/>
          <a:ea typeface="楷体_GB2312" pitchFamily="49" charset="-122"/>
        </a:defRPr>
      </a:lvl2pPr>
      <a:lvl3pPr algn="l" rtl="0" eaLnBrk="0" fontAlgn="base" hangingPunct="0">
        <a:spcBef>
          <a:spcPct val="0"/>
        </a:spcBef>
        <a:spcAft>
          <a:spcPct val="0"/>
        </a:spcAft>
        <a:defRPr sz="3600" b="1">
          <a:solidFill>
            <a:srgbClr val="002060"/>
          </a:solidFill>
          <a:latin typeface="Calibri" pitchFamily="34" charset="0"/>
          <a:ea typeface="楷体_GB2312" pitchFamily="49" charset="-122"/>
        </a:defRPr>
      </a:lvl3pPr>
      <a:lvl4pPr algn="l" rtl="0" eaLnBrk="0" fontAlgn="base" hangingPunct="0">
        <a:spcBef>
          <a:spcPct val="0"/>
        </a:spcBef>
        <a:spcAft>
          <a:spcPct val="0"/>
        </a:spcAft>
        <a:defRPr sz="3600" b="1">
          <a:solidFill>
            <a:srgbClr val="002060"/>
          </a:solidFill>
          <a:latin typeface="Calibri" pitchFamily="34" charset="0"/>
          <a:ea typeface="楷体_GB2312" pitchFamily="49" charset="-122"/>
        </a:defRPr>
      </a:lvl4pPr>
      <a:lvl5pPr algn="l" rtl="0" eaLnBrk="0" fontAlgn="base" hangingPunct="0">
        <a:spcBef>
          <a:spcPct val="0"/>
        </a:spcBef>
        <a:spcAft>
          <a:spcPct val="0"/>
        </a:spcAft>
        <a:defRPr sz="3600" b="1">
          <a:solidFill>
            <a:srgbClr val="002060"/>
          </a:solidFill>
          <a:latin typeface="Calibri" pitchFamily="34" charset="0"/>
          <a:ea typeface="楷体_GB2312" pitchFamily="49" charset="-122"/>
        </a:defRPr>
      </a:lvl5pPr>
      <a:lvl6pPr marL="457200" algn="l" rtl="0" fontAlgn="base">
        <a:spcBef>
          <a:spcPct val="0"/>
        </a:spcBef>
        <a:spcAft>
          <a:spcPct val="0"/>
        </a:spcAft>
        <a:defRPr sz="3600" b="1">
          <a:solidFill>
            <a:srgbClr val="002060"/>
          </a:solidFill>
          <a:latin typeface="Calibri" pitchFamily="34" charset="0"/>
          <a:ea typeface="楷体_GB2312" pitchFamily="49" charset="-122"/>
        </a:defRPr>
      </a:lvl6pPr>
      <a:lvl7pPr marL="914400" algn="l" rtl="0" fontAlgn="base">
        <a:spcBef>
          <a:spcPct val="0"/>
        </a:spcBef>
        <a:spcAft>
          <a:spcPct val="0"/>
        </a:spcAft>
        <a:defRPr sz="3600" b="1">
          <a:solidFill>
            <a:srgbClr val="002060"/>
          </a:solidFill>
          <a:latin typeface="Calibri" pitchFamily="34" charset="0"/>
          <a:ea typeface="楷体_GB2312" pitchFamily="49" charset="-122"/>
        </a:defRPr>
      </a:lvl7pPr>
      <a:lvl8pPr marL="1371600" algn="l" rtl="0" fontAlgn="base">
        <a:spcBef>
          <a:spcPct val="0"/>
        </a:spcBef>
        <a:spcAft>
          <a:spcPct val="0"/>
        </a:spcAft>
        <a:defRPr sz="3600" b="1">
          <a:solidFill>
            <a:srgbClr val="002060"/>
          </a:solidFill>
          <a:latin typeface="Calibri" pitchFamily="34" charset="0"/>
          <a:ea typeface="楷体_GB2312" pitchFamily="49" charset="-122"/>
        </a:defRPr>
      </a:lvl8pPr>
      <a:lvl9pPr marL="1828800" algn="l" rtl="0" fontAlgn="base">
        <a:spcBef>
          <a:spcPct val="0"/>
        </a:spcBef>
        <a:spcAft>
          <a:spcPct val="0"/>
        </a:spcAft>
        <a:defRPr sz="3600" b="1">
          <a:solidFill>
            <a:srgbClr val="002060"/>
          </a:solidFill>
          <a:latin typeface="Calibri" pitchFamily="34" charset="0"/>
          <a:ea typeface="楷体_GB2312" pitchFamily="49" charset="-122"/>
        </a:defRPr>
      </a:lvl9pPr>
    </p:titleStyle>
    <p:bodyStyle>
      <a:lvl1pPr marL="342900" indent="-342900" algn="l" rtl="0" eaLnBrk="0" fontAlgn="base" hangingPunct="0">
        <a:spcBef>
          <a:spcPct val="20000"/>
        </a:spcBef>
        <a:spcAft>
          <a:spcPct val="0"/>
        </a:spcAft>
        <a:buFont typeface="Wingdings" pitchFamily="2" charset="2"/>
        <a:buChar char="Ø"/>
        <a:defRPr sz="3200" kern="1200">
          <a:solidFill>
            <a:srgbClr val="4F6228"/>
          </a:solidFill>
          <a:latin typeface="Calibri" panose="020F0502020204030204" pitchFamily="34" charset="0"/>
          <a:ea typeface="楷体_GB2312" panose="02010609030101010101" pitchFamily="49" charset="-122"/>
          <a:cs typeface="+mn-cs"/>
        </a:defRPr>
      </a:lvl1pPr>
      <a:lvl2pPr marL="742950" indent="-285750" algn="l" rtl="0" eaLnBrk="0" fontAlgn="base" hangingPunct="0">
        <a:spcBef>
          <a:spcPct val="20000"/>
        </a:spcBef>
        <a:spcAft>
          <a:spcPct val="0"/>
        </a:spcAft>
        <a:buFont typeface="Wingdings" pitchFamily="2" charset="2"/>
        <a:buChar char="ü"/>
        <a:defRPr sz="2800" kern="1200">
          <a:solidFill>
            <a:srgbClr val="4F6228"/>
          </a:solidFill>
          <a:latin typeface="Calibri" panose="020F0502020204030204" pitchFamily="34" charset="0"/>
          <a:ea typeface="楷体_GB2312" panose="02010609030101010101" pitchFamily="49" charset="-122"/>
          <a:cs typeface="+mn-cs"/>
        </a:defRPr>
      </a:lvl2pPr>
      <a:lvl3pPr marL="1143000" indent="-228600" algn="l" rtl="0" eaLnBrk="0" fontAlgn="base" hangingPunct="0">
        <a:spcBef>
          <a:spcPct val="20000"/>
        </a:spcBef>
        <a:spcAft>
          <a:spcPct val="0"/>
        </a:spcAft>
        <a:buFont typeface="Arial" charset="0"/>
        <a:buChar char="•"/>
        <a:defRPr sz="2400" kern="1200">
          <a:solidFill>
            <a:srgbClr val="4F6228"/>
          </a:solidFill>
          <a:latin typeface="Calibri" panose="020F0502020204030204" pitchFamily="34" charset="0"/>
          <a:ea typeface="楷体_GB2312" panose="02010609030101010101" pitchFamily="49" charset="-122"/>
          <a:cs typeface="+mn-cs"/>
        </a:defRPr>
      </a:lvl3pPr>
      <a:lvl4pPr marL="1600200" indent="-228600" algn="l" rtl="0" eaLnBrk="0" fontAlgn="base" hangingPunct="0">
        <a:spcBef>
          <a:spcPct val="20000"/>
        </a:spcBef>
        <a:spcAft>
          <a:spcPct val="0"/>
        </a:spcAft>
        <a:buFont typeface="Arial" charset="0"/>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Font typeface="Arial"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slideLayout" Target="../slideLayouts/slideLayout2.xml"/><Relationship Id="rId1" Type="http://schemas.openxmlformats.org/officeDocument/2006/relationships/vmlDrawing" Target="../drawings/vmlDrawing1.vml"/><Relationship Id="rId4" Type="http://schemas.openxmlformats.org/officeDocument/2006/relationships/image" Target="../media/image4.emf"/></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5.wmf"/><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wmf"/><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8" Type="http://schemas.openxmlformats.org/officeDocument/2006/relationships/image" Target="../media/image12.emf"/><Relationship Id="rId3" Type="http://schemas.openxmlformats.org/officeDocument/2006/relationships/oleObject" Target="../embeddings/oleObject2.bin"/><Relationship Id="rId7" Type="http://schemas.openxmlformats.org/officeDocument/2006/relationships/oleObject" Target="../embeddings/oleObject4.bin"/><Relationship Id="rId2" Type="http://schemas.openxmlformats.org/officeDocument/2006/relationships/slideLayout" Target="../slideLayouts/slideLayout2.xml"/><Relationship Id="rId1" Type="http://schemas.openxmlformats.org/officeDocument/2006/relationships/vmlDrawing" Target="../drawings/vmlDrawing2.vml"/><Relationship Id="rId6" Type="http://schemas.openxmlformats.org/officeDocument/2006/relationships/image" Target="../media/image11.emf"/><Relationship Id="rId5" Type="http://schemas.openxmlformats.org/officeDocument/2006/relationships/oleObject" Target="../embeddings/oleObject3.bin"/><Relationship Id="rId4" Type="http://schemas.openxmlformats.org/officeDocument/2006/relationships/image" Target="../media/image10.emf"/></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20.wmf"/><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20.wmf"/><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20.wmf"/><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3" Type="http://schemas.openxmlformats.org/officeDocument/2006/relationships/image" Target="../media/image20.wmf"/><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image" Target="../media/image20.wmf"/><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image" Target="../media/image20.wmf"/><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image" Target="../media/image20.wmf"/><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image" Target="../media/image20.wmf"/><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标题 1"/>
          <p:cNvSpPr>
            <a:spLocks noGrp="1"/>
          </p:cNvSpPr>
          <p:nvPr>
            <p:ph type="ctrTitle"/>
          </p:nvPr>
        </p:nvSpPr>
        <p:spPr/>
        <p:txBody>
          <a:bodyPr/>
          <a:lstStyle/>
          <a:p>
            <a:pPr algn="ctr" eaLnBrk="1" hangingPunct="1"/>
            <a:r>
              <a:rPr lang="zh-CN" altLang="en-US" sz="8000" dirty="0">
                <a:ea typeface="楷体" panose="02010609060101010101" pitchFamily="49" charset="-122"/>
              </a:rPr>
              <a:t>第</a:t>
            </a:r>
            <a:r>
              <a:rPr lang="en-US" altLang="zh-CN" sz="8000" dirty="0">
                <a:ea typeface="楷体" panose="02010609060101010101" pitchFamily="49" charset="-122"/>
              </a:rPr>
              <a:t>2</a:t>
            </a:r>
            <a:r>
              <a:rPr lang="zh-CN" altLang="en-US" sz="8000" dirty="0">
                <a:ea typeface="楷体" panose="02010609060101010101" pitchFamily="49" charset="-122"/>
              </a:rPr>
              <a:t>章 数据通信与网络基础</a:t>
            </a:r>
            <a:endParaRPr lang="zh-CN" altLang="en-US" sz="8000" dirty="0" smtClean="0">
              <a:ea typeface="楷体" panose="02010609060101010101" pitchFamily="49" charset="-122"/>
            </a:endParaRPr>
          </a:p>
        </p:txBody>
      </p:sp>
      <p:sp>
        <p:nvSpPr>
          <p:cNvPr id="3" name="副标题 2"/>
          <p:cNvSpPr>
            <a:spLocks noGrp="1"/>
          </p:cNvSpPr>
          <p:nvPr>
            <p:ph type="subTitle" idx="1"/>
          </p:nvPr>
        </p:nvSpPr>
        <p:spPr>
          <a:xfrm>
            <a:off x="2736850" y="4437063"/>
            <a:ext cx="6400800" cy="1752600"/>
          </a:xfrm>
        </p:spPr>
        <p:txBody>
          <a:bodyPr rtlCol="0">
            <a:normAutofit/>
          </a:bodyPr>
          <a:lstStyle/>
          <a:p>
            <a:pPr eaLnBrk="1" fontAlgn="auto" hangingPunct="1">
              <a:spcAft>
                <a:spcPts val="0"/>
              </a:spcAft>
              <a:buFont typeface="Arial" pitchFamily="34" charset="0"/>
              <a:buNone/>
              <a:defRPr/>
            </a:pPr>
            <a:r>
              <a:rPr lang="zh-CN" altLang="en-US" b="1" dirty="0" smtClean="0">
                <a:latin typeface="楷体" panose="02010609060101010101" pitchFamily="49" charset="-122"/>
                <a:ea typeface="楷体" panose="02010609060101010101" pitchFamily="49" charset="-122"/>
              </a:rPr>
              <a:t>主讲教师：张筱磊</a:t>
            </a:r>
            <a:endParaRPr lang="zh-CN" altLang="en-US" b="1" dirty="0">
              <a:latin typeface="楷体" panose="02010609060101010101" pitchFamily="49" charset="-122"/>
              <a:ea typeface="楷体" panose="02010609060101010101" pitchFamily="49" charset="-122"/>
            </a:endParaRPr>
          </a:p>
        </p:txBody>
      </p:sp>
    </p:spTree>
  </p:cSld>
  <p:clrMapOvr>
    <a:masterClrMapping/>
  </p:clrMapOvr>
  <p:transition spd="slow">
    <p:push dir="u"/>
  </p:transition>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标题 1"/>
          <p:cNvSpPr>
            <a:spLocks noGrp="1"/>
          </p:cNvSpPr>
          <p:nvPr>
            <p:ph type="title"/>
          </p:nvPr>
        </p:nvSpPr>
        <p:spPr>
          <a:xfrm>
            <a:off x="107950" y="44450"/>
            <a:ext cx="7343775" cy="792163"/>
          </a:xfrm>
        </p:spPr>
        <p:txBody>
          <a:bodyPr/>
          <a:lstStyle/>
          <a:p>
            <a:pPr eaLnBrk="1" hangingPunct="1"/>
            <a:r>
              <a:rPr lang="zh-CN" altLang="en-US" dirty="0" smtClean="0"/>
              <a:t>第</a:t>
            </a:r>
            <a:r>
              <a:rPr lang="en-US" altLang="zh-CN" dirty="0" smtClean="0"/>
              <a:t>2</a:t>
            </a:r>
            <a:r>
              <a:rPr lang="zh-CN" altLang="en-US" dirty="0" smtClean="0"/>
              <a:t>章 数据通信与网络基础</a:t>
            </a:r>
          </a:p>
        </p:txBody>
      </p:sp>
      <p:sp>
        <p:nvSpPr>
          <p:cNvPr id="4099" name="内容占位符 2"/>
          <p:cNvSpPr>
            <a:spLocks noGrp="1"/>
          </p:cNvSpPr>
          <p:nvPr>
            <p:ph idx="1"/>
          </p:nvPr>
        </p:nvSpPr>
        <p:spPr>
          <a:xfrm>
            <a:off x="107950" y="981075"/>
            <a:ext cx="8928100" cy="5102225"/>
          </a:xfrm>
        </p:spPr>
        <p:txBody>
          <a:bodyPr/>
          <a:lstStyle/>
          <a:p>
            <a:pPr eaLnBrk="1" hangingPunct="1"/>
            <a:r>
              <a:rPr lang="en-US" altLang="zh-CN" smtClean="0">
                <a:solidFill>
                  <a:srgbClr val="FF0000"/>
                </a:solidFill>
              </a:rPr>
              <a:t>2.1 </a:t>
            </a:r>
            <a:r>
              <a:rPr lang="zh-CN" altLang="en-US" smtClean="0">
                <a:solidFill>
                  <a:srgbClr val="FF0000"/>
                </a:solidFill>
              </a:rPr>
              <a:t>基本术语</a:t>
            </a:r>
            <a:endParaRPr lang="en-US" altLang="zh-CN" smtClean="0">
              <a:solidFill>
                <a:srgbClr val="FF0000"/>
              </a:solidFill>
            </a:endParaRPr>
          </a:p>
        </p:txBody>
      </p:sp>
      <p:sp>
        <p:nvSpPr>
          <p:cNvPr id="3" name="灯片编号占位符 2"/>
          <p:cNvSpPr>
            <a:spLocks noGrp="1"/>
          </p:cNvSpPr>
          <p:nvPr>
            <p:ph type="sldNum" sz="quarter" idx="12"/>
          </p:nvPr>
        </p:nvSpPr>
        <p:spPr/>
        <p:txBody>
          <a:bodyPr/>
          <a:lstStyle/>
          <a:p>
            <a:pPr>
              <a:defRPr/>
            </a:pPr>
            <a:fld id="{39CF5756-1E99-486B-809C-507E6C155895}" type="slidenum">
              <a:rPr lang="zh-CN" altLang="en-US" smtClean="0"/>
              <a:pPr>
                <a:defRPr/>
              </a:pPr>
              <a:t>2</a:t>
            </a:fld>
            <a:endParaRPr lang="zh-CN" altLang="en-US"/>
          </a:p>
        </p:txBody>
      </p:sp>
    </p:spTree>
  </p:cSld>
  <p:clrMapOvr>
    <a:masterClrMapping/>
  </p:clrMapOvr>
  <p:transition spd="slow">
    <p:push dir="u"/>
  </p:transition>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标题 1"/>
          <p:cNvSpPr>
            <a:spLocks noGrp="1"/>
          </p:cNvSpPr>
          <p:nvPr>
            <p:ph type="title"/>
          </p:nvPr>
        </p:nvSpPr>
        <p:spPr>
          <a:xfrm>
            <a:off x="107950" y="44450"/>
            <a:ext cx="7343775" cy="792163"/>
          </a:xfrm>
        </p:spPr>
        <p:txBody>
          <a:bodyPr/>
          <a:lstStyle/>
          <a:p>
            <a:pPr eaLnBrk="1" hangingPunct="1"/>
            <a:r>
              <a:rPr lang="en-US" altLang="zh-CN" smtClean="0"/>
              <a:t>2.1 </a:t>
            </a:r>
            <a:r>
              <a:rPr lang="zh-CN" altLang="en-US" smtClean="0"/>
              <a:t>基本术语</a:t>
            </a:r>
          </a:p>
        </p:txBody>
      </p:sp>
      <p:sp>
        <p:nvSpPr>
          <p:cNvPr id="5123" name="内容占位符 2"/>
          <p:cNvSpPr>
            <a:spLocks noGrp="1"/>
          </p:cNvSpPr>
          <p:nvPr>
            <p:ph idx="1"/>
          </p:nvPr>
        </p:nvSpPr>
        <p:spPr>
          <a:xfrm>
            <a:off x="107950" y="981075"/>
            <a:ext cx="8928100" cy="5102225"/>
          </a:xfrm>
        </p:spPr>
        <p:txBody>
          <a:bodyPr/>
          <a:lstStyle/>
          <a:p>
            <a:pPr algn="just" eaLnBrk="1" hangingPunct="1"/>
            <a:r>
              <a:rPr lang="zh-CN" altLang="en-US" b="1" dirty="0" smtClean="0">
                <a:solidFill>
                  <a:srgbClr val="C00000"/>
                </a:solidFill>
              </a:rPr>
              <a:t>总线：</a:t>
            </a:r>
            <a:r>
              <a:rPr lang="zh-CN" altLang="en-US" sz="2800" b="1" dirty="0">
                <a:solidFill>
                  <a:schemeClr val="accent4">
                    <a:lumMod val="50000"/>
                  </a:schemeClr>
                </a:solidFill>
              </a:rPr>
              <a:t>网络上各节点共享的传输媒体，信号传输的公共路径。</a:t>
            </a:r>
          </a:p>
          <a:p>
            <a:pPr algn="just" eaLnBrk="1" hangingPunct="1"/>
            <a:r>
              <a:rPr lang="zh-CN" altLang="en-US" b="1" dirty="0" smtClean="0">
                <a:solidFill>
                  <a:srgbClr val="C00000"/>
                </a:solidFill>
                <a:latin typeface="楷体_GB2312" pitchFamily="49" charset="-122"/>
              </a:rPr>
              <a:t>总线协议：</a:t>
            </a:r>
            <a:r>
              <a:rPr lang="zh-CN" altLang="en-US" sz="2800" b="1" dirty="0">
                <a:solidFill>
                  <a:schemeClr val="accent4">
                    <a:lumMod val="50000"/>
                  </a:schemeClr>
                </a:solidFill>
              </a:rPr>
              <a:t>总线上的设备如何使用总线的一套规则，事先规定，必须共同遵守。</a:t>
            </a:r>
          </a:p>
          <a:p>
            <a:pPr algn="just" eaLnBrk="1" hangingPunct="1"/>
            <a:r>
              <a:rPr lang="zh-CN" altLang="en-US" b="1" dirty="0" smtClean="0">
                <a:solidFill>
                  <a:srgbClr val="C00000"/>
                </a:solidFill>
                <a:latin typeface="楷体_GB2312" pitchFamily="49" charset="-122"/>
              </a:rPr>
              <a:t>总线操作：</a:t>
            </a:r>
            <a:r>
              <a:rPr lang="zh-CN" altLang="en-US" sz="2800" b="1" dirty="0">
                <a:solidFill>
                  <a:schemeClr val="accent4">
                    <a:lumMod val="50000"/>
                  </a:schemeClr>
                </a:solidFill>
              </a:rPr>
              <a:t>总线上数据发送者与接收者之间的连接</a:t>
            </a:r>
            <a:r>
              <a:rPr lang="en-US" altLang="zh-CN" sz="2800" b="1" dirty="0">
                <a:solidFill>
                  <a:schemeClr val="accent4">
                    <a:lumMod val="50000"/>
                  </a:schemeClr>
                </a:solidFill>
                <a:sym typeface="Wingdings" panose="05000000000000000000" pitchFamily="2" charset="2"/>
              </a:rPr>
              <a:t></a:t>
            </a:r>
            <a:r>
              <a:rPr lang="zh-CN" altLang="en-US" sz="2800" b="1" dirty="0">
                <a:solidFill>
                  <a:schemeClr val="accent4">
                    <a:lumMod val="50000"/>
                  </a:schemeClr>
                </a:solidFill>
                <a:sym typeface="Wingdings" panose="05000000000000000000" pitchFamily="2" charset="2"/>
              </a:rPr>
              <a:t>数据传送</a:t>
            </a:r>
            <a:r>
              <a:rPr lang="en-US" altLang="zh-CN" sz="2800" b="1" dirty="0">
                <a:solidFill>
                  <a:schemeClr val="accent4">
                    <a:lumMod val="50000"/>
                  </a:schemeClr>
                </a:solidFill>
                <a:sym typeface="Wingdings" panose="05000000000000000000" pitchFamily="2" charset="2"/>
              </a:rPr>
              <a:t></a:t>
            </a:r>
            <a:r>
              <a:rPr lang="zh-CN" altLang="en-US" sz="2800" b="1" dirty="0">
                <a:solidFill>
                  <a:schemeClr val="accent4">
                    <a:lumMod val="50000"/>
                  </a:schemeClr>
                </a:solidFill>
                <a:sym typeface="Wingdings" panose="05000000000000000000" pitchFamily="2" charset="2"/>
              </a:rPr>
              <a:t>断开连接的一个操作序列。</a:t>
            </a:r>
            <a:endParaRPr lang="en-US" altLang="zh-CN" sz="2800" b="1" dirty="0">
              <a:solidFill>
                <a:schemeClr val="accent4">
                  <a:lumMod val="50000"/>
                </a:schemeClr>
              </a:solidFill>
            </a:endParaRPr>
          </a:p>
          <a:p>
            <a:pPr algn="just" eaLnBrk="1" hangingPunct="1"/>
            <a:r>
              <a:rPr lang="zh-CN" altLang="en-US" b="1" dirty="0" smtClean="0">
                <a:solidFill>
                  <a:srgbClr val="C00000"/>
                </a:solidFill>
                <a:latin typeface="楷体_GB2312" pitchFamily="49" charset="-122"/>
              </a:rPr>
              <a:t>现场设备：</a:t>
            </a:r>
            <a:r>
              <a:rPr lang="zh-CN" altLang="en-US" sz="2800" b="1" dirty="0">
                <a:solidFill>
                  <a:schemeClr val="accent4">
                    <a:lumMod val="50000"/>
                  </a:schemeClr>
                </a:solidFill>
              </a:rPr>
              <a:t>作为网络节点连接在现场总线上的物理实体</a:t>
            </a:r>
            <a:r>
              <a:rPr lang="zh-CN" altLang="en-US" sz="2800" b="1" dirty="0" smtClean="0">
                <a:solidFill>
                  <a:schemeClr val="accent4">
                    <a:lumMod val="50000"/>
                  </a:schemeClr>
                </a:solidFill>
              </a:rPr>
              <a:t>。</a:t>
            </a:r>
            <a:endParaRPr lang="en-US" altLang="zh-CN" sz="2800" b="1" dirty="0" smtClean="0">
              <a:solidFill>
                <a:schemeClr val="accent4">
                  <a:lumMod val="50000"/>
                </a:schemeClr>
              </a:solidFill>
            </a:endParaRPr>
          </a:p>
          <a:p>
            <a:pPr algn="just" eaLnBrk="1" hangingPunct="1"/>
            <a:r>
              <a:rPr lang="zh-CN" altLang="en-US" sz="2800" b="1" dirty="0">
                <a:solidFill>
                  <a:srgbClr val="C00000"/>
                </a:solidFill>
              </a:rPr>
              <a:t>总线主设备：</a:t>
            </a:r>
            <a:r>
              <a:rPr lang="zh-CN" altLang="en-US" sz="2800" b="1" dirty="0">
                <a:solidFill>
                  <a:schemeClr val="accent4">
                    <a:lumMod val="50000"/>
                  </a:schemeClr>
                </a:solidFill>
              </a:rPr>
              <a:t>有能力在总线上发起通信的设备。</a:t>
            </a:r>
            <a:endParaRPr lang="en-US" altLang="zh-CN" sz="2800" b="1" dirty="0">
              <a:solidFill>
                <a:schemeClr val="accent4">
                  <a:lumMod val="50000"/>
                </a:schemeClr>
              </a:solidFill>
            </a:endParaRPr>
          </a:p>
          <a:p>
            <a:pPr algn="just" eaLnBrk="1" hangingPunct="1"/>
            <a:endParaRPr lang="en-US" altLang="zh-CN" sz="2800" b="1" dirty="0">
              <a:solidFill>
                <a:schemeClr val="accent4">
                  <a:lumMod val="50000"/>
                </a:schemeClr>
              </a:solidFill>
            </a:endParaRPr>
          </a:p>
          <a:p>
            <a:pPr marL="0" indent="0" algn="just" eaLnBrk="1" hangingPunct="1">
              <a:buNone/>
            </a:pPr>
            <a:endParaRPr lang="en-US" altLang="zh-CN" b="1" dirty="0" smtClean="0">
              <a:solidFill>
                <a:srgbClr val="C00000"/>
              </a:solidFill>
            </a:endParaRPr>
          </a:p>
          <a:p>
            <a:pPr algn="just" eaLnBrk="1" hangingPunct="1"/>
            <a:endParaRPr lang="zh-CN" altLang="en-US" dirty="0" smtClean="0">
              <a:latin typeface="楷体_GB2312" pitchFamily="49" charset="-122"/>
            </a:endParaRPr>
          </a:p>
        </p:txBody>
      </p:sp>
      <p:sp>
        <p:nvSpPr>
          <p:cNvPr id="3" name="灯片编号占位符 2"/>
          <p:cNvSpPr>
            <a:spLocks noGrp="1"/>
          </p:cNvSpPr>
          <p:nvPr>
            <p:ph type="sldNum" sz="quarter" idx="12"/>
          </p:nvPr>
        </p:nvSpPr>
        <p:spPr/>
        <p:txBody>
          <a:bodyPr/>
          <a:lstStyle/>
          <a:p>
            <a:pPr>
              <a:defRPr/>
            </a:pPr>
            <a:fld id="{9BF00D34-9595-44A7-BDF3-3B04477730B8}" type="slidenum">
              <a:rPr lang="zh-CN" altLang="en-US" smtClean="0"/>
              <a:pPr>
                <a:defRPr/>
              </a:pPr>
              <a:t>3</a:t>
            </a:fld>
            <a:endParaRPr lang="zh-CN" altLang="en-US"/>
          </a:p>
        </p:txBody>
      </p:sp>
    </p:spTree>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4" fill="hold" nodeType="clickEffect">
                                  <p:stCondLst>
                                    <p:cond delay="0"/>
                                  </p:stCondLst>
                                  <p:childTnLst>
                                    <p:set>
                                      <p:cBhvr>
                                        <p:cTn id="6" dur="1" fill="hold">
                                          <p:stCondLst>
                                            <p:cond delay="0"/>
                                          </p:stCondLst>
                                        </p:cTn>
                                        <p:tgtEl>
                                          <p:spTgt spid="5123">
                                            <p:txEl>
                                              <p:pRg st="1" end="1"/>
                                            </p:txEl>
                                          </p:spTgt>
                                        </p:tgtEl>
                                        <p:attrNameLst>
                                          <p:attrName>style.visibility</p:attrName>
                                        </p:attrNameLst>
                                      </p:cBhvr>
                                      <p:to>
                                        <p:strVal val="visible"/>
                                      </p:to>
                                    </p:set>
                                    <p:anim calcmode="lin" valueType="num">
                                      <p:cBhvr additive="base">
                                        <p:cTn id="7" dur="500" fill="hold"/>
                                        <p:tgtEl>
                                          <p:spTgt spid="5123">
                                            <p:txEl>
                                              <p:pRg st="1" end="1"/>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512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4" fill="hold" nodeType="clickEffect">
                                  <p:stCondLst>
                                    <p:cond delay="0"/>
                                  </p:stCondLst>
                                  <p:childTnLst>
                                    <p:set>
                                      <p:cBhvr>
                                        <p:cTn id="12" dur="1" fill="hold">
                                          <p:stCondLst>
                                            <p:cond delay="0"/>
                                          </p:stCondLst>
                                        </p:cTn>
                                        <p:tgtEl>
                                          <p:spTgt spid="5123">
                                            <p:txEl>
                                              <p:pRg st="2" end="2"/>
                                            </p:txEl>
                                          </p:spTgt>
                                        </p:tgtEl>
                                        <p:attrNameLst>
                                          <p:attrName>style.visibility</p:attrName>
                                        </p:attrNameLst>
                                      </p:cBhvr>
                                      <p:to>
                                        <p:strVal val="visible"/>
                                      </p:to>
                                    </p:set>
                                    <p:anim calcmode="lin" valueType="num">
                                      <p:cBhvr additive="base">
                                        <p:cTn id="13" dur="500" fill="hold"/>
                                        <p:tgtEl>
                                          <p:spTgt spid="5123">
                                            <p:txEl>
                                              <p:pRg st="2" end="2"/>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512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4" fill="hold" nodeType="clickEffect">
                                  <p:stCondLst>
                                    <p:cond delay="0"/>
                                  </p:stCondLst>
                                  <p:childTnLst>
                                    <p:set>
                                      <p:cBhvr>
                                        <p:cTn id="18" dur="1" fill="hold">
                                          <p:stCondLst>
                                            <p:cond delay="0"/>
                                          </p:stCondLst>
                                        </p:cTn>
                                        <p:tgtEl>
                                          <p:spTgt spid="5123">
                                            <p:txEl>
                                              <p:pRg st="3" end="3"/>
                                            </p:txEl>
                                          </p:spTgt>
                                        </p:tgtEl>
                                        <p:attrNameLst>
                                          <p:attrName>style.visibility</p:attrName>
                                        </p:attrNameLst>
                                      </p:cBhvr>
                                      <p:to>
                                        <p:strVal val="visible"/>
                                      </p:to>
                                    </p:set>
                                    <p:anim calcmode="lin" valueType="num">
                                      <p:cBhvr additive="base">
                                        <p:cTn id="19" dur="500" fill="hold"/>
                                        <p:tgtEl>
                                          <p:spTgt spid="5123">
                                            <p:txEl>
                                              <p:pRg st="3" end="3"/>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512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5123">
                                            <p:txEl>
                                              <p:pRg st="4" end="4"/>
                                            </p:txEl>
                                          </p:spTgt>
                                        </p:tgtEl>
                                        <p:attrNameLst>
                                          <p:attrName>style.visibility</p:attrName>
                                        </p:attrNameLst>
                                      </p:cBhvr>
                                      <p:to>
                                        <p:strVal val="visible"/>
                                      </p:to>
                                    </p:set>
                                    <p:anim calcmode="lin" valueType="num">
                                      <p:cBhvr additive="base">
                                        <p:cTn id="25" dur="500" fill="hold"/>
                                        <p:tgtEl>
                                          <p:spTgt spid="5123">
                                            <p:txEl>
                                              <p:pRg st="4" end="4"/>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5123">
                                            <p:txEl>
                                              <p:pRg st="4" end="4"/>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标题 1"/>
          <p:cNvSpPr>
            <a:spLocks noGrp="1"/>
          </p:cNvSpPr>
          <p:nvPr>
            <p:ph type="title"/>
          </p:nvPr>
        </p:nvSpPr>
        <p:spPr>
          <a:xfrm>
            <a:off x="107950" y="44450"/>
            <a:ext cx="7343775" cy="792163"/>
          </a:xfrm>
        </p:spPr>
        <p:txBody>
          <a:bodyPr/>
          <a:lstStyle/>
          <a:p>
            <a:pPr eaLnBrk="1" hangingPunct="1"/>
            <a:r>
              <a:rPr lang="en-US" altLang="zh-CN" smtClean="0"/>
              <a:t>2.1 </a:t>
            </a:r>
            <a:r>
              <a:rPr lang="zh-CN" altLang="en-US" smtClean="0"/>
              <a:t>基本术语</a:t>
            </a:r>
          </a:p>
        </p:txBody>
      </p:sp>
      <p:sp>
        <p:nvSpPr>
          <p:cNvPr id="5123" name="内容占位符 2"/>
          <p:cNvSpPr>
            <a:spLocks noGrp="1"/>
          </p:cNvSpPr>
          <p:nvPr>
            <p:ph idx="1"/>
          </p:nvPr>
        </p:nvSpPr>
        <p:spPr>
          <a:xfrm>
            <a:off x="107950" y="981075"/>
            <a:ext cx="8928100" cy="5102225"/>
          </a:xfrm>
        </p:spPr>
        <p:txBody>
          <a:bodyPr/>
          <a:lstStyle/>
          <a:p>
            <a:pPr algn="just" eaLnBrk="1" hangingPunct="1"/>
            <a:r>
              <a:rPr lang="zh-CN" altLang="en-US" b="1" dirty="0" smtClean="0">
                <a:solidFill>
                  <a:srgbClr val="C00000"/>
                </a:solidFill>
              </a:rPr>
              <a:t>总线</a:t>
            </a:r>
            <a:r>
              <a:rPr lang="zh-CN" altLang="en-US" b="1" dirty="0">
                <a:solidFill>
                  <a:srgbClr val="C00000"/>
                </a:solidFill>
              </a:rPr>
              <a:t>从设备</a:t>
            </a:r>
            <a:r>
              <a:rPr lang="zh-CN" altLang="en-US" b="1" dirty="0" smtClean="0">
                <a:solidFill>
                  <a:srgbClr val="C00000"/>
                </a:solidFill>
              </a:rPr>
              <a:t>：</a:t>
            </a:r>
            <a:r>
              <a:rPr lang="zh-CN" altLang="en-US" sz="2800" b="1" dirty="0">
                <a:solidFill>
                  <a:schemeClr val="accent4">
                    <a:lumMod val="50000"/>
                  </a:schemeClr>
                </a:solidFill>
              </a:rPr>
              <a:t>不能在总线上主动发起通信，只能挂接在总线上，对总线信号进行接收查询的</a:t>
            </a:r>
            <a:r>
              <a:rPr lang="zh-CN" altLang="en-US" sz="2800" b="1" dirty="0" smtClean="0">
                <a:solidFill>
                  <a:schemeClr val="accent4">
                    <a:lumMod val="50000"/>
                  </a:schemeClr>
                </a:solidFill>
              </a:rPr>
              <a:t>设备。</a:t>
            </a:r>
            <a:endParaRPr lang="en-US" altLang="zh-CN" sz="2800" b="1" dirty="0" smtClean="0">
              <a:solidFill>
                <a:schemeClr val="accent4">
                  <a:lumMod val="50000"/>
                </a:schemeClr>
              </a:solidFill>
            </a:endParaRPr>
          </a:p>
          <a:p>
            <a:pPr algn="just" eaLnBrk="1" hangingPunct="1"/>
            <a:endParaRPr lang="en-US" altLang="zh-CN" sz="2800" b="1" dirty="0" smtClean="0">
              <a:solidFill>
                <a:schemeClr val="accent4">
                  <a:lumMod val="50000"/>
                </a:schemeClr>
              </a:solidFill>
            </a:endParaRPr>
          </a:p>
          <a:p>
            <a:pPr algn="just" eaLnBrk="1" hangingPunct="1"/>
            <a:r>
              <a:rPr lang="zh-CN" altLang="en-US" b="1" dirty="0" smtClean="0">
                <a:solidFill>
                  <a:srgbClr val="C00000"/>
                </a:solidFill>
              </a:rPr>
              <a:t>总线仲裁：</a:t>
            </a:r>
            <a:r>
              <a:rPr lang="zh-CN" altLang="en-US" sz="2800" b="1" dirty="0">
                <a:solidFill>
                  <a:schemeClr val="accent4">
                    <a:lumMod val="50000"/>
                  </a:schemeClr>
                </a:solidFill>
              </a:rPr>
              <a:t>在总线出现冲突时，依据某种裁决规则来确定下一个时刻具有总线占有权设备的过程</a:t>
            </a:r>
            <a:r>
              <a:rPr lang="zh-CN" altLang="en-US" sz="2800" b="1" dirty="0" smtClean="0">
                <a:solidFill>
                  <a:schemeClr val="accent4">
                    <a:lumMod val="50000"/>
                  </a:schemeClr>
                </a:solidFill>
              </a:rPr>
              <a:t>。</a:t>
            </a:r>
            <a:endParaRPr lang="en-US" altLang="zh-CN" sz="2800" b="1" dirty="0" smtClean="0">
              <a:solidFill>
                <a:schemeClr val="accent4">
                  <a:lumMod val="50000"/>
                </a:schemeClr>
              </a:solidFill>
            </a:endParaRPr>
          </a:p>
          <a:p>
            <a:pPr algn="just" eaLnBrk="1" hangingPunct="1"/>
            <a:endParaRPr lang="en-US" altLang="zh-CN" sz="2800" b="1" dirty="0">
              <a:solidFill>
                <a:schemeClr val="accent4">
                  <a:lumMod val="50000"/>
                </a:schemeClr>
              </a:solidFill>
            </a:endParaRPr>
          </a:p>
          <a:p>
            <a:pPr marL="0" indent="0" algn="just" eaLnBrk="1" hangingPunct="1">
              <a:buNone/>
            </a:pPr>
            <a:r>
              <a:rPr lang="en-US" altLang="zh-CN" b="1" dirty="0">
                <a:solidFill>
                  <a:srgbClr val="C00000"/>
                </a:solidFill>
              </a:rPr>
              <a:t> </a:t>
            </a:r>
            <a:r>
              <a:rPr lang="en-US" altLang="zh-CN" b="1" dirty="0" smtClean="0">
                <a:solidFill>
                  <a:srgbClr val="C00000"/>
                </a:solidFill>
              </a:rPr>
              <a:t>    </a:t>
            </a:r>
            <a:r>
              <a:rPr lang="zh-CN" altLang="en-US" b="1" dirty="0" smtClean="0">
                <a:solidFill>
                  <a:srgbClr val="0070C0"/>
                </a:solidFill>
              </a:rPr>
              <a:t>集</a:t>
            </a:r>
            <a:r>
              <a:rPr lang="zh-CN" altLang="en-US" b="1" dirty="0">
                <a:solidFill>
                  <a:srgbClr val="0070C0"/>
                </a:solidFill>
              </a:rPr>
              <a:t>中仲裁</a:t>
            </a:r>
            <a:r>
              <a:rPr lang="zh-CN" altLang="en-US" dirty="0"/>
              <a:t>与</a:t>
            </a:r>
            <a:r>
              <a:rPr lang="zh-CN" altLang="en-US" b="1" dirty="0">
                <a:solidFill>
                  <a:srgbClr val="0070C0"/>
                </a:solidFill>
              </a:rPr>
              <a:t>分布式仲裁</a:t>
            </a:r>
            <a:endParaRPr lang="en-US" altLang="zh-CN" b="1" dirty="0" smtClean="0">
              <a:solidFill>
                <a:srgbClr val="C00000"/>
              </a:solidFill>
            </a:endParaRPr>
          </a:p>
          <a:p>
            <a:pPr algn="just" eaLnBrk="1" hangingPunct="1"/>
            <a:endParaRPr lang="en-US" altLang="zh-CN" b="1" dirty="0" smtClean="0">
              <a:solidFill>
                <a:srgbClr val="C00000"/>
              </a:solidFill>
            </a:endParaRPr>
          </a:p>
          <a:p>
            <a:pPr algn="just" eaLnBrk="1" hangingPunct="1"/>
            <a:endParaRPr lang="zh-CN" altLang="en-US" dirty="0" smtClean="0">
              <a:latin typeface="楷体_GB2312" pitchFamily="49" charset="-122"/>
            </a:endParaRPr>
          </a:p>
        </p:txBody>
      </p:sp>
      <p:sp>
        <p:nvSpPr>
          <p:cNvPr id="3" name="灯片编号占位符 2"/>
          <p:cNvSpPr>
            <a:spLocks noGrp="1"/>
          </p:cNvSpPr>
          <p:nvPr>
            <p:ph type="sldNum" sz="quarter" idx="12"/>
          </p:nvPr>
        </p:nvSpPr>
        <p:spPr/>
        <p:txBody>
          <a:bodyPr/>
          <a:lstStyle/>
          <a:p>
            <a:pPr>
              <a:defRPr/>
            </a:pPr>
            <a:fld id="{9BF00D34-9595-44A7-BDF3-3B04477730B8}" type="slidenum">
              <a:rPr lang="zh-CN" altLang="en-US" smtClean="0"/>
              <a:pPr>
                <a:defRPr/>
              </a:pPr>
              <a:t>4</a:t>
            </a:fld>
            <a:endParaRPr lang="zh-CN" altLang="en-US"/>
          </a:p>
        </p:txBody>
      </p:sp>
    </p:spTree>
    <p:extLst>
      <p:ext uri="{BB962C8B-B14F-4D97-AF65-F5344CB8AC3E}">
        <p14:creationId xmlns:p14="http://schemas.microsoft.com/office/powerpoint/2010/main" val="192329217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5123">
                                            <p:txEl>
                                              <p:pRg st="0" end="0"/>
                                            </p:txEl>
                                          </p:spTgt>
                                        </p:tgtEl>
                                        <p:attrNameLst>
                                          <p:attrName>style.visibility</p:attrName>
                                        </p:attrNameLst>
                                      </p:cBhvr>
                                      <p:to>
                                        <p:strVal val="visible"/>
                                      </p:to>
                                    </p:set>
                                    <p:anim calcmode="lin" valueType="num">
                                      <p:cBhvr additive="base">
                                        <p:cTn id="7" dur="500" fill="hold"/>
                                        <p:tgtEl>
                                          <p:spTgt spid="512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512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5123">
                                            <p:txEl>
                                              <p:pRg st="2" end="2"/>
                                            </p:txEl>
                                          </p:spTgt>
                                        </p:tgtEl>
                                        <p:attrNameLst>
                                          <p:attrName>style.visibility</p:attrName>
                                        </p:attrNameLst>
                                      </p:cBhvr>
                                      <p:to>
                                        <p:strVal val="visible"/>
                                      </p:to>
                                    </p:set>
                                    <p:anim calcmode="lin" valueType="num">
                                      <p:cBhvr additive="base">
                                        <p:cTn id="13" dur="500" fill="hold"/>
                                        <p:tgtEl>
                                          <p:spTgt spid="5123">
                                            <p:txEl>
                                              <p:pRg st="2" end="2"/>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512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5123">
                                            <p:txEl>
                                              <p:pRg st="4" end="4"/>
                                            </p:txEl>
                                          </p:spTgt>
                                        </p:tgtEl>
                                        <p:attrNameLst>
                                          <p:attrName>style.visibility</p:attrName>
                                        </p:attrNameLst>
                                      </p:cBhvr>
                                      <p:to>
                                        <p:strVal val="visible"/>
                                      </p:to>
                                    </p:set>
                                    <p:anim calcmode="lin" valueType="num">
                                      <p:cBhvr additive="base">
                                        <p:cTn id="19" dur="500" fill="hold"/>
                                        <p:tgtEl>
                                          <p:spTgt spid="5123">
                                            <p:txEl>
                                              <p:pRg st="4" end="4"/>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5123">
                                            <p:txEl>
                                              <p:pRg st="4" end="4"/>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标题 1"/>
          <p:cNvSpPr>
            <a:spLocks noGrp="1"/>
          </p:cNvSpPr>
          <p:nvPr>
            <p:ph type="title"/>
          </p:nvPr>
        </p:nvSpPr>
        <p:spPr>
          <a:xfrm>
            <a:off x="107950" y="44450"/>
            <a:ext cx="7343775" cy="792163"/>
          </a:xfrm>
        </p:spPr>
        <p:txBody>
          <a:bodyPr/>
          <a:lstStyle/>
          <a:p>
            <a:r>
              <a:rPr lang="en-US" altLang="zh-CN" smtClean="0"/>
              <a:t>2.1 </a:t>
            </a:r>
            <a:r>
              <a:rPr lang="zh-CN" altLang="en-US" smtClean="0"/>
              <a:t>基本术语</a:t>
            </a:r>
          </a:p>
        </p:txBody>
      </p:sp>
      <p:sp>
        <p:nvSpPr>
          <p:cNvPr id="7171" name="内容占位符 2"/>
          <p:cNvSpPr>
            <a:spLocks noGrp="1"/>
          </p:cNvSpPr>
          <p:nvPr>
            <p:ph idx="1"/>
          </p:nvPr>
        </p:nvSpPr>
        <p:spPr>
          <a:xfrm>
            <a:off x="107950" y="981075"/>
            <a:ext cx="8928100" cy="5102225"/>
          </a:xfrm>
        </p:spPr>
        <p:txBody>
          <a:bodyPr/>
          <a:lstStyle/>
          <a:p>
            <a:r>
              <a:rPr lang="zh-CN" altLang="en-US" b="1" smtClean="0">
                <a:solidFill>
                  <a:srgbClr val="C00000"/>
                </a:solidFill>
              </a:rPr>
              <a:t>数据通信系统</a:t>
            </a:r>
          </a:p>
        </p:txBody>
      </p:sp>
      <p:sp>
        <p:nvSpPr>
          <p:cNvPr id="4" name="灯片编号占位符 3"/>
          <p:cNvSpPr>
            <a:spLocks noGrp="1"/>
          </p:cNvSpPr>
          <p:nvPr>
            <p:ph type="sldNum" sz="quarter" idx="12"/>
          </p:nvPr>
        </p:nvSpPr>
        <p:spPr/>
        <p:txBody>
          <a:bodyPr/>
          <a:lstStyle/>
          <a:p>
            <a:pPr>
              <a:defRPr/>
            </a:pPr>
            <a:fld id="{4BD1816D-A32C-4593-B9EF-34A45D71395D}" type="slidenum">
              <a:rPr lang="zh-CN" altLang="en-US" smtClean="0"/>
              <a:pPr>
                <a:defRPr/>
              </a:pPr>
              <a:t>5</a:t>
            </a:fld>
            <a:endParaRPr lang="zh-CN" altLang="en-US"/>
          </a:p>
        </p:txBody>
      </p:sp>
      <p:graphicFrame>
        <p:nvGraphicFramePr>
          <p:cNvPr id="7173" name="对象 5"/>
          <p:cNvGraphicFramePr>
            <a:graphicFrameLocks noGrp="1" noChangeAspect="1"/>
          </p:cNvGraphicFramePr>
          <p:nvPr>
            <p:extLst>
              <p:ext uri="{D42A27DB-BD31-4B8C-83A1-F6EECF244321}">
                <p14:modId xmlns:p14="http://schemas.microsoft.com/office/powerpoint/2010/main" val="2646095983"/>
              </p:ext>
            </p:extLst>
          </p:nvPr>
        </p:nvGraphicFramePr>
        <p:xfrm>
          <a:off x="144463" y="2133600"/>
          <a:ext cx="10548217" cy="4632325"/>
        </p:xfrm>
        <a:graphic>
          <a:graphicData uri="http://schemas.openxmlformats.org/presentationml/2006/ole">
            <mc:AlternateContent xmlns:mc="http://schemas.openxmlformats.org/markup-compatibility/2006">
              <mc:Choice xmlns:v="urn:schemas-microsoft-com:vml" Requires="v">
                <p:oleObj spid="_x0000_s7474" name="Visio" r:id="rId3" imgW="7175698" imgH="3134407" progId="Visio.Drawing.11">
                  <p:embed/>
                </p:oleObj>
              </mc:Choice>
              <mc:Fallback>
                <p:oleObj name="Visio" r:id="rId3" imgW="7175698" imgH="3134407" progId="Visio.Drawing.11">
                  <p:embed/>
                  <p:pic>
                    <p:nvPicPr>
                      <p:cNvPr id="0" name="对象 5"/>
                      <p:cNvPicPr>
                        <a:picLocks noGrp="1" noChangeAspect="1" noChangeArrowheads="1"/>
                      </p:cNvPicPr>
                      <p:nvPr/>
                    </p:nvPicPr>
                    <p:blipFill>
                      <a:blip r:embed="rId4"/>
                      <a:srcRect/>
                      <a:stretch>
                        <a:fillRect/>
                      </a:stretch>
                    </p:blipFill>
                    <p:spPr bwMode="auto">
                      <a:xfrm>
                        <a:off x="144463" y="2133600"/>
                        <a:ext cx="10548217" cy="4632325"/>
                      </a:xfrm>
                      <a:prstGeom prst="rect">
                        <a:avLst/>
                      </a:prstGeom>
                      <a:noFill/>
                      <a:ln>
                        <a:noFill/>
                      </a:ln>
                      <a:extLst/>
                    </p:spPr>
                  </p:pic>
                </p:oleObj>
              </mc:Fallback>
            </mc:AlternateContent>
          </a:graphicData>
        </a:graphic>
      </p:graphicFrame>
    </p:spTree>
  </p:cSld>
  <p:clrMapOvr>
    <a:masterClrMapping/>
  </p:clrMapOvr>
  <p:transition spd="slow">
    <p:push dir="u"/>
  </p:transition>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标题 1"/>
          <p:cNvSpPr>
            <a:spLocks noGrp="1"/>
          </p:cNvSpPr>
          <p:nvPr>
            <p:ph type="title"/>
          </p:nvPr>
        </p:nvSpPr>
        <p:spPr>
          <a:xfrm>
            <a:off x="107950" y="44450"/>
            <a:ext cx="7343775" cy="792163"/>
          </a:xfrm>
        </p:spPr>
        <p:txBody>
          <a:bodyPr/>
          <a:lstStyle/>
          <a:p>
            <a:pPr eaLnBrk="1" hangingPunct="1"/>
            <a:r>
              <a:rPr lang="zh-CN" altLang="en-US" smtClean="0"/>
              <a:t>第</a:t>
            </a:r>
            <a:r>
              <a:rPr lang="en-US" altLang="zh-CN" smtClean="0"/>
              <a:t>2</a:t>
            </a:r>
            <a:r>
              <a:rPr lang="zh-CN" altLang="en-US" smtClean="0"/>
              <a:t>章 数据通信与网络基础</a:t>
            </a:r>
          </a:p>
        </p:txBody>
      </p:sp>
      <p:sp>
        <p:nvSpPr>
          <p:cNvPr id="9219" name="内容占位符 2"/>
          <p:cNvSpPr>
            <a:spLocks noGrp="1"/>
          </p:cNvSpPr>
          <p:nvPr>
            <p:ph idx="1"/>
          </p:nvPr>
        </p:nvSpPr>
        <p:spPr>
          <a:xfrm>
            <a:off x="107950" y="981075"/>
            <a:ext cx="8928100" cy="5102225"/>
          </a:xfrm>
        </p:spPr>
        <p:txBody>
          <a:bodyPr/>
          <a:lstStyle/>
          <a:p>
            <a:pPr eaLnBrk="1" hangingPunct="1"/>
            <a:r>
              <a:rPr lang="en-US" altLang="zh-CN" smtClean="0"/>
              <a:t>2.1 </a:t>
            </a:r>
            <a:r>
              <a:rPr lang="zh-CN" altLang="en-US" smtClean="0"/>
              <a:t>基本术语</a:t>
            </a:r>
            <a:endParaRPr lang="en-US" altLang="zh-CN" smtClean="0"/>
          </a:p>
          <a:p>
            <a:pPr eaLnBrk="1" hangingPunct="1"/>
            <a:r>
              <a:rPr lang="en-US" altLang="zh-CN" smtClean="0">
                <a:solidFill>
                  <a:srgbClr val="FF0000"/>
                </a:solidFill>
              </a:rPr>
              <a:t>2.2 </a:t>
            </a:r>
            <a:r>
              <a:rPr lang="zh-CN" altLang="en-US" smtClean="0">
                <a:solidFill>
                  <a:srgbClr val="FF0000"/>
                </a:solidFill>
              </a:rPr>
              <a:t>数据编码</a:t>
            </a:r>
            <a:endParaRPr lang="en-US" altLang="zh-CN" smtClean="0">
              <a:solidFill>
                <a:srgbClr val="FF0000"/>
              </a:solidFill>
            </a:endParaRPr>
          </a:p>
        </p:txBody>
      </p:sp>
      <p:sp>
        <p:nvSpPr>
          <p:cNvPr id="3" name="灯片编号占位符 2"/>
          <p:cNvSpPr>
            <a:spLocks noGrp="1"/>
          </p:cNvSpPr>
          <p:nvPr>
            <p:ph type="sldNum" sz="quarter" idx="12"/>
          </p:nvPr>
        </p:nvSpPr>
        <p:spPr/>
        <p:txBody>
          <a:bodyPr/>
          <a:lstStyle/>
          <a:p>
            <a:pPr>
              <a:defRPr/>
            </a:pPr>
            <a:fld id="{2552E188-208F-4BDB-9258-E511FF769AAD}" type="slidenum">
              <a:rPr lang="zh-CN" altLang="en-US" smtClean="0"/>
              <a:pPr>
                <a:defRPr/>
              </a:pPr>
              <a:t>6</a:t>
            </a:fld>
            <a:endParaRPr lang="zh-CN" altLang="en-US"/>
          </a:p>
        </p:txBody>
      </p:sp>
    </p:spTree>
  </p:cSld>
  <p:clrMapOvr>
    <a:masterClrMapping/>
  </p:clrMapOvr>
  <p:transition spd="slow">
    <p:push dir="u"/>
  </p:transition>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标题 1"/>
          <p:cNvSpPr>
            <a:spLocks noGrp="1"/>
          </p:cNvSpPr>
          <p:nvPr>
            <p:ph type="title"/>
          </p:nvPr>
        </p:nvSpPr>
        <p:spPr>
          <a:xfrm>
            <a:off x="107950" y="44450"/>
            <a:ext cx="7343775" cy="792163"/>
          </a:xfrm>
        </p:spPr>
        <p:txBody>
          <a:bodyPr/>
          <a:lstStyle/>
          <a:p>
            <a:r>
              <a:rPr lang="en-US" altLang="zh-CN" dirty="0" smtClean="0"/>
              <a:t>2.2 </a:t>
            </a:r>
            <a:r>
              <a:rPr lang="zh-CN" altLang="en-US" dirty="0" smtClean="0"/>
              <a:t>数据编码</a:t>
            </a:r>
          </a:p>
        </p:txBody>
      </p:sp>
      <p:sp>
        <p:nvSpPr>
          <p:cNvPr id="10243" name="内容占位符 2"/>
          <p:cNvSpPr>
            <a:spLocks noGrp="1"/>
          </p:cNvSpPr>
          <p:nvPr>
            <p:ph idx="1"/>
          </p:nvPr>
        </p:nvSpPr>
        <p:spPr>
          <a:xfrm>
            <a:off x="107950" y="981075"/>
            <a:ext cx="8928100" cy="5102225"/>
          </a:xfrm>
        </p:spPr>
        <p:txBody>
          <a:bodyPr/>
          <a:lstStyle/>
          <a:p>
            <a:pPr algn="just" eaLnBrk="1" hangingPunct="1">
              <a:buClr>
                <a:schemeClr val="tx1"/>
              </a:buClr>
            </a:pPr>
            <a:r>
              <a:rPr lang="zh-CN" altLang="en-US" b="1" dirty="0" smtClean="0">
                <a:solidFill>
                  <a:srgbClr val="C00000"/>
                </a:solidFill>
              </a:rPr>
              <a:t>数据编码：</a:t>
            </a:r>
            <a:r>
              <a:rPr lang="zh-CN" altLang="en-US" sz="2800" b="1" dirty="0" smtClean="0">
                <a:solidFill>
                  <a:schemeClr val="accent4">
                    <a:lumMod val="50000"/>
                  </a:schemeClr>
                </a:solidFill>
              </a:rPr>
              <a:t>通信系统中以何种物理信号的形式来表达数据</a:t>
            </a:r>
            <a:endParaRPr lang="en-US" altLang="zh-CN" sz="2800" b="1" dirty="0" smtClean="0">
              <a:solidFill>
                <a:schemeClr val="accent4">
                  <a:lumMod val="50000"/>
                </a:schemeClr>
              </a:solidFill>
            </a:endParaRPr>
          </a:p>
          <a:p>
            <a:pPr algn="just" eaLnBrk="1" hangingPunct="1">
              <a:buClr>
                <a:schemeClr val="tx1"/>
              </a:buClr>
            </a:pPr>
            <a:endParaRPr lang="en-US" altLang="zh-CN" sz="2800" b="1" dirty="0" smtClean="0">
              <a:solidFill>
                <a:schemeClr val="accent4">
                  <a:lumMod val="50000"/>
                </a:schemeClr>
              </a:solidFill>
              <a:latin typeface="Times New Roman" pitchFamily="18" charset="0"/>
            </a:endParaRPr>
          </a:p>
          <a:p>
            <a:pPr algn="just" eaLnBrk="1" hangingPunct="1">
              <a:buClr>
                <a:schemeClr val="tx1"/>
              </a:buClr>
            </a:pPr>
            <a:r>
              <a:rPr lang="en-US" altLang="zh-CN" b="1" dirty="0" smtClean="0">
                <a:latin typeface="Times New Roman" pitchFamily="18" charset="0"/>
              </a:rPr>
              <a:t> </a:t>
            </a:r>
            <a:r>
              <a:rPr lang="zh-CN" altLang="en-US" b="1" dirty="0" smtClean="0">
                <a:solidFill>
                  <a:srgbClr val="C00000"/>
                </a:solidFill>
              </a:rPr>
              <a:t>码元</a:t>
            </a:r>
            <a:endParaRPr lang="en-US" altLang="zh-CN" b="1" dirty="0" smtClean="0">
              <a:solidFill>
                <a:srgbClr val="C00000"/>
              </a:solidFill>
            </a:endParaRPr>
          </a:p>
          <a:p>
            <a:pPr algn="just" eaLnBrk="1" hangingPunct="1">
              <a:buClr>
                <a:schemeClr val="tx1"/>
              </a:buClr>
            </a:pPr>
            <a:endParaRPr lang="en-US" altLang="zh-CN" sz="2800" b="1" dirty="0" smtClean="0"/>
          </a:p>
          <a:p>
            <a:pPr marL="342900" lvl="2" indent="-342900" algn="just" eaLnBrk="1" hangingPunct="1">
              <a:buClr>
                <a:schemeClr val="tx1"/>
              </a:buClr>
              <a:buFont typeface="Wingdings" pitchFamily="2" charset="2"/>
              <a:buChar char="Ø"/>
            </a:pPr>
            <a:r>
              <a:rPr lang="zh-CN" altLang="en-US" sz="3200" b="1" dirty="0" smtClean="0">
                <a:solidFill>
                  <a:srgbClr val="C00000"/>
                </a:solidFill>
              </a:rPr>
              <a:t>数字数据编码</a:t>
            </a:r>
            <a:endParaRPr lang="zh-CN" altLang="en-US" sz="3200" b="1" dirty="0" smtClean="0"/>
          </a:p>
          <a:p>
            <a:pPr marL="400050" lvl="1" indent="0" algn="just">
              <a:buClr>
                <a:schemeClr val="tx1"/>
              </a:buClr>
            </a:pPr>
            <a:r>
              <a:rPr lang="zh-CN" altLang="en-US" sz="2400" b="1" dirty="0" smtClean="0">
                <a:solidFill>
                  <a:srgbClr val="C00000"/>
                </a:solidFill>
                <a:latin typeface="楷体_GB2312" pitchFamily="49" charset="-122"/>
              </a:rPr>
              <a:t>单极性码</a:t>
            </a:r>
            <a:endParaRPr lang="zh-CN" altLang="en-US" sz="2400" b="1" dirty="0" smtClean="0">
              <a:latin typeface="楷体_GB2312" pitchFamily="49" charset="-122"/>
            </a:endParaRPr>
          </a:p>
          <a:p>
            <a:pPr marL="400050" lvl="1" indent="0" algn="just">
              <a:buClr>
                <a:schemeClr val="tx1"/>
              </a:buClr>
            </a:pPr>
            <a:r>
              <a:rPr lang="zh-CN" altLang="en-US" sz="2400" b="1" dirty="0" smtClean="0">
                <a:solidFill>
                  <a:srgbClr val="C00000"/>
                </a:solidFill>
                <a:latin typeface="楷体_GB2312" pitchFamily="49" charset="-122"/>
              </a:rPr>
              <a:t>双极性编码</a:t>
            </a:r>
            <a:endParaRPr lang="en-US" altLang="zh-CN" sz="2400" b="1" dirty="0" smtClean="0">
              <a:latin typeface="楷体_GB2312" pitchFamily="49" charset="-122"/>
            </a:endParaRPr>
          </a:p>
          <a:p>
            <a:pPr marL="400050" lvl="1" indent="0" algn="just">
              <a:buClr>
                <a:schemeClr val="tx1"/>
              </a:buClr>
            </a:pPr>
            <a:r>
              <a:rPr lang="zh-CN" altLang="en-US" sz="2400" b="1" dirty="0" smtClean="0">
                <a:solidFill>
                  <a:srgbClr val="C00000"/>
                </a:solidFill>
                <a:latin typeface="楷体_GB2312" pitchFamily="49" charset="-122"/>
              </a:rPr>
              <a:t>归零码</a:t>
            </a:r>
            <a:endParaRPr lang="zh-CN" altLang="en-US" sz="2400" b="1" dirty="0" smtClean="0">
              <a:latin typeface="楷体_GB2312" pitchFamily="49" charset="-122"/>
            </a:endParaRPr>
          </a:p>
          <a:p>
            <a:pPr marL="400050" lvl="1" indent="0" algn="just">
              <a:buClr>
                <a:schemeClr val="tx1"/>
              </a:buClr>
            </a:pPr>
            <a:r>
              <a:rPr lang="zh-CN" altLang="en-US" sz="2400" b="1" dirty="0" smtClean="0">
                <a:solidFill>
                  <a:srgbClr val="C00000"/>
                </a:solidFill>
                <a:latin typeface="楷体_GB2312" pitchFamily="49" charset="-122"/>
              </a:rPr>
              <a:t>非归零码</a:t>
            </a:r>
            <a:endParaRPr lang="zh-CN" altLang="en-US" sz="2400" b="1" dirty="0" smtClean="0">
              <a:latin typeface="楷体_GB2312" pitchFamily="49" charset="-122"/>
            </a:endParaRPr>
          </a:p>
          <a:p>
            <a:pPr marL="914400" lvl="3" indent="-457200" algn="just" eaLnBrk="1" hangingPunct="1">
              <a:buClr>
                <a:schemeClr val="tx1"/>
              </a:buClr>
              <a:buFont typeface="Wingdings" pitchFamily="2" charset="2"/>
              <a:buChar char="ü"/>
            </a:pPr>
            <a:endParaRPr lang="zh-CN" altLang="en-US" b="1" dirty="0" smtClean="0"/>
          </a:p>
        </p:txBody>
      </p:sp>
      <p:sp>
        <p:nvSpPr>
          <p:cNvPr id="4" name="灯片编号占位符 3"/>
          <p:cNvSpPr>
            <a:spLocks noGrp="1"/>
          </p:cNvSpPr>
          <p:nvPr>
            <p:ph type="sldNum" sz="quarter" idx="12"/>
          </p:nvPr>
        </p:nvSpPr>
        <p:spPr/>
        <p:txBody>
          <a:bodyPr/>
          <a:lstStyle/>
          <a:p>
            <a:pPr>
              <a:defRPr/>
            </a:pPr>
            <a:fld id="{143018D0-56A9-4919-AC93-A99ECBFBD92F}" type="slidenum">
              <a:rPr lang="zh-CN" altLang="en-US" smtClean="0"/>
              <a:pPr>
                <a:defRPr/>
              </a:pPr>
              <a:t>7</a:t>
            </a:fld>
            <a:endParaRPr lang="zh-CN" altLang="en-US"/>
          </a:p>
        </p:txBody>
      </p:sp>
    </p:spTree>
  </p:cSld>
  <p:clrMapOvr>
    <a:masterClrMapping/>
  </p:clrMapOvr>
  <p:transition spd="slow">
    <p:push dir="u"/>
  </p:transition>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标题 1"/>
          <p:cNvSpPr>
            <a:spLocks noGrp="1"/>
          </p:cNvSpPr>
          <p:nvPr>
            <p:ph type="title"/>
          </p:nvPr>
        </p:nvSpPr>
        <p:spPr>
          <a:xfrm>
            <a:off x="107950" y="44450"/>
            <a:ext cx="7343775" cy="792163"/>
          </a:xfrm>
        </p:spPr>
        <p:txBody>
          <a:bodyPr/>
          <a:lstStyle/>
          <a:p>
            <a:r>
              <a:rPr lang="en-US" altLang="zh-CN" smtClean="0"/>
              <a:t>2.2 </a:t>
            </a:r>
            <a:r>
              <a:rPr lang="zh-CN" altLang="en-US" smtClean="0"/>
              <a:t>数据编码</a:t>
            </a:r>
          </a:p>
        </p:txBody>
      </p:sp>
      <p:sp>
        <p:nvSpPr>
          <p:cNvPr id="4" name="灯片编号占位符 3"/>
          <p:cNvSpPr>
            <a:spLocks noGrp="1"/>
          </p:cNvSpPr>
          <p:nvPr>
            <p:ph type="sldNum" sz="quarter" idx="12"/>
          </p:nvPr>
        </p:nvSpPr>
        <p:spPr/>
        <p:txBody>
          <a:bodyPr/>
          <a:lstStyle/>
          <a:p>
            <a:pPr>
              <a:defRPr/>
            </a:pPr>
            <a:fld id="{947E798D-CC5D-4F12-8151-5C3F902462C2}" type="slidenum">
              <a:rPr lang="zh-CN" altLang="en-US" smtClean="0"/>
              <a:pPr>
                <a:defRPr/>
              </a:pPr>
              <a:t>8</a:t>
            </a:fld>
            <a:endParaRPr lang="zh-CN" altLang="en-US"/>
          </a:p>
        </p:txBody>
      </p:sp>
      <p:pic>
        <p:nvPicPr>
          <p:cNvPr id="11268" name="Picture 3"/>
          <p:cNvPicPr>
            <a:picLocks noChangeAspect="1" noChangeArrowheads="1"/>
          </p:cNvPicPr>
          <p:nvPr/>
        </p:nvPicPr>
        <p:blipFill>
          <a:blip r:embed="rId2">
            <a:grayscl/>
            <a:extLst>
              <a:ext uri="{28A0092B-C50C-407E-A947-70E740481C1C}">
                <a14:useLocalDpi xmlns:a14="http://schemas.microsoft.com/office/drawing/2010/main" val="0"/>
              </a:ext>
            </a:extLst>
          </a:blip>
          <a:srcRect b="9975"/>
          <a:stretch>
            <a:fillRect/>
          </a:stretch>
        </p:blipFill>
        <p:spPr bwMode="auto">
          <a:xfrm>
            <a:off x="250825" y="1196975"/>
            <a:ext cx="8513763" cy="46021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ransition spd="slow">
    <p:push dir="u"/>
  </p:transition>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标题 1"/>
          <p:cNvSpPr>
            <a:spLocks noGrp="1"/>
          </p:cNvSpPr>
          <p:nvPr>
            <p:ph type="title"/>
          </p:nvPr>
        </p:nvSpPr>
        <p:spPr>
          <a:xfrm>
            <a:off x="107950" y="44450"/>
            <a:ext cx="7343775" cy="792163"/>
          </a:xfrm>
        </p:spPr>
        <p:txBody>
          <a:bodyPr/>
          <a:lstStyle/>
          <a:p>
            <a:r>
              <a:rPr lang="en-US" altLang="zh-CN" smtClean="0"/>
              <a:t>2.2 </a:t>
            </a:r>
            <a:r>
              <a:rPr lang="zh-CN" altLang="en-US" smtClean="0"/>
              <a:t>数据编码</a:t>
            </a:r>
          </a:p>
        </p:txBody>
      </p:sp>
      <p:sp>
        <p:nvSpPr>
          <p:cNvPr id="12291" name="内容占位符 2"/>
          <p:cNvSpPr>
            <a:spLocks noGrp="1"/>
          </p:cNvSpPr>
          <p:nvPr>
            <p:ph idx="1"/>
          </p:nvPr>
        </p:nvSpPr>
        <p:spPr>
          <a:xfrm>
            <a:off x="107950" y="981075"/>
            <a:ext cx="8928100" cy="5102225"/>
          </a:xfrm>
        </p:spPr>
        <p:txBody>
          <a:bodyPr/>
          <a:lstStyle/>
          <a:p>
            <a:pPr algn="just">
              <a:lnSpc>
                <a:spcPct val="130000"/>
              </a:lnSpc>
              <a:buClr>
                <a:schemeClr val="tx1"/>
              </a:buClr>
              <a:buFont typeface="Wingdings" pitchFamily="2" charset="2"/>
              <a:buChar char="ü"/>
            </a:pPr>
            <a:r>
              <a:rPr lang="zh-CN" altLang="en-US" sz="2400" b="1" dirty="0" smtClean="0">
                <a:solidFill>
                  <a:srgbClr val="C00000"/>
                </a:solidFill>
                <a:latin typeface="楷体_GB2312" pitchFamily="49" charset="-122"/>
              </a:rPr>
              <a:t>差分码</a:t>
            </a:r>
            <a:endParaRPr lang="zh-CN" altLang="en-US" sz="2400" dirty="0" smtClean="0"/>
          </a:p>
          <a:p>
            <a:endParaRPr lang="zh-CN" altLang="en-US" dirty="0" smtClean="0"/>
          </a:p>
        </p:txBody>
      </p:sp>
      <p:sp>
        <p:nvSpPr>
          <p:cNvPr id="4" name="灯片编号占位符 3"/>
          <p:cNvSpPr>
            <a:spLocks noGrp="1"/>
          </p:cNvSpPr>
          <p:nvPr>
            <p:ph type="sldNum" sz="quarter" idx="12"/>
          </p:nvPr>
        </p:nvSpPr>
        <p:spPr/>
        <p:txBody>
          <a:bodyPr/>
          <a:lstStyle/>
          <a:p>
            <a:pPr>
              <a:defRPr/>
            </a:pPr>
            <a:fld id="{DF3E525E-D7B8-45B0-9549-67127ED0A897}" type="slidenum">
              <a:rPr lang="zh-CN" altLang="en-US" smtClean="0"/>
              <a:pPr>
                <a:defRPr/>
              </a:pPr>
              <a:t>9</a:t>
            </a:fld>
            <a:endParaRPr lang="zh-CN" altLang="en-US"/>
          </a:p>
        </p:txBody>
      </p:sp>
      <p:pic>
        <p:nvPicPr>
          <p:cNvPr id="12293" name="Picture 2"/>
          <p:cNvPicPr>
            <a:picLocks noChangeAspect="1" noChangeArrowheads="1"/>
          </p:cNvPicPr>
          <p:nvPr/>
        </p:nvPicPr>
        <p:blipFill>
          <a:blip r:embed="rId3">
            <a:extLst>
              <a:ext uri="{28A0092B-C50C-407E-A947-70E740481C1C}">
                <a14:useLocalDpi xmlns:a14="http://schemas.microsoft.com/office/drawing/2010/main" val="0"/>
              </a:ext>
            </a:extLst>
          </a:blip>
          <a:srcRect b="11830"/>
          <a:stretch>
            <a:fillRect/>
          </a:stretch>
        </p:blipFill>
        <p:spPr bwMode="auto">
          <a:xfrm>
            <a:off x="2555776" y="1916832"/>
            <a:ext cx="3240088" cy="3836988"/>
          </a:xfrm>
          <a:prstGeom prst="rect">
            <a:avLst/>
          </a:prstGeom>
          <a:noFill/>
          <a:ln>
            <a:noFill/>
          </a:ln>
          <a:effectLst/>
          <a:extLst>
            <a:ext uri="{909E8E84-426E-40DD-AFC4-6F175D3DCCD1}">
              <a14:hiddenFill xmlns:a14="http://schemas.microsoft.com/office/drawing/2010/main">
                <a:solidFill>
                  <a:schemeClr val="tx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transition spd="slow">
    <p:push dir="u"/>
  </p:transition>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标题 1"/>
          <p:cNvSpPr>
            <a:spLocks noGrp="1"/>
          </p:cNvSpPr>
          <p:nvPr>
            <p:ph type="title"/>
          </p:nvPr>
        </p:nvSpPr>
        <p:spPr>
          <a:xfrm>
            <a:off x="107950" y="44450"/>
            <a:ext cx="7343775" cy="792163"/>
          </a:xfrm>
        </p:spPr>
        <p:txBody>
          <a:bodyPr/>
          <a:lstStyle/>
          <a:p>
            <a:r>
              <a:rPr lang="en-US" altLang="zh-CN" smtClean="0"/>
              <a:t>2.2 </a:t>
            </a:r>
            <a:r>
              <a:rPr lang="zh-CN" altLang="en-US" smtClean="0"/>
              <a:t>数据编码</a:t>
            </a:r>
          </a:p>
        </p:txBody>
      </p:sp>
      <p:sp>
        <p:nvSpPr>
          <p:cNvPr id="13315" name="内容占位符 2"/>
          <p:cNvSpPr>
            <a:spLocks noGrp="1"/>
          </p:cNvSpPr>
          <p:nvPr>
            <p:ph idx="1"/>
          </p:nvPr>
        </p:nvSpPr>
        <p:spPr>
          <a:xfrm>
            <a:off x="107950" y="981075"/>
            <a:ext cx="8928100" cy="5102225"/>
          </a:xfrm>
        </p:spPr>
        <p:txBody>
          <a:bodyPr/>
          <a:lstStyle/>
          <a:p>
            <a:pPr algn="just">
              <a:lnSpc>
                <a:spcPct val="130000"/>
              </a:lnSpc>
              <a:buClr>
                <a:schemeClr val="tx1"/>
              </a:buClr>
              <a:buFont typeface="Wingdings" pitchFamily="2" charset="2"/>
              <a:buChar char="ü"/>
            </a:pPr>
            <a:r>
              <a:rPr lang="zh-CN" altLang="en-US" sz="2400" b="1" dirty="0" smtClean="0">
                <a:solidFill>
                  <a:srgbClr val="C00000"/>
                </a:solidFill>
                <a:latin typeface="楷体_GB2312" pitchFamily="49" charset="-122"/>
              </a:rPr>
              <a:t>曼彻斯特编码</a:t>
            </a:r>
            <a:r>
              <a:rPr lang="zh-CN" altLang="en-US" sz="2400" dirty="0" smtClean="0">
                <a:latin typeface="楷体_GB2312" pitchFamily="49" charset="-122"/>
              </a:rPr>
              <a:t>：</a:t>
            </a:r>
            <a:endParaRPr lang="zh-CN" altLang="en-US" sz="2400" dirty="0" smtClean="0"/>
          </a:p>
        </p:txBody>
      </p:sp>
      <p:sp>
        <p:nvSpPr>
          <p:cNvPr id="4" name="灯片编号占位符 3"/>
          <p:cNvSpPr>
            <a:spLocks noGrp="1"/>
          </p:cNvSpPr>
          <p:nvPr>
            <p:ph type="sldNum" sz="quarter" idx="12"/>
          </p:nvPr>
        </p:nvSpPr>
        <p:spPr/>
        <p:txBody>
          <a:bodyPr/>
          <a:lstStyle/>
          <a:p>
            <a:pPr>
              <a:defRPr/>
            </a:pPr>
            <a:fld id="{67E2A377-051F-416E-832E-855E16990745}" type="slidenum">
              <a:rPr lang="zh-CN" altLang="en-US" smtClean="0"/>
              <a:pPr>
                <a:defRPr/>
              </a:pPr>
              <a:t>10</a:t>
            </a:fld>
            <a:endParaRPr lang="zh-CN" altLang="en-US"/>
          </a:p>
        </p:txBody>
      </p:sp>
      <p:pic>
        <p:nvPicPr>
          <p:cNvPr id="2" name="图片 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79512" y="1628771"/>
            <a:ext cx="8820472" cy="4176493"/>
          </a:xfrm>
          <a:prstGeom prst="rect">
            <a:avLst/>
          </a:prstGeom>
        </p:spPr>
      </p:pic>
    </p:spTree>
  </p:cSld>
  <p:clrMapOvr>
    <a:masterClrMapping/>
  </p:clrMapOvr>
  <p:transition spd="slow">
    <p:push dir="u"/>
  </p:transition>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标题 1"/>
          <p:cNvSpPr>
            <a:spLocks noGrp="1"/>
          </p:cNvSpPr>
          <p:nvPr>
            <p:ph type="title"/>
          </p:nvPr>
        </p:nvSpPr>
        <p:spPr>
          <a:xfrm>
            <a:off x="107950" y="44450"/>
            <a:ext cx="7343775" cy="792163"/>
          </a:xfrm>
        </p:spPr>
        <p:txBody>
          <a:bodyPr/>
          <a:lstStyle/>
          <a:p>
            <a:r>
              <a:rPr lang="en-US" altLang="zh-CN" smtClean="0"/>
              <a:t>2.2 </a:t>
            </a:r>
            <a:r>
              <a:rPr lang="zh-CN" altLang="en-US" smtClean="0"/>
              <a:t>数据编码</a:t>
            </a:r>
          </a:p>
        </p:txBody>
      </p:sp>
      <p:sp>
        <p:nvSpPr>
          <p:cNvPr id="14339" name="内容占位符 2"/>
          <p:cNvSpPr>
            <a:spLocks noGrp="1"/>
          </p:cNvSpPr>
          <p:nvPr>
            <p:ph idx="1"/>
          </p:nvPr>
        </p:nvSpPr>
        <p:spPr>
          <a:xfrm>
            <a:off x="107950" y="981075"/>
            <a:ext cx="8928100" cy="5102225"/>
          </a:xfrm>
        </p:spPr>
        <p:txBody>
          <a:bodyPr/>
          <a:lstStyle/>
          <a:p>
            <a:pPr>
              <a:lnSpc>
                <a:spcPct val="140000"/>
              </a:lnSpc>
              <a:spcBef>
                <a:spcPct val="0"/>
              </a:spcBef>
            </a:pPr>
            <a:r>
              <a:rPr lang="zh-CN" altLang="en-US" dirty="0" smtClean="0">
                <a:solidFill>
                  <a:srgbClr val="C00000"/>
                </a:solidFill>
                <a:latin typeface="楷体_GB2312" pitchFamily="49" charset="-122"/>
              </a:rPr>
              <a:t>模拟数据编码：</a:t>
            </a:r>
            <a:r>
              <a:rPr lang="zh-CN" altLang="en-US" dirty="0" smtClean="0">
                <a:latin typeface="楷体_GB2312" pitchFamily="49" charset="-122"/>
              </a:rPr>
              <a:t>有以下三种编码方法：</a:t>
            </a:r>
          </a:p>
          <a:p>
            <a:pPr lvl="1">
              <a:lnSpc>
                <a:spcPct val="140000"/>
              </a:lnSpc>
              <a:spcBef>
                <a:spcPct val="0"/>
              </a:spcBef>
              <a:buClr>
                <a:srgbClr val="CC00CC"/>
              </a:buClr>
            </a:pPr>
            <a:r>
              <a:rPr lang="zh-CN" altLang="en-US" dirty="0" smtClean="0">
                <a:latin typeface="楷体_GB2312" pitchFamily="49" charset="-122"/>
              </a:rPr>
              <a:t> </a:t>
            </a:r>
            <a:r>
              <a:rPr lang="zh-CN" altLang="en-US" dirty="0" smtClean="0">
                <a:solidFill>
                  <a:srgbClr val="C00000"/>
                </a:solidFill>
                <a:latin typeface="楷体_GB2312" pitchFamily="49" charset="-122"/>
              </a:rPr>
              <a:t>幅移键控</a:t>
            </a:r>
            <a:r>
              <a:rPr lang="en-US" altLang="zh-CN" dirty="0" smtClean="0">
                <a:solidFill>
                  <a:srgbClr val="C00000"/>
                </a:solidFill>
                <a:latin typeface="楷体_GB2312" pitchFamily="49" charset="-122"/>
              </a:rPr>
              <a:t>ASK</a:t>
            </a:r>
            <a:r>
              <a:rPr lang="zh-CN" altLang="en-US" dirty="0" smtClean="0">
                <a:latin typeface="楷体_GB2312" pitchFamily="49" charset="-122"/>
              </a:rPr>
              <a:t>（</a:t>
            </a:r>
            <a:r>
              <a:rPr lang="en-US" altLang="zh-CN" dirty="0" smtClean="0">
                <a:latin typeface="楷体_GB2312" pitchFamily="49" charset="-122"/>
              </a:rPr>
              <a:t>amplitude-shift keying</a:t>
            </a:r>
            <a:r>
              <a:rPr lang="zh-CN" altLang="en-US" dirty="0" smtClean="0">
                <a:latin typeface="楷体_GB2312" pitchFamily="49" charset="-122"/>
              </a:rPr>
              <a:t>）</a:t>
            </a:r>
          </a:p>
          <a:p>
            <a:pPr lvl="1">
              <a:lnSpc>
                <a:spcPct val="140000"/>
              </a:lnSpc>
              <a:spcBef>
                <a:spcPct val="0"/>
              </a:spcBef>
              <a:buClr>
                <a:srgbClr val="CC00CC"/>
              </a:buClr>
            </a:pPr>
            <a:r>
              <a:rPr lang="zh-CN" altLang="en-US" dirty="0" smtClean="0">
                <a:latin typeface="楷体_GB2312" pitchFamily="49" charset="-122"/>
              </a:rPr>
              <a:t> </a:t>
            </a:r>
            <a:r>
              <a:rPr lang="zh-CN" altLang="en-US" dirty="0" smtClean="0">
                <a:solidFill>
                  <a:srgbClr val="C00000"/>
                </a:solidFill>
                <a:latin typeface="楷体_GB2312" pitchFamily="49" charset="-122"/>
              </a:rPr>
              <a:t>频移键控</a:t>
            </a:r>
            <a:r>
              <a:rPr lang="en-US" altLang="zh-CN" dirty="0" smtClean="0">
                <a:solidFill>
                  <a:srgbClr val="C00000"/>
                </a:solidFill>
                <a:latin typeface="楷体_GB2312" pitchFamily="49" charset="-122"/>
              </a:rPr>
              <a:t>FSK</a:t>
            </a:r>
            <a:r>
              <a:rPr lang="zh-CN" altLang="en-US" dirty="0" smtClean="0">
                <a:latin typeface="楷体_GB2312" pitchFamily="49" charset="-122"/>
              </a:rPr>
              <a:t>（</a:t>
            </a:r>
            <a:r>
              <a:rPr lang="en-US" altLang="zh-CN" dirty="0" smtClean="0">
                <a:latin typeface="楷体_GB2312" pitchFamily="49" charset="-122"/>
              </a:rPr>
              <a:t>frequency-shift keying</a:t>
            </a:r>
            <a:r>
              <a:rPr lang="zh-CN" altLang="en-US" dirty="0" smtClean="0">
                <a:latin typeface="楷体_GB2312" pitchFamily="49" charset="-122"/>
              </a:rPr>
              <a:t>）</a:t>
            </a:r>
          </a:p>
          <a:p>
            <a:pPr lvl="1">
              <a:lnSpc>
                <a:spcPct val="140000"/>
              </a:lnSpc>
              <a:spcBef>
                <a:spcPct val="0"/>
              </a:spcBef>
              <a:buClr>
                <a:srgbClr val="CC00CC"/>
              </a:buClr>
            </a:pPr>
            <a:r>
              <a:rPr lang="zh-CN" altLang="en-US" dirty="0" smtClean="0">
                <a:latin typeface="楷体_GB2312" pitchFamily="49" charset="-122"/>
              </a:rPr>
              <a:t> </a:t>
            </a:r>
            <a:r>
              <a:rPr lang="zh-CN" altLang="en-US" dirty="0" smtClean="0">
                <a:solidFill>
                  <a:srgbClr val="C00000"/>
                </a:solidFill>
                <a:latin typeface="楷体_GB2312" pitchFamily="49" charset="-122"/>
              </a:rPr>
              <a:t>相移键控</a:t>
            </a:r>
            <a:r>
              <a:rPr lang="en-US" altLang="zh-CN" dirty="0" smtClean="0">
                <a:solidFill>
                  <a:srgbClr val="C00000"/>
                </a:solidFill>
                <a:latin typeface="楷体_GB2312" pitchFamily="49" charset="-122"/>
              </a:rPr>
              <a:t>PSK</a:t>
            </a:r>
            <a:r>
              <a:rPr lang="zh-CN" altLang="en-US" dirty="0" smtClean="0">
                <a:latin typeface="楷体_GB2312" pitchFamily="49" charset="-122"/>
              </a:rPr>
              <a:t>（</a:t>
            </a:r>
            <a:r>
              <a:rPr lang="en-US" altLang="zh-CN" dirty="0" smtClean="0">
                <a:latin typeface="楷体_GB2312" pitchFamily="49" charset="-122"/>
              </a:rPr>
              <a:t>phase-shift keying</a:t>
            </a:r>
            <a:r>
              <a:rPr lang="zh-CN" altLang="en-US" dirty="0" smtClean="0">
                <a:latin typeface="楷体_GB2312" pitchFamily="49" charset="-122"/>
              </a:rPr>
              <a:t>）</a:t>
            </a:r>
          </a:p>
          <a:p>
            <a:endParaRPr lang="zh-CN" altLang="en-US" dirty="0" smtClean="0"/>
          </a:p>
        </p:txBody>
      </p:sp>
      <p:sp>
        <p:nvSpPr>
          <p:cNvPr id="4" name="灯片编号占位符 3"/>
          <p:cNvSpPr>
            <a:spLocks noGrp="1"/>
          </p:cNvSpPr>
          <p:nvPr>
            <p:ph type="sldNum" sz="quarter" idx="12"/>
          </p:nvPr>
        </p:nvSpPr>
        <p:spPr/>
        <p:txBody>
          <a:bodyPr/>
          <a:lstStyle/>
          <a:p>
            <a:pPr>
              <a:defRPr/>
            </a:pPr>
            <a:fld id="{7727EFE7-47CD-4973-8A82-DBCB0DA02861}" type="slidenum">
              <a:rPr lang="zh-CN" altLang="en-US" smtClean="0"/>
              <a:pPr>
                <a:defRPr/>
              </a:pPr>
              <a:t>11</a:t>
            </a:fld>
            <a:endParaRPr lang="zh-CN" altLang="en-US"/>
          </a:p>
        </p:txBody>
      </p:sp>
    </p:spTree>
  </p:cSld>
  <p:clrMapOvr>
    <a:masterClrMapping/>
  </p:clrMapOvr>
  <p:transition spd="slow">
    <p:push dir="u"/>
  </p:transition>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标题 1"/>
          <p:cNvSpPr>
            <a:spLocks noGrp="1"/>
          </p:cNvSpPr>
          <p:nvPr>
            <p:ph type="title"/>
          </p:nvPr>
        </p:nvSpPr>
        <p:spPr>
          <a:xfrm>
            <a:off x="107950" y="44450"/>
            <a:ext cx="7343775" cy="792163"/>
          </a:xfrm>
        </p:spPr>
        <p:txBody>
          <a:bodyPr/>
          <a:lstStyle/>
          <a:p>
            <a:r>
              <a:rPr lang="en-US" altLang="zh-CN" smtClean="0"/>
              <a:t>2.2 </a:t>
            </a:r>
            <a:r>
              <a:rPr lang="zh-CN" altLang="en-US" smtClean="0"/>
              <a:t>数据编码</a:t>
            </a:r>
          </a:p>
        </p:txBody>
      </p:sp>
      <p:sp>
        <p:nvSpPr>
          <p:cNvPr id="4" name="灯片编号占位符 3"/>
          <p:cNvSpPr>
            <a:spLocks noGrp="1"/>
          </p:cNvSpPr>
          <p:nvPr>
            <p:ph type="sldNum" sz="quarter" idx="12"/>
          </p:nvPr>
        </p:nvSpPr>
        <p:spPr/>
        <p:txBody>
          <a:bodyPr/>
          <a:lstStyle/>
          <a:p>
            <a:pPr>
              <a:defRPr/>
            </a:pPr>
            <a:fld id="{A19E355E-513B-484D-A32F-583D77B24613}" type="slidenum">
              <a:rPr lang="zh-CN" altLang="en-US" smtClean="0"/>
              <a:pPr>
                <a:defRPr/>
              </a:pPr>
              <a:t>12</a:t>
            </a:fld>
            <a:endParaRPr lang="zh-CN" altLang="en-US"/>
          </a:p>
        </p:txBody>
      </p:sp>
      <p:pic>
        <p:nvPicPr>
          <p:cNvPr id="15364" name="图片 6"/>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476375" y="854075"/>
            <a:ext cx="5227638" cy="5768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 name="圆角矩形标注 7"/>
          <p:cNvSpPr/>
          <p:nvPr/>
        </p:nvSpPr>
        <p:spPr>
          <a:xfrm>
            <a:off x="322263" y="2924175"/>
            <a:ext cx="7345362" cy="842963"/>
          </a:xfrm>
          <a:prstGeom prst="wedgeRoundRectCallout">
            <a:avLst>
              <a:gd name="adj1" fmla="val 12111"/>
              <a:gd name="adj2" fmla="val -109478"/>
              <a:gd name="adj3" fmla="val 16667"/>
            </a:avLst>
          </a:prstGeom>
          <a:solidFill>
            <a:schemeClr val="accent1">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just">
              <a:defRPr/>
            </a:pPr>
            <a:r>
              <a:rPr lang="zh-CN" altLang="en-US" sz="2400" dirty="0">
                <a:solidFill>
                  <a:schemeClr val="tx1"/>
                </a:solidFill>
                <a:latin typeface="楷体_GB2312" panose="02010609030101010101" pitchFamily="49" charset="-122"/>
                <a:ea typeface="楷体_GB2312" panose="02010609030101010101" pitchFamily="49" charset="-122"/>
              </a:rPr>
              <a:t>载波信号的频率、相位不变，幅度随调制信号变化</a:t>
            </a:r>
          </a:p>
        </p:txBody>
      </p:sp>
      <p:sp>
        <p:nvSpPr>
          <p:cNvPr id="9" name="圆角矩形标注 8"/>
          <p:cNvSpPr/>
          <p:nvPr/>
        </p:nvSpPr>
        <p:spPr>
          <a:xfrm>
            <a:off x="322263" y="5013325"/>
            <a:ext cx="7345362" cy="841375"/>
          </a:xfrm>
          <a:prstGeom prst="wedgeRoundRectCallout">
            <a:avLst>
              <a:gd name="adj1" fmla="val 12111"/>
              <a:gd name="adj2" fmla="val -109478"/>
              <a:gd name="adj3" fmla="val 16667"/>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just">
              <a:defRPr/>
            </a:pPr>
            <a:r>
              <a:rPr lang="zh-CN" altLang="en-US" sz="2400" dirty="0">
                <a:solidFill>
                  <a:schemeClr val="tx1"/>
                </a:solidFill>
                <a:latin typeface="楷体_GB2312" panose="02010609030101010101" pitchFamily="49" charset="-122"/>
                <a:ea typeface="楷体_GB2312" panose="02010609030101010101" pitchFamily="49" charset="-122"/>
              </a:rPr>
              <a:t>载波信号的频率随调制信号变化，而载波信号的幅度、相位不变。</a:t>
            </a:r>
          </a:p>
        </p:txBody>
      </p:sp>
      <p:sp>
        <p:nvSpPr>
          <p:cNvPr id="10" name="圆角矩形标注 9"/>
          <p:cNvSpPr/>
          <p:nvPr/>
        </p:nvSpPr>
        <p:spPr>
          <a:xfrm>
            <a:off x="322263" y="3068638"/>
            <a:ext cx="7345362" cy="842962"/>
          </a:xfrm>
          <a:prstGeom prst="wedgeRoundRectCallout">
            <a:avLst>
              <a:gd name="adj1" fmla="val 19197"/>
              <a:gd name="adj2" fmla="val 132764"/>
              <a:gd name="adj3" fmla="val 16667"/>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just">
              <a:defRPr/>
            </a:pPr>
            <a:r>
              <a:rPr lang="zh-CN" altLang="en-US" sz="2400" dirty="0">
                <a:solidFill>
                  <a:schemeClr val="tx1"/>
                </a:solidFill>
                <a:latin typeface="楷体_GB2312" panose="02010609030101010101" pitchFamily="49" charset="-122"/>
                <a:ea typeface="楷体_GB2312" panose="02010609030101010101" pitchFamily="49" charset="-122"/>
              </a:rPr>
              <a:t>载波信号的相位随调制信号变化，而载波信号的幅度、频率不变。</a:t>
            </a:r>
          </a:p>
        </p:txBody>
      </p:sp>
    </p:spTree>
  </p:cSld>
  <p:clrMapOvr>
    <a:masterClrMapping/>
  </p:clrMapOvr>
  <p:transition spd="slow">
    <p:push dir="u"/>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4"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ppt_x"/>
                                          </p:val>
                                        </p:tav>
                                        <p:tav tm="100000">
                                          <p:val>
                                            <p:strVal val="#ppt_x"/>
                                          </p:val>
                                        </p:tav>
                                      </p:tavLst>
                                    </p:anim>
                                    <p:anim calcmode="lin" valueType="num">
                                      <p:cBhvr additive="base">
                                        <p:cTn id="8" dur="500" fill="hold"/>
                                        <p:tgtEl>
                                          <p:spTgt spid="8"/>
                                        </p:tgtEl>
                                        <p:attrNameLst>
                                          <p:attrName>ppt_y</p:attrName>
                                        </p:attrNameLst>
                                      </p:cBhvr>
                                      <p:tavLst>
                                        <p:tav tm="0">
                                          <p:val>
                                            <p:strVal val="1+#ppt_h/2"/>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xit" presetSubtype="4" fill="hold" grpId="1" nodeType="clickEffect">
                                  <p:stCondLst>
                                    <p:cond delay="0"/>
                                  </p:stCondLst>
                                  <p:childTnLst>
                                    <p:anim calcmode="lin" valueType="num">
                                      <p:cBhvr additive="base">
                                        <p:cTn id="12" dur="500"/>
                                        <p:tgtEl>
                                          <p:spTgt spid="8"/>
                                        </p:tgtEl>
                                        <p:attrNameLst>
                                          <p:attrName>ppt_x</p:attrName>
                                        </p:attrNameLst>
                                      </p:cBhvr>
                                      <p:tavLst>
                                        <p:tav tm="0">
                                          <p:val>
                                            <p:strVal val="ppt_x"/>
                                          </p:val>
                                        </p:tav>
                                        <p:tav tm="100000">
                                          <p:val>
                                            <p:strVal val="ppt_x"/>
                                          </p:val>
                                        </p:tav>
                                      </p:tavLst>
                                    </p:anim>
                                    <p:anim calcmode="lin" valueType="num">
                                      <p:cBhvr additive="base">
                                        <p:cTn id="13" dur="500"/>
                                        <p:tgtEl>
                                          <p:spTgt spid="8"/>
                                        </p:tgtEl>
                                        <p:attrNameLst>
                                          <p:attrName>ppt_y</p:attrName>
                                        </p:attrNameLst>
                                      </p:cBhvr>
                                      <p:tavLst>
                                        <p:tav tm="0">
                                          <p:val>
                                            <p:strVal val="ppt_y"/>
                                          </p:val>
                                        </p:tav>
                                        <p:tav tm="100000">
                                          <p:val>
                                            <p:strVal val="1+ppt_h/2"/>
                                          </p:val>
                                        </p:tav>
                                      </p:tavLst>
                                    </p:anim>
                                    <p:set>
                                      <p:cBhvr>
                                        <p:cTn id="14" dur="1" fill="hold">
                                          <p:stCondLst>
                                            <p:cond delay="499"/>
                                          </p:stCondLst>
                                        </p:cTn>
                                        <p:tgtEl>
                                          <p:spTgt spid="8"/>
                                        </p:tgtEl>
                                        <p:attrNameLst>
                                          <p:attrName>style.visibility</p:attrName>
                                        </p:attrNameLst>
                                      </p:cBhvr>
                                      <p:to>
                                        <p:strVal val="hidden"/>
                                      </p:to>
                                    </p:set>
                                  </p:childTnLst>
                                </p:cTn>
                              </p:par>
                              <p:par>
                                <p:cTn id="15" presetID="42" presetClass="entr" presetSubtype="0"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1000"/>
                                        <p:tgtEl>
                                          <p:spTgt spid="9"/>
                                        </p:tgtEl>
                                      </p:cBhvr>
                                    </p:animEffect>
                                    <p:anim calcmode="lin" valueType="num">
                                      <p:cBhvr>
                                        <p:cTn id="18" dur="1000" fill="hold"/>
                                        <p:tgtEl>
                                          <p:spTgt spid="9"/>
                                        </p:tgtEl>
                                        <p:attrNameLst>
                                          <p:attrName>ppt_x</p:attrName>
                                        </p:attrNameLst>
                                      </p:cBhvr>
                                      <p:tavLst>
                                        <p:tav tm="0">
                                          <p:val>
                                            <p:strVal val="#ppt_x"/>
                                          </p:val>
                                        </p:tav>
                                        <p:tav tm="100000">
                                          <p:val>
                                            <p:strVal val="#ppt_x"/>
                                          </p:val>
                                        </p:tav>
                                      </p:tavLst>
                                    </p:anim>
                                    <p:anim calcmode="lin" valueType="num">
                                      <p:cBhvr>
                                        <p:cTn id="19" dur="10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20" fill="hold" nodeType="clickPar">
                      <p:stCondLst>
                        <p:cond delay="indefinite"/>
                      </p:stCondLst>
                      <p:childTnLst>
                        <p:par>
                          <p:cTn id="21" fill="hold" nodeType="withGroup">
                            <p:stCondLst>
                              <p:cond delay="0"/>
                            </p:stCondLst>
                            <p:childTnLst>
                              <p:par>
                                <p:cTn id="22" presetID="42" presetClass="exit" presetSubtype="0" fill="hold" grpId="1" nodeType="clickEffect">
                                  <p:stCondLst>
                                    <p:cond delay="0"/>
                                  </p:stCondLst>
                                  <p:childTnLst>
                                    <p:animEffect transition="out" filter="fade">
                                      <p:cBhvr>
                                        <p:cTn id="23" dur="1000"/>
                                        <p:tgtEl>
                                          <p:spTgt spid="9"/>
                                        </p:tgtEl>
                                      </p:cBhvr>
                                    </p:animEffect>
                                    <p:anim calcmode="lin" valueType="num">
                                      <p:cBhvr>
                                        <p:cTn id="24" dur="1000"/>
                                        <p:tgtEl>
                                          <p:spTgt spid="9"/>
                                        </p:tgtEl>
                                        <p:attrNameLst>
                                          <p:attrName>ppt_x</p:attrName>
                                        </p:attrNameLst>
                                      </p:cBhvr>
                                      <p:tavLst>
                                        <p:tav tm="0">
                                          <p:val>
                                            <p:strVal val="ppt_x"/>
                                          </p:val>
                                        </p:tav>
                                        <p:tav tm="100000">
                                          <p:val>
                                            <p:strVal val="ppt_x"/>
                                          </p:val>
                                        </p:tav>
                                      </p:tavLst>
                                    </p:anim>
                                    <p:anim calcmode="lin" valueType="num">
                                      <p:cBhvr>
                                        <p:cTn id="25" dur="1000"/>
                                        <p:tgtEl>
                                          <p:spTgt spid="9"/>
                                        </p:tgtEl>
                                        <p:attrNameLst>
                                          <p:attrName>ppt_y</p:attrName>
                                        </p:attrNameLst>
                                      </p:cBhvr>
                                      <p:tavLst>
                                        <p:tav tm="0">
                                          <p:val>
                                            <p:strVal val="ppt_y"/>
                                          </p:val>
                                        </p:tav>
                                        <p:tav tm="100000">
                                          <p:val>
                                            <p:strVal val="ppt_y+.1"/>
                                          </p:val>
                                        </p:tav>
                                      </p:tavLst>
                                    </p:anim>
                                    <p:set>
                                      <p:cBhvr>
                                        <p:cTn id="26" dur="1" fill="hold">
                                          <p:stCondLst>
                                            <p:cond delay="999"/>
                                          </p:stCondLst>
                                        </p:cTn>
                                        <p:tgtEl>
                                          <p:spTgt spid="9"/>
                                        </p:tgtEl>
                                        <p:attrNameLst>
                                          <p:attrName>style.visibility</p:attrName>
                                        </p:attrNameLst>
                                      </p:cBhvr>
                                      <p:to>
                                        <p:strVal val="hidden"/>
                                      </p:to>
                                    </p:set>
                                  </p:childTnLst>
                                </p:cTn>
                              </p:par>
                              <p:par>
                                <p:cTn id="27" presetID="2" presetClass="entr" presetSubtype="4" fill="hold" grpId="0" nodeType="withEffect">
                                  <p:stCondLst>
                                    <p:cond delay="0"/>
                                  </p:stCondLst>
                                  <p:childTnLst>
                                    <p:set>
                                      <p:cBhvr>
                                        <p:cTn id="28" dur="1" fill="hold">
                                          <p:stCondLst>
                                            <p:cond delay="0"/>
                                          </p:stCondLst>
                                        </p:cTn>
                                        <p:tgtEl>
                                          <p:spTgt spid="10"/>
                                        </p:tgtEl>
                                        <p:attrNameLst>
                                          <p:attrName>style.visibility</p:attrName>
                                        </p:attrNameLst>
                                      </p:cBhvr>
                                      <p:to>
                                        <p:strVal val="visible"/>
                                      </p:to>
                                    </p:set>
                                    <p:anim calcmode="lin" valueType="num">
                                      <p:cBhvr additive="base">
                                        <p:cTn id="29" dur="500" fill="hold"/>
                                        <p:tgtEl>
                                          <p:spTgt spid="10"/>
                                        </p:tgtEl>
                                        <p:attrNameLst>
                                          <p:attrName>ppt_x</p:attrName>
                                        </p:attrNameLst>
                                      </p:cBhvr>
                                      <p:tavLst>
                                        <p:tav tm="0">
                                          <p:val>
                                            <p:strVal val="#ppt_x"/>
                                          </p:val>
                                        </p:tav>
                                        <p:tav tm="100000">
                                          <p:val>
                                            <p:strVal val="#ppt_x"/>
                                          </p:val>
                                        </p:tav>
                                      </p:tavLst>
                                    </p:anim>
                                    <p:anim calcmode="lin" valueType="num">
                                      <p:cBhvr additive="base">
                                        <p:cTn id="30" dur="500" fill="hold"/>
                                        <p:tgtEl>
                                          <p:spTgt spid="1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8" grpId="1" animBg="1"/>
      <p:bldP spid="9" grpId="0" animBg="1"/>
      <p:bldP spid="9" grpId="1" animBg="1"/>
      <p:bldP spid="10"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标题 1"/>
          <p:cNvSpPr>
            <a:spLocks noGrp="1"/>
          </p:cNvSpPr>
          <p:nvPr>
            <p:ph type="title"/>
          </p:nvPr>
        </p:nvSpPr>
        <p:spPr>
          <a:xfrm>
            <a:off x="107950" y="44450"/>
            <a:ext cx="7343775" cy="792163"/>
          </a:xfrm>
        </p:spPr>
        <p:txBody>
          <a:bodyPr/>
          <a:lstStyle/>
          <a:p>
            <a:pPr eaLnBrk="1" hangingPunct="1"/>
            <a:r>
              <a:rPr lang="zh-CN" altLang="en-US" smtClean="0"/>
              <a:t>第</a:t>
            </a:r>
            <a:r>
              <a:rPr lang="en-US" altLang="zh-CN" smtClean="0"/>
              <a:t>2</a:t>
            </a:r>
            <a:r>
              <a:rPr lang="zh-CN" altLang="en-US" smtClean="0"/>
              <a:t>章 数据通信与网络基础</a:t>
            </a:r>
          </a:p>
        </p:txBody>
      </p:sp>
      <p:sp>
        <p:nvSpPr>
          <p:cNvPr id="16387" name="内容占位符 2"/>
          <p:cNvSpPr>
            <a:spLocks noGrp="1"/>
          </p:cNvSpPr>
          <p:nvPr>
            <p:ph idx="1"/>
          </p:nvPr>
        </p:nvSpPr>
        <p:spPr>
          <a:xfrm>
            <a:off x="107950" y="981075"/>
            <a:ext cx="8928100" cy="5102225"/>
          </a:xfrm>
        </p:spPr>
        <p:txBody>
          <a:bodyPr/>
          <a:lstStyle/>
          <a:p>
            <a:pPr eaLnBrk="1" hangingPunct="1"/>
            <a:r>
              <a:rPr lang="en-US" altLang="zh-CN" smtClean="0"/>
              <a:t>2.1 </a:t>
            </a:r>
            <a:r>
              <a:rPr lang="zh-CN" altLang="en-US" smtClean="0"/>
              <a:t>基本术语</a:t>
            </a:r>
            <a:endParaRPr lang="en-US" altLang="zh-CN" smtClean="0"/>
          </a:p>
          <a:p>
            <a:pPr eaLnBrk="1" hangingPunct="1"/>
            <a:r>
              <a:rPr lang="en-US" altLang="zh-CN" smtClean="0"/>
              <a:t>2.2 </a:t>
            </a:r>
            <a:r>
              <a:rPr lang="zh-CN" altLang="en-US" smtClean="0"/>
              <a:t>数据编码</a:t>
            </a:r>
            <a:endParaRPr lang="en-US" altLang="zh-CN" smtClean="0"/>
          </a:p>
          <a:p>
            <a:pPr eaLnBrk="1" hangingPunct="1"/>
            <a:r>
              <a:rPr lang="en-US" altLang="zh-CN" smtClean="0">
                <a:solidFill>
                  <a:srgbClr val="FF0000"/>
                </a:solidFill>
              </a:rPr>
              <a:t>2.3 </a:t>
            </a:r>
            <a:r>
              <a:rPr lang="zh-CN" altLang="en-US" smtClean="0">
                <a:solidFill>
                  <a:srgbClr val="FF0000"/>
                </a:solidFill>
              </a:rPr>
              <a:t>数据传输方式</a:t>
            </a:r>
            <a:endParaRPr lang="en-US" altLang="zh-CN" smtClean="0">
              <a:solidFill>
                <a:srgbClr val="FF0000"/>
              </a:solidFill>
            </a:endParaRPr>
          </a:p>
        </p:txBody>
      </p:sp>
      <p:sp>
        <p:nvSpPr>
          <p:cNvPr id="3" name="灯片编号占位符 2"/>
          <p:cNvSpPr>
            <a:spLocks noGrp="1"/>
          </p:cNvSpPr>
          <p:nvPr>
            <p:ph type="sldNum" sz="quarter" idx="12"/>
          </p:nvPr>
        </p:nvSpPr>
        <p:spPr/>
        <p:txBody>
          <a:bodyPr/>
          <a:lstStyle/>
          <a:p>
            <a:pPr>
              <a:defRPr/>
            </a:pPr>
            <a:fld id="{B1EF4387-853F-4A1F-91E2-B02BE6AA5957}" type="slidenum">
              <a:rPr lang="zh-CN" altLang="en-US" smtClean="0"/>
              <a:pPr>
                <a:defRPr/>
              </a:pPr>
              <a:t>13</a:t>
            </a:fld>
            <a:endParaRPr lang="zh-CN" altLang="en-US"/>
          </a:p>
        </p:txBody>
      </p:sp>
    </p:spTree>
  </p:cSld>
  <p:clrMapOvr>
    <a:masterClrMapping/>
  </p:clrMapOvr>
  <p:transition spd="slow">
    <p:push dir="u"/>
  </p:transition>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标题 1"/>
          <p:cNvSpPr>
            <a:spLocks noGrp="1"/>
          </p:cNvSpPr>
          <p:nvPr>
            <p:ph type="title"/>
          </p:nvPr>
        </p:nvSpPr>
        <p:spPr>
          <a:xfrm>
            <a:off x="107950" y="44450"/>
            <a:ext cx="7343775" cy="792163"/>
          </a:xfrm>
        </p:spPr>
        <p:txBody>
          <a:bodyPr/>
          <a:lstStyle/>
          <a:p>
            <a:r>
              <a:rPr lang="en-US" altLang="zh-CN" dirty="0" smtClean="0"/>
              <a:t>2.3 </a:t>
            </a:r>
            <a:r>
              <a:rPr lang="zh-CN" altLang="en-US" dirty="0" smtClean="0"/>
              <a:t>数据传输方式</a:t>
            </a:r>
          </a:p>
        </p:txBody>
      </p:sp>
      <p:sp>
        <p:nvSpPr>
          <p:cNvPr id="3" name="内容占位符 2"/>
          <p:cNvSpPr>
            <a:spLocks noGrp="1"/>
          </p:cNvSpPr>
          <p:nvPr>
            <p:ph idx="1"/>
          </p:nvPr>
        </p:nvSpPr>
        <p:spPr>
          <a:xfrm>
            <a:off x="107950" y="981075"/>
            <a:ext cx="8928100" cy="5102225"/>
          </a:xfrm>
        </p:spPr>
        <p:txBody>
          <a:bodyPr/>
          <a:lstStyle/>
          <a:p>
            <a:pPr>
              <a:defRPr/>
            </a:pPr>
            <a:r>
              <a:rPr lang="zh-CN" altLang="en-US" dirty="0"/>
              <a:t>依照</a:t>
            </a:r>
            <a:r>
              <a:rPr lang="zh-CN" altLang="en-US" dirty="0" smtClean="0"/>
              <a:t>数据的</a:t>
            </a:r>
            <a:r>
              <a:rPr lang="zh-CN" altLang="en-US" dirty="0" smtClean="0">
                <a:solidFill>
                  <a:srgbClr val="C00000"/>
                </a:solidFill>
              </a:rPr>
              <a:t>传输顺序</a:t>
            </a:r>
            <a:r>
              <a:rPr lang="zh-CN" altLang="en-US" dirty="0" smtClean="0"/>
              <a:t>区分</a:t>
            </a:r>
            <a:endParaRPr lang="en-US" altLang="zh-CN" dirty="0" smtClean="0"/>
          </a:p>
          <a:p>
            <a:pPr marL="400050" lvl="1" indent="0" algn="just">
              <a:buClr>
                <a:srgbClr val="FF3300"/>
              </a:buClr>
              <a:buSzPct val="85000"/>
              <a:defRPr/>
            </a:pPr>
            <a:r>
              <a:rPr lang="zh-CN" altLang="en-US" sz="2400" b="1" dirty="0">
                <a:solidFill>
                  <a:srgbClr val="C00000"/>
                </a:solidFill>
                <a:latin typeface="楷体_GB2312" pitchFamily="49" charset="-122"/>
              </a:rPr>
              <a:t>串行传</a:t>
            </a:r>
            <a:r>
              <a:rPr lang="zh-CN" altLang="en-US" sz="2400" b="1" dirty="0" smtClean="0">
                <a:solidFill>
                  <a:srgbClr val="C00000"/>
                </a:solidFill>
                <a:latin typeface="楷体_GB2312" pitchFamily="49" charset="-122"/>
              </a:rPr>
              <a:t>输</a:t>
            </a:r>
            <a:endParaRPr lang="en-US" altLang="zh-CN" sz="2400" dirty="0" smtClean="0">
              <a:latin typeface="楷体_GB2312" pitchFamily="49" charset="-122"/>
            </a:endParaRPr>
          </a:p>
          <a:p>
            <a:pPr marL="400050" lvl="1" indent="0" algn="just">
              <a:buClr>
                <a:srgbClr val="FF3300"/>
              </a:buClr>
              <a:buSzPct val="85000"/>
              <a:defRPr/>
            </a:pPr>
            <a:r>
              <a:rPr lang="zh-CN" altLang="en-US" sz="2400" b="1" dirty="0" smtClean="0">
                <a:solidFill>
                  <a:srgbClr val="C00000"/>
                </a:solidFill>
                <a:latin typeface="楷体_GB2312" pitchFamily="49" charset="-122"/>
              </a:rPr>
              <a:t>并行传输</a:t>
            </a:r>
            <a:endParaRPr lang="en-US" altLang="zh-CN" sz="2400" b="1" dirty="0" smtClean="0">
              <a:solidFill>
                <a:srgbClr val="C00000"/>
              </a:solidFill>
              <a:latin typeface="楷体_GB2312" pitchFamily="49" charset="-122"/>
            </a:endParaRPr>
          </a:p>
          <a:p>
            <a:pPr marL="400050" lvl="1" indent="0" algn="just">
              <a:buClr>
                <a:srgbClr val="FF3300"/>
              </a:buClr>
              <a:buSzPct val="85000"/>
              <a:buNone/>
              <a:defRPr/>
            </a:pPr>
            <a:endParaRPr lang="en-US" altLang="zh-CN" sz="2400" dirty="0">
              <a:latin typeface="楷体_GB2312" pitchFamily="49" charset="-122"/>
            </a:endParaRPr>
          </a:p>
          <a:p>
            <a:r>
              <a:rPr lang="zh-CN" altLang="en-US" dirty="0"/>
              <a:t>依照数据传</a:t>
            </a:r>
            <a:r>
              <a:rPr lang="zh-CN" altLang="en-US" dirty="0" smtClean="0"/>
              <a:t>输的</a:t>
            </a:r>
            <a:r>
              <a:rPr lang="zh-CN" altLang="en-US" dirty="0">
                <a:solidFill>
                  <a:srgbClr val="C00000"/>
                </a:solidFill>
              </a:rPr>
              <a:t>同步方式</a:t>
            </a:r>
            <a:r>
              <a:rPr lang="zh-CN" altLang="en-US" dirty="0"/>
              <a:t>区</a:t>
            </a:r>
            <a:r>
              <a:rPr lang="zh-CN" altLang="en-US" dirty="0" smtClean="0"/>
              <a:t>分（</a:t>
            </a:r>
            <a:r>
              <a:rPr lang="zh-CN" altLang="en-US" dirty="0" smtClean="0">
                <a:latin typeface="楷体_GB2312" pitchFamily="49" charset="-122"/>
              </a:rPr>
              <a:t>使</a:t>
            </a:r>
            <a:r>
              <a:rPr lang="zh-CN" altLang="en-US" dirty="0">
                <a:latin typeface="楷体_GB2312" pitchFamily="49" charset="-122"/>
              </a:rPr>
              <a:t>用时钟信号的方</a:t>
            </a:r>
            <a:r>
              <a:rPr lang="zh-CN" altLang="en-US" dirty="0" smtClean="0">
                <a:latin typeface="楷体_GB2312" pitchFamily="49" charset="-122"/>
              </a:rPr>
              <a:t>式）</a:t>
            </a:r>
            <a:endParaRPr lang="en-US" altLang="zh-CN" dirty="0"/>
          </a:p>
          <a:p>
            <a:pPr lvl="1"/>
            <a:r>
              <a:rPr lang="zh-CN" altLang="en-US" sz="2400" b="1" dirty="0">
                <a:solidFill>
                  <a:srgbClr val="C00000"/>
                </a:solidFill>
                <a:latin typeface="楷体_GB2312" pitchFamily="49" charset="-122"/>
              </a:rPr>
              <a:t>同步传</a:t>
            </a:r>
            <a:r>
              <a:rPr lang="zh-CN" altLang="en-US" sz="2400" b="1" dirty="0" smtClean="0">
                <a:solidFill>
                  <a:srgbClr val="C00000"/>
                </a:solidFill>
                <a:latin typeface="楷体_GB2312" pitchFamily="49" charset="-122"/>
              </a:rPr>
              <a:t>输</a:t>
            </a:r>
            <a:endParaRPr lang="en-US" altLang="zh-CN" sz="2400" b="1" dirty="0" smtClean="0">
              <a:solidFill>
                <a:srgbClr val="C00000"/>
              </a:solidFill>
              <a:latin typeface="楷体_GB2312" pitchFamily="49" charset="-122"/>
            </a:endParaRPr>
          </a:p>
          <a:p>
            <a:pPr lvl="1"/>
            <a:r>
              <a:rPr lang="zh-CN" altLang="en-US" sz="2400" b="1" dirty="0" smtClean="0">
                <a:solidFill>
                  <a:srgbClr val="C00000"/>
                </a:solidFill>
                <a:latin typeface="楷体_GB2312" pitchFamily="49" charset="-122"/>
              </a:rPr>
              <a:t>异</a:t>
            </a:r>
            <a:r>
              <a:rPr lang="zh-CN" altLang="en-US" sz="2400" b="1" dirty="0">
                <a:solidFill>
                  <a:srgbClr val="C00000"/>
                </a:solidFill>
                <a:latin typeface="楷体_GB2312" pitchFamily="49" charset="-122"/>
              </a:rPr>
              <a:t>步传</a:t>
            </a:r>
            <a:r>
              <a:rPr lang="zh-CN" altLang="en-US" sz="2400" b="1" dirty="0" smtClean="0">
                <a:solidFill>
                  <a:srgbClr val="C00000"/>
                </a:solidFill>
                <a:latin typeface="楷体_GB2312" pitchFamily="49" charset="-122"/>
              </a:rPr>
              <a:t>输</a:t>
            </a:r>
            <a:endParaRPr lang="en-US" altLang="zh-CN" sz="2400" dirty="0" smtClean="0">
              <a:latin typeface="楷体_GB2312" pitchFamily="49" charset="-122"/>
            </a:endParaRPr>
          </a:p>
          <a:p>
            <a:pPr marL="0" indent="0" algn="just">
              <a:buClr>
                <a:srgbClr val="FF3300"/>
              </a:buClr>
              <a:buSzPct val="85000"/>
              <a:buNone/>
              <a:defRPr/>
            </a:pPr>
            <a:endParaRPr lang="en-US" altLang="zh-CN" b="1" dirty="0" smtClean="0">
              <a:solidFill>
                <a:srgbClr val="C00000"/>
              </a:solidFill>
              <a:latin typeface="楷体_GB2312" pitchFamily="49" charset="-122"/>
            </a:endParaRPr>
          </a:p>
        </p:txBody>
      </p:sp>
      <p:sp>
        <p:nvSpPr>
          <p:cNvPr id="4" name="灯片编号占位符 3"/>
          <p:cNvSpPr>
            <a:spLocks noGrp="1"/>
          </p:cNvSpPr>
          <p:nvPr>
            <p:ph type="sldNum" sz="quarter" idx="12"/>
          </p:nvPr>
        </p:nvSpPr>
        <p:spPr/>
        <p:txBody>
          <a:bodyPr/>
          <a:lstStyle/>
          <a:p>
            <a:pPr>
              <a:defRPr/>
            </a:pPr>
            <a:fld id="{C2061F88-186B-46A8-9E9B-84DAA1F72FEF}" type="slidenum">
              <a:rPr lang="zh-CN" altLang="en-US" smtClean="0"/>
              <a:pPr>
                <a:defRPr/>
              </a:pPr>
              <a:t>14</a:t>
            </a:fld>
            <a:endParaRPr lang="zh-CN" altLang="en-US"/>
          </a:p>
        </p:txBody>
      </p:sp>
    </p:spTree>
  </p:cSld>
  <p:clrMapOvr>
    <a:masterClrMapping/>
  </p:clrMapOvr>
  <p:transition spd="slow">
    <p:push dir="u"/>
  </p:transition>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标题 1"/>
          <p:cNvSpPr>
            <a:spLocks noGrp="1"/>
          </p:cNvSpPr>
          <p:nvPr>
            <p:ph type="title"/>
          </p:nvPr>
        </p:nvSpPr>
        <p:spPr>
          <a:xfrm>
            <a:off x="107950" y="44450"/>
            <a:ext cx="7343775" cy="792163"/>
          </a:xfrm>
        </p:spPr>
        <p:txBody>
          <a:bodyPr/>
          <a:lstStyle/>
          <a:p>
            <a:r>
              <a:rPr lang="en-US" altLang="zh-CN" smtClean="0"/>
              <a:t>2.3 </a:t>
            </a:r>
            <a:r>
              <a:rPr lang="zh-CN" altLang="en-US" smtClean="0"/>
              <a:t>数据传输方式</a:t>
            </a:r>
          </a:p>
        </p:txBody>
      </p:sp>
      <p:sp>
        <p:nvSpPr>
          <p:cNvPr id="20483" name="内容占位符 2"/>
          <p:cNvSpPr>
            <a:spLocks noGrp="1"/>
          </p:cNvSpPr>
          <p:nvPr>
            <p:ph idx="1"/>
          </p:nvPr>
        </p:nvSpPr>
        <p:spPr>
          <a:xfrm>
            <a:off x="107950" y="981075"/>
            <a:ext cx="8928100" cy="5102225"/>
          </a:xfrm>
        </p:spPr>
        <p:txBody>
          <a:bodyPr/>
          <a:lstStyle/>
          <a:p>
            <a:r>
              <a:rPr lang="zh-CN" altLang="en-US" dirty="0" smtClean="0"/>
              <a:t>数据传输时的</a:t>
            </a:r>
            <a:r>
              <a:rPr lang="zh-CN" altLang="en-US" b="1" dirty="0" smtClean="0">
                <a:solidFill>
                  <a:srgbClr val="C00000"/>
                </a:solidFill>
              </a:rPr>
              <a:t>同步</a:t>
            </a:r>
            <a:endParaRPr lang="en-US" altLang="zh-CN" b="1" dirty="0" smtClean="0">
              <a:solidFill>
                <a:srgbClr val="C00000"/>
              </a:solidFill>
            </a:endParaRPr>
          </a:p>
          <a:p>
            <a:pPr lvl="1"/>
            <a:r>
              <a:rPr lang="zh-CN" altLang="en-US" b="1" dirty="0" smtClean="0">
                <a:solidFill>
                  <a:srgbClr val="C00000"/>
                </a:solidFill>
              </a:rPr>
              <a:t>同步</a:t>
            </a:r>
            <a:endParaRPr lang="en-US" altLang="zh-CN" b="1" dirty="0">
              <a:solidFill>
                <a:srgbClr val="C00000"/>
              </a:solidFill>
            </a:endParaRPr>
          </a:p>
          <a:p>
            <a:pPr lvl="2"/>
            <a:r>
              <a:rPr lang="zh-CN" altLang="en-US" b="1" dirty="0" smtClean="0">
                <a:solidFill>
                  <a:srgbClr val="C00000"/>
                </a:solidFill>
              </a:rPr>
              <a:t>位同步</a:t>
            </a:r>
            <a:endParaRPr lang="en-US" altLang="zh-CN" b="1" dirty="0" smtClean="0">
              <a:solidFill>
                <a:srgbClr val="C00000"/>
              </a:solidFill>
            </a:endParaRPr>
          </a:p>
          <a:p>
            <a:pPr lvl="2"/>
            <a:r>
              <a:rPr lang="zh-CN" altLang="en-US" b="1" dirty="0">
                <a:solidFill>
                  <a:srgbClr val="C00000"/>
                </a:solidFill>
              </a:rPr>
              <a:t>字符同</a:t>
            </a:r>
            <a:r>
              <a:rPr lang="zh-CN" altLang="en-US" b="1" dirty="0" smtClean="0">
                <a:solidFill>
                  <a:srgbClr val="C00000"/>
                </a:solidFill>
              </a:rPr>
              <a:t>步</a:t>
            </a:r>
            <a:endParaRPr lang="zh-CN" altLang="en-US" dirty="0" smtClean="0"/>
          </a:p>
        </p:txBody>
      </p:sp>
      <p:sp>
        <p:nvSpPr>
          <p:cNvPr id="4" name="灯片编号占位符 3"/>
          <p:cNvSpPr>
            <a:spLocks noGrp="1"/>
          </p:cNvSpPr>
          <p:nvPr>
            <p:ph type="sldNum" sz="quarter" idx="12"/>
          </p:nvPr>
        </p:nvSpPr>
        <p:spPr/>
        <p:txBody>
          <a:bodyPr/>
          <a:lstStyle/>
          <a:p>
            <a:pPr>
              <a:defRPr/>
            </a:pPr>
            <a:fld id="{98BF5ED7-6F70-4EBA-920E-2C1591CDE416}" type="slidenum">
              <a:rPr lang="zh-CN" altLang="en-US" smtClean="0"/>
              <a:pPr>
                <a:defRPr/>
              </a:pPr>
              <a:t>15</a:t>
            </a:fld>
            <a:endParaRPr lang="zh-CN" altLang="en-US"/>
          </a:p>
        </p:txBody>
      </p:sp>
      <p:pic>
        <p:nvPicPr>
          <p:cNvPr id="5" name="Picture 5"/>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01552" y="3284984"/>
            <a:ext cx="7883525" cy="19224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ransition spd="slow">
    <p:push dir="u"/>
  </p:transition>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标题 1"/>
          <p:cNvSpPr>
            <a:spLocks noGrp="1"/>
          </p:cNvSpPr>
          <p:nvPr>
            <p:ph type="title"/>
          </p:nvPr>
        </p:nvSpPr>
        <p:spPr>
          <a:xfrm>
            <a:off x="107950" y="44450"/>
            <a:ext cx="7343775" cy="792163"/>
          </a:xfrm>
        </p:spPr>
        <p:txBody>
          <a:bodyPr/>
          <a:lstStyle/>
          <a:p>
            <a:r>
              <a:rPr lang="en-US" altLang="zh-CN" smtClean="0"/>
              <a:t>2.3 </a:t>
            </a:r>
            <a:r>
              <a:rPr lang="zh-CN" altLang="en-US" smtClean="0"/>
              <a:t>数据传输方式</a:t>
            </a:r>
          </a:p>
        </p:txBody>
      </p:sp>
      <p:sp>
        <p:nvSpPr>
          <p:cNvPr id="22531" name="内容占位符 2"/>
          <p:cNvSpPr>
            <a:spLocks noGrp="1"/>
          </p:cNvSpPr>
          <p:nvPr>
            <p:ph idx="1"/>
          </p:nvPr>
        </p:nvSpPr>
        <p:spPr>
          <a:xfrm>
            <a:off x="107950" y="1125538"/>
            <a:ext cx="8928100" cy="2016125"/>
          </a:xfrm>
        </p:spPr>
        <p:txBody>
          <a:bodyPr/>
          <a:lstStyle/>
          <a:p>
            <a:pPr lvl="2"/>
            <a:r>
              <a:rPr lang="zh-CN" altLang="en-US" b="1" dirty="0" smtClean="0">
                <a:solidFill>
                  <a:srgbClr val="C00000"/>
                </a:solidFill>
              </a:rPr>
              <a:t>帧同步</a:t>
            </a:r>
            <a:endParaRPr lang="zh-CN" altLang="en-US" dirty="0" smtClean="0"/>
          </a:p>
        </p:txBody>
      </p:sp>
      <p:sp>
        <p:nvSpPr>
          <p:cNvPr id="4" name="灯片编号占位符 3"/>
          <p:cNvSpPr>
            <a:spLocks noGrp="1"/>
          </p:cNvSpPr>
          <p:nvPr>
            <p:ph type="sldNum" sz="quarter" idx="12"/>
          </p:nvPr>
        </p:nvSpPr>
        <p:spPr>
          <a:xfrm>
            <a:off x="6553200" y="5463679"/>
            <a:ext cx="2133600" cy="365125"/>
          </a:xfrm>
        </p:spPr>
        <p:txBody>
          <a:bodyPr/>
          <a:lstStyle/>
          <a:p>
            <a:pPr>
              <a:defRPr/>
            </a:pPr>
            <a:fld id="{B95E912A-D905-4DD3-B312-D0A64BB6F96E}" type="slidenum">
              <a:rPr lang="zh-CN" altLang="en-US" smtClean="0"/>
              <a:pPr>
                <a:defRPr/>
              </a:pPr>
              <a:t>16</a:t>
            </a:fld>
            <a:endParaRPr lang="zh-CN" altLang="en-US"/>
          </a:p>
        </p:txBody>
      </p:sp>
      <p:grpSp>
        <p:nvGrpSpPr>
          <p:cNvPr id="18" name="组合 17"/>
          <p:cNvGrpSpPr>
            <a:grpSpLocks/>
          </p:cNvGrpSpPr>
          <p:nvPr/>
        </p:nvGrpSpPr>
        <p:grpSpPr bwMode="auto">
          <a:xfrm>
            <a:off x="250825" y="2564904"/>
            <a:ext cx="8642350" cy="835025"/>
            <a:chOff x="107504" y="3429000"/>
            <a:chExt cx="8640960" cy="835190"/>
          </a:xfrm>
        </p:grpSpPr>
        <p:sp>
          <p:nvSpPr>
            <p:cNvPr id="13" name="矩形 12"/>
            <p:cNvSpPr/>
            <p:nvPr/>
          </p:nvSpPr>
          <p:spPr>
            <a:xfrm>
              <a:off x="107504" y="3429000"/>
              <a:ext cx="1728510" cy="835190"/>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zh-CN" altLang="en-US" sz="2400" dirty="0">
                  <a:solidFill>
                    <a:srgbClr val="C00000"/>
                  </a:solidFill>
                  <a:latin typeface="楷体_GB2312" panose="02010609030101010101" pitchFamily="49" charset="-122"/>
                  <a:ea typeface="楷体_GB2312" panose="02010609030101010101" pitchFamily="49" charset="-122"/>
                </a:rPr>
                <a:t>帧头</a:t>
              </a:r>
              <a:endParaRPr lang="en-US" altLang="zh-CN" sz="2400" dirty="0">
                <a:solidFill>
                  <a:srgbClr val="C00000"/>
                </a:solidFill>
                <a:latin typeface="楷体_GB2312" panose="02010609030101010101" pitchFamily="49" charset="-122"/>
                <a:ea typeface="楷体_GB2312" panose="02010609030101010101" pitchFamily="49" charset="-122"/>
              </a:endParaRPr>
            </a:p>
            <a:p>
              <a:pPr algn="ctr">
                <a:defRPr/>
              </a:pPr>
              <a:r>
                <a:rPr lang="zh-CN" altLang="en-US" sz="2400" dirty="0">
                  <a:solidFill>
                    <a:srgbClr val="C00000"/>
                  </a:solidFill>
                  <a:latin typeface="楷体_GB2312" panose="02010609030101010101" pitchFamily="49" charset="-122"/>
                  <a:ea typeface="楷体_GB2312" panose="02010609030101010101" pitchFamily="49" charset="-122"/>
                </a:rPr>
                <a:t>（起始标志）</a:t>
              </a:r>
            </a:p>
          </p:txBody>
        </p:sp>
        <p:sp>
          <p:nvSpPr>
            <p:cNvPr id="14" name="矩形 13"/>
            <p:cNvSpPr/>
            <p:nvPr/>
          </p:nvSpPr>
          <p:spPr>
            <a:xfrm>
              <a:off x="1836014" y="3429000"/>
              <a:ext cx="1728509" cy="835190"/>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zh-CN" altLang="en-US" sz="2400" dirty="0">
                  <a:solidFill>
                    <a:srgbClr val="C00000"/>
                  </a:solidFill>
                  <a:latin typeface="楷体_GB2312" panose="02010609030101010101" pitchFamily="49" charset="-122"/>
                  <a:ea typeface="楷体_GB2312" panose="02010609030101010101" pitchFamily="49" charset="-122"/>
                </a:rPr>
                <a:t>控制域</a:t>
              </a:r>
            </a:p>
          </p:txBody>
        </p:sp>
        <p:sp>
          <p:nvSpPr>
            <p:cNvPr id="15" name="矩形 14"/>
            <p:cNvSpPr/>
            <p:nvPr/>
          </p:nvSpPr>
          <p:spPr>
            <a:xfrm>
              <a:off x="3564523" y="3429000"/>
              <a:ext cx="1726922" cy="835190"/>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zh-CN" altLang="en-US" sz="2400" dirty="0">
                  <a:solidFill>
                    <a:srgbClr val="C00000"/>
                  </a:solidFill>
                  <a:latin typeface="楷体_GB2312" panose="02010609030101010101" pitchFamily="49" charset="-122"/>
                  <a:ea typeface="楷体_GB2312" panose="02010609030101010101" pitchFamily="49" charset="-122"/>
                </a:rPr>
                <a:t>数据域</a:t>
              </a:r>
            </a:p>
          </p:txBody>
        </p:sp>
        <p:sp>
          <p:nvSpPr>
            <p:cNvPr id="16" name="矩形 15"/>
            <p:cNvSpPr/>
            <p:nvPr/>
          </p:nvSpPr>
          <p:spPr>
            <a:xfrm>
              <a:off x="5291445" y="3429000"/>
              <a:ext cx="1728510" cy="835190"/>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zh-CN" altLang="en-US" sz="2400" dirty="0">
                  <a:solidFill>
                    <a:srgbClr val="C00000"/>
                  </a:solidFill>
                  <a:latin typeface="楷体_GB2312" panose="02010609030101010101" pitchFamily="49" charset="-122"/>
                  <a:ea typeface="楷体_GB2312" panose="02010609030101010101" pitchFamily="49" charset="-122"/>
                </a:rPr>
                <a:t>校验域</a:t>
              </a:r>
            </a:p>
          </p:txBody>
        </p:sp>
        <p:sp>
          <p:nvSpPr>
            <p:cNvPr id="17" name="矩形 16"/>
            <p:cNvSpPr/>
            <p:nvPr/>
          </p:nvSpPr>
          <p:spPr>
            <a:xfrm>
              <a:off x="7019955" y="3429000"/>
              <a:ext cx="1728509" cy="835190"/>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zh-CN" altLang="en-US" sz="2400" dirty="0">
                  <a:solidFill>
                    <a:srgbClr val="C00000"/>
                  </a:solidFill>
                  <a:latin typeface="楷体_GB2312" panose="02010609030101010101" pitchFamily="49" charset="-122"/>
                  <a:ea typeface="楷体_GB2312" panose="02010609030101010101" pitchFamily="49" charset="-122"/>
                </a:rPr>
                <a:t>帧尾</a:t>
              </a:r>
              <a:endParaRPr lang="en-US" altLang="zh-CN" sz="2400" dirty="0">
                <a:solidFill>
                  <a:srgbClr val="C00000"/>
                </a:solidFill>
                <a:latin typeface="楷体_GB2312" panose="02010609030101010101" pitchFamily="49" charset="-122"/>
                <a:ea typeface="楷体_GB2312" panose="02010609030101010101" pitchFamily="49" charset="-122"/>
              </a:endParaRPr>
            </a:p>
            <a:p>
              <a:pPr algn="ctr">
                <a:defRPr/>
              </a:pPr>
              <a:r>
                <a:rPr lang="zh-CN" altLang="en-US" sz="2400" dirty="0">
                  <a:solidFill>
                    <a:srgbClr val="C00000"/>
                  </a:solidFill>
                  <a:latin typeface="楷体_GB2312" panose="02010609030101010101" pitchFamily="49" charset="-122"/>
                  <a:ea typeface="楷体_GB2312" panose="02010609030101010101" pitchFamily="49" charset="-122"/>
                </a:rPr>
                <a:t>（结束标志）</a:t>
              </a:r>
            </a:p>
          </p:txBody>
        </p:sp>
      </p:grpSp>
      <p:sp>
        <p:nvSpPr>
          <p:cNvPr id="19" name="圆角矩形标注 18"/>
          <p:cNvSpPr/>
          <p:nvPr/>
        </p:nvSpPr>
        <p:spPr>
          <a:xfrm>
            <a:off x="1087438" y="3726954"/>
            <a:ext cx="7959725" cy="1271588"/>
          </a:xfrm>
          <a:prstGeom prst="wedgeRoundRectCallout">
            <a:avLst>
              <a:gd name="adj1" fmla="val 34361"/>
              <a:gd name="adj2" fmla="val -73873"/>
              <a:gd name="adj3" fmla="val 16667"/>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just">
              <a:defRPr/>
            </a:pPr>
            <a:r>
              <a:rPr lang="zh-CN" altLang="en-US" sz="2400" dirty="0">
                <a:solidFill>
                  <a:schemeClr val="tx1">
                    <a:lumMod val="85000"/>
                    <a:lumOff val="15000"/>
                  </a:schemeClr>
                </a:solidFill>
                <a:latin typeface="楷体_GB2312" panose="02010609030101010101" pitchFamily="49" charset="-122"/>
                <a:ea typeface="楷体_GB2312" panose="02010609030101010101" pitchFamily="49" charset="-122"/>
              </a:rPr>
              <a:t>帧的最后一部分是帧结束标记，它和起始标志一样，是一个独特的位串组合，用于标志该帧传输过程的结束。 </a:t>
            </a:r>
          </a:p>
        </p:txBody>
      </p:sp>
      <p:sp>
        <p:nvSpPr>
          <p:cNvPr id="22" name="圆角矩形标注 21"/>
          <p:cNvSpPr/>
          <p:nvPr/>
        </p:nvSpPr>
        <p:spPr>
          <a:xfrm>
            <a:off x="827088" y="4038104"/>
            <a:ext cx="7345362" cy="649288"/>
          </a:xfrm>
          <a:prstGeom prst="wedgeRoundRectCallout">
            <a:avLst>
              <a:gd name="adj1" fmla="val -9670"/>
              <a:gd name="adj2" fmla="val -37352"/>
              <a:gd name="adj3" fmla="val 16667"/>
            </a:avLst>
          </a:prstGeom>
          <a:solidFill>
            <a:schemeClr val="bg1">
              <a:lumMod val="85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just">
              <a:defRPr/>
            </a:pPr>
            <a:r>
              <a:rPr lang="zh-CN" altLang="en-US" sz="2400" dirty="0">
                <a:solidFill>
                  <a:schemeClr val="tx1">
                    <a:lumMod val="85000"/>
                    <a:lumOff val="15000"/>
                  </a:schemeClr>
                </a:solidFill>
                <a:latin typeface="楷体_GB2312" panose="02010609030101010101" pitchFamily="49" charset="-122"/>
                <a:ea typeface="楷体_GB2312" panose="02010609030101010101" pitchFamily="49" charset="-122"/>
              </a:rPr>
              <a:t>数据帧是一种按协议约定将数据信息组织成组的形式</a:t>
            </a:r>
            <a:endParaRPr lang="zh-CN" altLang="en-US" sz="2400" dirty="0"/>
          </a:p>
        </p:txBody>
      </p:sp>
      <p:sp>
        <p:nvSpPr>
          <p:cNvPr id="23" name="圆角矩形标注 22"/>
          <p:cNvSpPr/>
          <p:nvPr/>
        </p:nvSpPr>
        <p:spPr>
          <a:xfrm>
            <a:off x="900113" y="3726954"/>
            <a:ext cx="5111750" cy="2155825"/>
          </a:xfrm>
          <a:prstGeom prst="wedgeRoundRectCallout">
            <a:avLst>
              <a:gd name="adj1" fmla="val -40399"/>
              <a:gd name="adj2" fmla="val -71893"/>
              <a:gd name="adj3" fmla="val 16667"/>
            </a:avLst>
          </a:prstGeom>
          <a:solidFill>
            <a:schemeClr val="bg1">
              <a:lumMod val="85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just">
              <a:defRPr/>
            </a:pPr>
            <a:r>
              <a:rPr lang="zh-CN" altLang="en-US" sz="2400" dirty="0">
                <a:solidFill>
                  <a:schemeClr val="tx1">
                    <a:lumMod val="85000"/>
                    <a:lumOff val="15000"/>
                  </a:schemeClr>
                </a:solidFill>
                <a:latin typeface="楷体_GB2312" panose="02010609030101010101" pitchFamily="49" charset="-122"/>
                <a:ea typeface="楷体_GB2312" panose="02010609030101010101" pitchFamily="49" charset="-122"/>
              </a:rPr>
              <a:t>它的第一部分是用于实现收发双方同步的一个独特的字符段或数据位的组合，称之为起始标志或帧头，其作用是通知接收方有一个通信帧已经到达。</a:t>
            </a:r>
            <a:endParaRPr lang="zh-CN" altLang="en-US" sz="2400" dirty="0"/>
          </a:p>
        </p:txBody>
      </p:sp>
      <p:sp>
        <p:nvSpPr>
          <p:cNvPr id="24" name="圆角矩形标注 23"/>
          <p:cNvSpPr/>
          <p:nvPr/>
        </p:nvSpPr>
        <p:spPr>
          <a:xfrm>
            <a:off x="1052513" y="3879354"/>
            <a:ext cx="5391150" cy="925513"/>
          </a:xfrm>
          <a:prstGeom prst="wedgeRoundRectCallout">
            <a:avLst>
              <a:gd name="adj1" fmla="val 15829"/>
              <a:gd name="adj2" fmla="val -93993"/>
              <a:gd name="adj3" fmla="val 16667"/>
            </a:avLst>
          </a:prstGeom>
          <a:solidFill>
            <a:schemeClr val="tx2">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just">
              <a:defRPr/>
            </a:pPr>
            <a:r>
              <a:rPr lang="zh-CN" altLang="en-US" sz="2400" dirty="0">
                <a:solidFill>
                  <a:schemeClr val="tx1">
                    <a:lumMod val="85000"/>
                    <a:lumOff val="15000"/>
                  </a:schemeClr>
                </a:solidFill>
                <a:latin typeface="楷体_GB2312" panose="02010609030101010101" pitchFamily="49" charset="-122"/>
                <a:ea typeface="楷体_GB2312" panose="02010609030101010101" pitchFamily="49" charset="-122"/>
              </a:rPr>
              <a:t>中间是通信控制域、数据域和校验域。</a:t>
            </a:r>
            <a:endParaRPr lang="zh-CN" altLang="en-US" sz="2400" dirty="0"/>
          </a:p>
        </p:txBody>
      </p:sp>
      <p:sp>
        <p:nvSpPr>
          <p:cNvPr id="25" name="TextBox 24"/>
          <p:cNvSpPr txBox="1">
            <a:spLocks noChangeArrowheads="1"/>
          </p:cNvSpPr>
          <p:nvPr/>
        </p:nvSpPr>
        <p:spPr bwMode="auto">
          <a:xfrm>
            <a:off x="250825" y="3726954"/>
            <a:ext cx="7416800"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spcBef>
                <a:spcPct val="20000"/>
              </a:spcBef>
              <a:buFont typeface="Wingdings" pitchFamily="2" charset="2"/>
              <a:buChar char="Ø"/>
              <a:defRPr sz="3200">
                <a:solidFill>
                  <a:srgbClr val="4F6228"/>
                </a:solidFill>
                <a:latin typeface="Calibri" pitchFamily="34" charset="0"/>
                <a:ea typeface="楷体_GB2312" pitchFamily="49" charset="-122"/>
              </a:defRPr>
            </a:lvl1pPr>
            <a:lvl2pPr marL="742950" indent="-285750" eaLnBrk="0" hangingPunct="0">
              <a:spcBef>
                <a:spcPct val="20000"/>
              </a:spcBef>
              <a:buFont typeface="Wingdings" pitchFamily="2" charset="2"/>
              <a:buChar char="ü"/>
              <a:defRPr sz="2800">
                <a:solidFill>
                  <a:srgbClr val="4F6228"/>
                </a:solidFill>
                <a:latin typeface="Calibri" pitchFamily="34" charset="0"/>
                <a:ea typeface="楷体_GB2312" pitchFamily="49" charset="-122"/>
              </a:defRPr>
            </a:lvl2pPr>
            <a:lvl3pPr marL="1143000" indent="-228600" eaLnBrk="0" hangingPunct="0">
              <a:spcBef>
                <a:spcPct val="20000"/>
              </a:spcBef>
              <a:buFont typeface="Arial" charset="0"/>
              <a:buChar char="•"/>
              <a:defRPr sz="2400">
                <a:solidFill>
                  <a:srgbClr val="4F6228"/>
                </a:solidFill>
                <a:latin typeface="Calibri" pitchFamily="34" charset="0"/>
                <a:ea typeface="楷体_GB2312" pitchFamily="49" charset="-122"/>
              </a:defRPr>
            </a:lvl3pPr>
            <a:lvl4pPr marL="1600200" indent="-228600" eaLnBrk="0" hangingPunct="0">
              <a:spcBef>
                <a:spcPct val="20000"/>
              </a:spcBef>
              <a:buFont typeface="Arial" charset="0"/>
              <a:buChar char="–"/>
              <a:defRPr sz="2000">
                <a:solidFill>
                  <a:schemeClr val="tx1"/>
                </a:solidFill>
                <a:latin typeface="Calibri" pitchFamily="34" charset="0"/>
                <a:ea typeface="宋体" pitchFamily="2" charset="-122"/>
              </a:defRPr>
            </a:lvl4pPr>
            <a:lvl5pPr marL="2057400" indent="-228600" eaLnBrk="0" hangingPunct="0">
              <a:spcBef>
                <a:spcPct val="20000"/>
              </a:spcBef>
              <a:buFont typeface="Arial" charset="0"/>
              <a:buChar char="»"/>
              <a:defRPr sz="2000">
                <a:solidFill>
                  <a:schemeClr val="tx1"/>
                </a:solidFill>
                <a:latin typeface="Calibri" pitchFamily="34" charset="0"/>
                <a:ea typeface="宋体" pitchFamily="2" charset="-122"/>
              </a:defRPr>
            </a:lvl5pPr>
            <a:lvl6pPr marL="2514600" indent="-228600" eaLnBrk="0" fontAlgn="base" hangingPunct="0">
              <a:spcBef>
                <a:spcPct val="20000"/>
              </a:spcBef>
              <a:spcAft>
                <a:spcPct val="0"/>
              </a:spcAft>
              <a:buFont typeface="Arial" charset="0"/>
              <a:buChar char="»"/>
              <a:defRPr sz="2000">
                <a:solidFill>
                  <a:schemeClr val="tx1"/>
                </a:solidFill>
                <a:latin typeface="Calibri" pitchFamily="34" charset="0"/>
                <a:ea typeface="宋体" pitchFamily="2" charset="-122"/>
              </a:defRPr>
            </a:lvl6pPr>
            <a:lvl7pPr marL="2971800" indent="-228600" eaLnBrk="0" fontAlgn="base" hangingPunct="0">
              <a:spcBef>
                <a:spcPct val="20000"/>
              </a:spcBef>
              <a:spcAft>
                <a:spcPct val="0"/>
              </a:spcAft>
              <a:buFont typeface="Arial" charset="0"/>
              <a:buChar char="»"/>
              <a:defRPr sz="2000">
                <a:solidFill>
                  <a:schemeClr val="tx1"/>
                </a:solidFill>
                <a:latin typeface="Calibri" pitchFamily="34" charset="0"/>
                <a:ea typeface="宋体" pitchFamily="2" charset="-122"/>
              </a:defRPr>
            </a:lvl7pPr>
            <a:lvl8pPr marL="3429000" indent="-228600" eaLnBrk="0" fontAlgn="base" hangingPunct="0">
              <a:spcBef>
                <a:spcPct val="20000"/>
              </a:spcBef>
              <a:spcAft>
                <a:spcPct val="0"/>
              </a:spcAft>
              <a:buFont typeface="Arial" charset="0"/>
              <a:buChar char="»"/>
              <a:defRPr sz="2000">
                <a:solidFill>
                  <a:schemeClr val="tx1"/>
                </a:solidFill>
                <a:latin typeface="Calibri" pitchFamily="34" charset="0"/>
                <a:ea typeface="宋体" pitchFamily="2" charset="-122"/>
              </a:defRPr>
            </a:lvl8pPr>
            <a:lvl9pPr marL="3886200" indent="-228600" eaLnBrk="0" fontAlgn="base" hangingPunct="0">
              <a:spcBef>
                <a:spcPct val="20000"/>
              </a:spcBef>
              <a:spcAft>
                <a:spcPct val="0"/>
              </a:spcAft>
              <a:buFont typeface="Arial" charset="0"/>
              <a:buChar char="»"/>
              <a:defRPr sz="2000">
                <a:solidFill>
                  <a:schemeClr val="tx1"/>
                </a:solidFill>
                <a:latin typeface="Calibri" pitchFamily="34" charset="0"/>
                <a:ea typeface="宋体" pitchFamily="2" charset="-122"/>
              </a:defRPr>
            </a:lvl9pPr>
          </a:lstStyle>
          <a:p>
            <a:pPr eaLnBrk="1" hangingPunct="1">
              <a:spcBef>
                <a:spcPct val="0"/>
              </a:spcBef>
              <a:buFontTx/>
              <a:buNone/>
            </a:pPr>
            <a:r>
              <a:rPr lang="zh-CN" altLang="en-US" sz="2400">
                <a:solidFill>
                  <a:srgbClr val="FF0000"/>
                </a:solidFill>
                <a:latin typeface="楷体_GB2312" pitchFamily="49" charset="-122"/>
              </a:rPr>
              <a:t>帧同步是现场总线系统通信中主要采用的同步方式</a:t>
            </a:r>
          </a:p>
        </p:txBody>
      </p:sp>
    </p:spTree>
  </p:cSld>
  <p:clrMapOvr>
    <a:masterClrMapping/>
  </p:clrMapOvr>
  <p:transition spd="slow">
    <p:push dir="u"/>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4"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 calcmode="lin" valueType="num">
                                      <p:cBhvr additive="base">
                                        <p:cTn id="7" dur="500" fill="hold"/>
                                        <p:tgtEl>
                                          <p:spTgt spid="18"/>
                                        </p:tgtEl>
                                        <p:attrNameLst>
                                          <p:attrName>ppt_x</p:attrName>
                                        </p:attrNameLst>
                                      </p:cBhvr>
                                      <p:tavLst>
                                        <p:tav tm="0">
                                          <p:val>
                                            <p:strVal val="#ppt_x"/>
                                          </p:val>
                                        </p:tav>
                                        <p:tav tm="100000">
                                          <p:val>
                                            <p:strVal val="#ppt_x"/>
                                          </p:val>
                                        </p:tav>
                                      </p:tavLst>
                                    </p:anim>
                                    <p:anim calcmode="lin" valueType="num">
                                      <p:cBhvr additive="base">
                                        <p:cTn id="8" dur="500" fill="hold"/>
                                        <p:tgtEl>
                                          <p:spTgt spid="18"/>
                                        </p:tgtEl>
                                        <p:attrNameLst>
                                          <p:attrName>ppt_y</p:attrName>
                                        </p:attrNameLst>
                                      </p:cBhvr>
                                      <p:tavLst>
                                        <p:tav tm="0">
                                          <p:val>
                                            <p:strVal val="1+#ppt_h/2"/>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22"/>
                                        </p:tgtEl>
                                        <p:attrNameLst>
                                          <p:attrName>style.visibility</p:attrName>
                                        </p:attrNameLst>
                                      </p:cBhvr>
                                      <p:to>
                                        <p:strVal val="visible"/>
                                      </p:to>
                                    </p:set>
                                    <p:anim calcmode="lin" valueType="num">
                                      <p:cBhvr additive="base">
                                        <p:cTn id="13" dur="500" fill="hold"/>
                                        <p:tgtEl>
                                          <p:spTgt spid="22"/>
                                        </p:tgtEl>
                                        <p:attrNameLst>
                                          <p:attrName>ppt_x</p:attrName>
                                        </p:attrNameLst>
                                      </p:cBhvr>
                                      <p:tavLst>
                                        <p:tav tm="0">
                                          <p:val>
                                            <p:strVal val="#ppt_x"/>
                                          </p:val>
                                        </p:tav>
                                        <p:tav tm="100000">
                                          <p:val>
                                            <p:strVal val="#ppt_x"/>
                                          </p:val>
                                        </p:tav>
                                      </p:tavLst>
                                    </p:anim>
                                    <p:anim calcmode="lin" valueType="num">
                                      <p:cBhvr additive="base">
                                        <p:cTn id="14" dur="500" fill="hold"/>
                                        <p:tgtEl>
                                          <p:spTgt spid="22"/>
                                        </p:tgtEl>
                                        <p:attrNameLst>
                                          <p:attrName>ppt_y</p:attrName>
                                        </p:attrNameLst>
                                      </p:cBhvr>
                                      <p:tavLst>
                                        <p:tav tm="0">
                                          <p:val>
                                            <p:strVal val="1+#ppt_h/2"/>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xit" presetSubtype="4" fill="hold" grpId="1" nodeType="clickEffect">
                                  <p:stCondLst>
                                    <p:cond delay="0"/>
                                  </p:stCondLst>
                                  <p:childTnLst>
                                    <p:anim calcmode="lin" valueType="num">
                                      <p:cBhvr additive="base">
                                        <p:cTn id="18" dur="500"/>
                                        <p:tgtEl>
                                          <p:spTgt spid="22"/>
                                        </p:tgtEl>
                                        <p:attrNameLst>
                                          <p:attrName>ppt_x</p:attrName>
                                        </p:attrNameLst>
                                      </p:cBhvr>
                                      <p:tavLst>
                                        <p:tav tm="0">
                                          <p:val>
                                            <p:strVal val="ppt_x"/>
                                          </p:val>
                                        </p:tav>
                                        <p:tav tm="100000">
                                          <p:val>
                                            <p:strVal val="ppt_x"/>
                                          </p:val>
                                        </p:tav>
                                      </p:tavLst>
                                    </p:anim>
                                    <p:anim calcmode="lin" valueType="num">
                                      <p:cBhvr additive="base">
                                        <p:cTn id="19" dur="500"/>
                                        <p:tgtEl>
                                          <p:spTgt spid="22"/>
                                        </p:tgtEl>
                                        <p:attrNameLst>
                                          <p:attrName>ppt_y</p:attrName>
                                        </p:attrNameLst>
                                      </p:cBhvr>
                                      <p:tavLst>
                                        <p:tav tm="0">
                                          <p:val>
                                            <p:strVal val="ppt_y"/>
                                          </p:val>
                                        </p:tav>
                                        <p:tav tm="100000">
                                          <p:val>
                                            <p:strVal val="1+ppt_h/2"/>
                                          </p:val>
                                        </p:tav>
                                      </p:tavLst>
                                    </p:anim>
                                    <p:set>
                                      <p:cBhvr>
                                        <p:cTn id="20" dur="1" fill="hold">
                                          <p:stCondLst>
                                            <p:cond delay="499"/>
                                          </p:stCondLst>
                                        </p:cTn>
                                        <p:tgtEl>
                                          <p:spTgt spid="22"/>
                                        </p:tgtEl>
                                        <p:attrNameLst>
                                          <p:attrName>style.visibility</p:attrName>
                                        </p:attrNameLst>
                                      </p:cBhvr>
                                      <p:to>
                                        <p:strVal val="hidden"/>
                                      </p:to>
                                    </p:set>
                                  </p:childTnLst>
                                </p:cTn>
                              </p:par>
                              <p:par>
                                <p:cTn id="21" presetID="42" presetClass="entr" presetSubtype="0" fill="hold" grpId="0" nodeType="with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1000"/>
                                        <p:tgtEl>
                                          <p:spTgt spid="23"/>
                                        </p:tgtEl>
                                      </p:cBhvr>
                                    </p:animEffect>
                                    <p:anim calcmode="lin" valueType="num">
                                      <p:cBhvr>
                                        <p:cTn id="24" dur="1000" fill="hold"/>
                                        <p:tgtEl>
                                          <p:spTgt spid="23"/>
                                        </p:tgtEl>
                                        <p:attrNameLst>
                                          <p:attrName>ppt_x</p:attrName>
                                        </p:attrNameLst>
                                      </p:cBhvr>
                                      <p:tavLst>
                                        <p:tav tm="0">
                                          <p:val>
                                            <p:strVal val="#ppt_x"/>
                                          </p:val>
                                        </p:tav>
                                        <p:tav tm="100000">
                                          <p:val>
                                            <p:strVal val="#ppt_x"/>
                                          </p:val>
                                        </p:tav>
                                      </p:tavLst>
                                    </p:anim>
                                    <p:anim calcmode="lin" valueType="num">
                                      <p:cBhvr>
                                        <p:cTn id="25" dur="1000" fill="hold"/>
                                        <p:tgtEl>
                                          <p:spTgt spid="23"/>
                                        </p:tgtEl>
                                        <p:attrNameLst>
                                          <p:attrName>ppt_y</p:attrName>
                                        </p:attrNameLst>
                                      </p:cBhvr>
                                      <p:tavLst>
                                        <p:tav tm="0">
                                          <p:val>
                                            <p:strVal val="#ppt_y+.1"/>
                                          </p:val>
                                        </p:tav>
                                        <p:tav tm="100000">
                                          <p:val>
                                            <p:strVal val="#ppt_y"/>
                                          </p:val>
                                        </p:tav>
                                      </p:tavLst>
                                    </p:anim>
                                  </p:childTnLst>
                                </p:cTn>
                              </p:par>
                            </p:childTnLst>
                          </p:cTn>
                        </p:par>
                      </p:childTnLst>
                    </p:cTn>
                  </p:par>
                  <p:par>
                    <p:cTn id="26" fill="hold" nodeType="clickPar">
                      <p:stCondLst>
                        <p:cond delay="indefinite"/>
                      </p:stCondLst>
                      <p:childTnLst>
                        <p:par>
                          <p:cTn id="27" fill="hold" nodeType="withGroup">
                            <p:stCondLst>
                              <p:cond delay="0"/>
                            </p:stCondLst>
                            <p:childTnLst>
                              <p:par>
                                <p:cTn id="28" presetID="42" presetClass="exit" presetSubtype="0" fill="hold" grpId="1" nodeType="clickEffect">
                                  <p:stCondLst>
                                    <p:cond delay="0"/>
                                  </p:stCondLst>
                                  <p:childTnLst>
                                    <p:animEffect transition="out" filter="fade">
                                      <p:cBhvr>
                                        <p:cTn id="29" dur="1000"/>
                                        <p:tgtEl>
                                          <p:spTgt spid="23"/>
                                        </p:tgtEl>
                                      </p:cBhvr>
                                    </p:animEffect>
                                    <p:anim calcmode="lin" valueType="num">
                                      <p:cBhvr>
                                        <p:cTn id="30" dur="1000"/>
                                        <p:tgtEl>
                                          <p:spTgt spid="23"/>
                                        </p:tgtEl>
                                        <p:attrNameLst>
                                          <p:attrName>ppt_x</p:attrName>
                                        </p:attrNameLst>
                                      </p:cBhvr>
                                      <p:tavLst>
                                        <p:tav tm="0">
                                          <p:val>
                                            <p:strVal val="ppt_x"/>
                                          </p:val>
                                        </p:tav>
                                        <p:tav tm="100000">
                                          <p:val>
                                            <p:strVal val="ppt_x"/>
                                          </p:val>
                                        </p:tav>
                                      </p:tavLst>
                                    </p:anim>
                                    <p:anim calcmode="lin" valueType="num">
                                      <p:cBhvr>
                                        <p:cTn id="31" dur="1000"/>
                                        <p:tgtEl>
                                          <p:spTgt spid="23"/>
                                        </p:tgtEl>
                                        <p:attrNameLst>
                                          <p:attrName>ppt_y</p:attrName>
                                        </p:attrNameLst>
                                      </p:cBhvr>
                                      <p:tavLst>
                                        <p:tav tm="0">
                                          <p:val>
                                            <p:strVal val="ppt_y"/>
                                          </p:val>
                                        </p:tav>
                                        <p:tav tm="100000">
                                          <p:val>
                                            <p:strVal val="ppt_y+.1"/>
                                          </p:val>
                                        </p:tav>
                                      </p:tavLst>
                                    </p:anim>
                                    <p:set>
                                      <p:cBhvr>
                                        <p:cTn id="32" dur="1" fill="hold">
                                          <p:stCondLst>
                                            <p:cond delay="999"/>
                                          </p:stCondLst>
                                        </p:cTn>
                                        <p:tgtEl>
                                          <p:spTgt spid="23"/>
                                        </p:tgtEl>
                                        <p:attrNameLst>
                                          <p:attrName>style.visibility</p:attrName>
                                        </p:attrNameLst>
                                      </p:cBhvr>
                                      <p:to>
                                        <p:strVal val="hidden"/>
                                      </p:to>
                                    </p:set>
                                  </p:childTnLst>
                                </p:cTn>
                              </p:par>
                              <p:par>
                                <p:cTn id="33" presetID="2" presetClass="entr" presetSubtype="4" fill="hold" grpId="0" nodeType="withEffect">
                                  <p:stCondLst>
                                    <p:cond delay="0"/>
                                  </p:stCondLst>
                                  <p:childTnLst>
                                    <p:set>
                                      <p:cBhvr>
                                        <p:cTn id="34" dur="1" fill="hold">
                                          <p:stCondLst>
                                            <p:cond delay="0"/>
                                          </p:stCondLst>
                                        </p:cTn>
                                        <p:tgtEl>
                                          <p:spTgt spid="24"/>
                                        </p:tgtEl>
                                        <p:attrNameLst>
                                          <p:attrName>style.visibility</p:attrName>
                                        </p:attrNameLst>
                                      </p:cBhvr>
                                      <p:to>
                                        <p:strVal val="visible"/>
                                      </p:to>
                                    </p:set>
                                    <p:anim calcmode="lin" valueType="num">
                                      <p:cBhvr additive="base">
                                        <p:cTn id="35" dur="500" fill="hold"/>
                                        <p:tgtEl>
                                          <p:spTgt spid="24"/>
                                        </p:tgtEl>
                                        <p:attrNameLst>
                                          <p:attrName>ppt_x</p:attrName>
                                        </p:attrNameLst>
                                      </p:cBhvr>
                                      <p:tavLst>
                                        <p:tav tm="0">
                                          <p:val>
                                            <p:strVal val="#ppt_x"/>
                                          </p:val>
                                        </p:tav>
                                        <p:tav tm="100000">
                                          <p:val>
                                            <p:strVal val="#ppt_x"/>
                                          </p:val>
                                        </p:tav>
                                      </p:tavLst>
                                    </p:anim>
                                    <p:anim calcmode="lin" valueType="num">
                                      <p:cBhvr additive="base">
                                        <p:cTn id="36" dur="500" fill="hold"/>
                                        <p:tgtEl>
                                          <p:spTgt spid="24"/>
                                        </p:tgtEl>
                                        <p:attrNameLst>
                                          <p:attrName>ppt_y</p:attrName>
                                        </p:attrNameLst>
                                      </p:cBhvr>
                                      <p:tavLst>
                                        <p:tav tm="0">
                                          <p:val>
                                            <p:strVal val="1+#ppt_h/2"/>
                                          </p:val>
                                        </p:tav>
                                        <p:tav tm="100000">
                                          <p:val>
                                            <p:strVal val="#ppt_y"/>
                                          </p:val>
                                        </p:tav>
                                      </p:tavLst>
                                    </p:anim>
                                  </p:childTnLst>
                                </p:cTn>
                              </p:par>
                            </p:childTnLst>
                          </p:cTn>
                        </p:par>
                      </p:childTnLst>
                    </p:cTn>
                  </p:par>
                  <p:par>
                    <p:cTn id="37" fill="hold" nodeType="clickPar">
                      <p:stCondLst>
                        <p:cond delay="indefinite"/>
                      </p:stCondLst>
                      <p:childTnLst>
                        <p:par>
                          <p:cTn id="38" fill="hold" nodeType="withGroup">
                            <p:stCondLst>
                              <p:cond delay="0"/>
                            </p:stCondLst>
                            <p:childTnLst>
                              <p:par>
                                <p:cTn id="39" presetID="2" presetClass="exit" presetSubtype="4" fill="hold" grpId="1" nodeType="clickEffect">
                                  <p:stCondLst>
                                    <p:cond delay="0"/>
                                  </p:stCondLst>
                                  <p:childTnLst>
                                    <p:anim calcmode="lin" valueType="num">
                                      <p:cBhvr additive="base">
                                        <p:cTn id="40" dur="500"/>
                                        <p:tgtEl>
                                          <p:spTgt spid="24"/>
                                        </p:tgtEl>
                                        <p:attrNameLst>
                                          <p:attrName>ppt_x</p:attrName>
                                        </p:attrNameLst>
                                      </p:cBhvr>
                                      <p:tavLst>
                                        <p:tav tm="0">
                                          <p:val>
                                            <p:strVal val="ppt_x"/>
                                          </p:val>
                                        </p:tav>
                                        <p:tav tm="100000">
                                          <p:val>
                                            <p:strVal val="ppt_x"/>
                                          </p:val>
                                        </p:tav>
                                      </p:tavLst>
                                    </p:anim>
                                    <p:anim calcmode="lin" valueType="num">
                                      <p:cBhvr additive="base">
                                        <p:cTn id="41" dur="500"/>
                                        <p:tgtEl>
                                          <p:spTgt spid="24"/>
                                        </p:tgtEl>
                                        <p:attrNameLst>
                                          <p:attrName>ppt_y</p:attrName>
                                        </p:attrNameLst>
                                      </p:cBhvr>
                                      <p:tavLst>
                                        <p:tav tm="0">
                                          <p:val>
                                            <p:strVal val="ppt_y"/>
                                          </p:val>
                                        </p:tav>
                                        <p:tav tm="100000">
                                          <p:val>
                                            <p:strVal val="1+ppt_h/2"/>
                                          </p:val>
                                        </p:tav>
                                      </p:tavLst>
                                    </p:anim>
                                    <p:set>
                                      <p:cBhvr>
                                        <p:cTn id="42" dur="1" fill="hold">
                                          <p:stCondLst>
                                            <p:cond delay="499"/>
                                          </p:stCondLst>
                                        </p:cTn>
                                        <p:tgtEl>
                                          <p:spTgt spid="24"/>
                                        </p:tgtEl>
                                        <p:attrNameLst>
                                          <p:attrName>style.visibility</p:attrName>
                                        </p:attrNameLst>
                                      </p:cBhvr>
                                      <p:to>
                                        <p:strVal val="hidden"/>
                                      </p:to>
                                    </p:set>
                                  </p:childTnLst>
                                </p:cTn>
                              </p:par>
                              <p:par>
                                <p:cTn id="43" presetID="2" presetClass="entr" presetSubtype="4" fill="hold" grpId="0" nodeType="withEffect">
                                  <p:stCondLst>
                                    <p:cond delay="0"/>
                                  </p:stCondLst>
                                  <p:childTnLst>
                                    <p:set>
                                      <p:cBhvr>
                                        <p:cTn id="44" dur="1" fill="hold">
                                          <p:stCondLst>
                                            <p:cond delay="0"/>
                                          </p:stCondLst>
                                        </p:cTn>
                                        <p:tgtEl>
                                          <p:spTgt spid="19"/>
                                        </p:tgtEl>
                                        <p:attrNameLst>
                                          <p:attrName>style.visibility</p:attrName>
                                        </p:attrNameLst>
                                      </p:cBhvr>
                                      <p:to>
                                        <p:strVal val="visible"/>
                                      </p:to>
                                    </p:set>
                                    <p:anim calcmode="lin" valueType="num">
                                      <p:cBhvr additive="base">
                                        <p:cTn id="45" dur="500" fill="hold"/>
                                        <p:tgtEl>
                                          <p:spTgt spid="19"/>
                                        </p:tgtEl>
                                        <p:attrNameLst>
                                          <p:attrName>ppt_x</p:attrName>
                                        </p:attrNameLst>
                                      </p:cBhvr>
                                      <p:tavLst>
                                        <p:tav tm="0">
                                          <p:val>
                                            <p:strVal val="#ppt_x"/>
                                          </p:val>
                                        </p:tav>
                                        <p:tav tm="100000">
                                          <p:val>
                                            <p:strVal val="#ppt_x"/>
                                          </p:val>
                                        </p:tav>
                                      </p:tavLst>
                                    </p:anim>
                                    <p:anim calcmode="lin" valueType="num">
                                      <p:cBhvr additive="base">
                                        <p:cTn id="46" dur="500" fill="hold"/>
                                        <p:tgtEl>
                                          <p:spTgt spid="19"/>
                                        </p:tgtEl>
                                        <p:attrNameLst>
                                          <p:attrName>ppt_y</p:attrName>
                                        </p:attrNameLst>
                                      </p:cBhvr>
                                      <p:tavLst>
                                        <p:tav tm="0">
                                          <p:val>
                                            <p:strVal val="1+#ppt_h/2"/>
                                          </p:val>
                                        </p:tav>
                                        <p:tav tm="100000">
                                          <p:val>
                                            <p:strVal val="#ppt_y"/>
                                          </p:val>
                                        </p:tav>
                                      </p:tavLst>
                                    </p:anim>
                                  </p:childTnLst>
                                </p:cTn>
                              </p:par>
                            </p:childTnLst>
                          </p:cTn>
                        </p:par>
                      </p:childTnLst>
                    </p:cTn>
                  </p:par>
                  <p:par>
                    <p:cTn id="47" fill="hold" nodeType="clickPar">
                      <p:stCondLst>
                        <p:cond delay="indefinite"/>
                      </p:stCondLst>
                      <p:childTnLst>
                        <p:par>
                          <p:cTn id="48" fill="hold" nodeType="withGroup">
                            <p:stCondLst>
                              <p:cond delay="0"/>
                            </p:stCondLst>
                            <p:childTnLst>
                              <p:par>
                                <p:cTn id="49" presetID="2" presetClass="exit" presetSubtype="4" fill="hold" grpId="1" nodeType="clickEffect">
                                  <p:stCondLst>
                                    <p:cond delay="0"/>
                                  </p:stCondLst>
                                  <p:childTnLst>
                                    <p:anim calcmode="lin" valueType="num">
                                      <p:cBhvr additive="base">
                                        <p:cTn id="50" dur="500"/>
                                        <p:tgtEl>
                                          <p:spTgt spid="19"/>
                                        </p:tgtEl>
                                        <p:attrNameLst>
                                          <p:attrName>ppt_x</p:attrName>
                                        </p:attrNameLst>
                                      </p:cBhvr>
                                      <p:tavLst>
                                        <p:tav tm="0">
                                          <p:val>
                                            <p:strVal val="ppt_x"/>
                                          </p:val>
                                        </p:tav>
                                        <p:tav tm="100000">
                                          <p:val>
                                            <p:strVal val="ppt_x"/>
                                          </p:val>
                                        </p:tav>
                                      </p:tavLst>
                                    </p:anim>
                                    <p:anim calcmode="lin" valueType="num">
                                      <p:cBhvr additive="base">
                                        <p:cTn id="51" dur="500"/>
                                        <p:tgtEl>
                                          <p:spTgt spid="19"/>
                                        </p:tgtEl>
                                        <p:attrNameLst>
                                          <p:attrName>ppt_y</p:attrName>
                                        </p:attrNameLst>
                                      </p:cBhvr>
                                      <p:tavLst>
                                        <p:tav tm="0">
                                          <p:val>
                                            <p:strVal val="ppt_y"/>
                                          </p:val>
                                        </p:tav>
                                        <p:tav tm="100000">
                                          <p:val>
                                            <p:strVal val="1+ppt_h/2"/>
                                          </p:val>
                                        </p:tav>
                                      </p:tavLst>
                                    </p:anim>
                                    <p:set>
                                      <p:cBhvr>
                                        <p:cTn id="52" dur="1" fill="hold">
                                          <p:stCondLst>
                                            <p:cond delay="499"/>
                                          </p:stCondLst>
                                        </p:cTn>
                                        <p:tgtEl>
                                          <p:spTgt spid="19"/>
                                        </p:tgtEl>
                                        <p:attrNameLst>
                                          <p:attrName>style.visibility</p:attrName>
                                        </p:attrNameLst>
                                      </p:cBhvr>
                                      <p:to>
                                        <p:strVal val="hidden"/>
                                      </p:to>
                                    </p:set>
                                  </p:childTnLst>
                                </p:cTn>
                              </p:par>
                              <p:par>
                                <p:cTn id="53" presetID="2" presetClass="entr" presetSubtype="4" fill="hold" nodeType="withEffect">
                                  <p:stCondLst>
                                    <p:cond delay="0"/>
                                  </p:stCondLst>
                                  <p:childTnLst>
                                    <p:set>
                                      <p:cBhvr>
                                        <p:cTn id="54" dur="1" fill="hold">
                                          <p:stCondLst>
                                            <p:cond delay="0"/>
                                          </p:stCondLst>
                                        </p:cTn>
                                        <p:tgtEl>
                                          <p:spTgt spid="25">
                                            <p:txEl>
                                              <p:pRg st="0" end="0"/>
                                            </p:txEl>
                                          </p:spTgt>
                                        </p:tgtEl>
                                        <p:attrNameLst>
                                          <p:attrName>style.visibility</p:attrName>
                                        </p:attrNameLst>
                                      </p:cBhvr>
                                      <p:to>
                                        <p:strVal val="visible"/>
                                      </p:to>
                                    </p:set>
                                    <p:anim calcmode="lin" valueType="num">
                                      <p:cBhvr additive="base">
                                        <p:cTn id="55" dur="500" fill="hold"/>
                                        <p:tgtEl>
                                          <p:spTgt spid="25">
                                            <p:txEl>
                                              <p:pRg st="0" end="0"/>
                                            </p:txEl>
                                          </p:spTgt>
                                        </p:tgtEl>
                                        <p:attrNameLst>
                                          <p:attrName>ppt_x</p:attrName>
                                        </p:attrNameLst>
                                      </p:cBhvr>
                                      <p:tavLst>
                                        <p:tav tm="0">
                                          <p:val>
                                            <p:strVal val="#ppt_x"/>
                                          </p:val>
                                        </p:tav>
                                        <p:tav tm="100000">
                                          <p:val>
                                            <p:strVal val="#ppt_x"/>
                                          </p:val>
                                        </p:tav>
                                      </p:tavLst>
                                    </p:anim>
                                    <p:anim calcmode="lin" valueType="num">
                                      <p:cBhvr additive="base">
                                        <p:cTn id="56" dur="500" fill="hold"/>
                                        <p:tgtEl>
                                          <p:spTgt spid="25">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19" grpId="1" animBg="1"/>
      <p:bldP spid="22" grpId="0" animBg="1"/>
      <p:bldP spid="22" grpId="1" animBg="1"/>
      <p:bldP spid="23" grpId="0" animBg="1"/>
      <p:bldP spid="23" grpId="1" animBg="1"/>
      <p:bldP spid="24" grpId="0" animBg="1"/>
      <p:bldP spid="24" grpId="1"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标题 1"/>
          <p:cNvSpPr>
            <a:spLocks noGrp="1"/>
          </p:cNvSpPr>
          <p:nvPr>
            <p:ph type="title"/>
          </p:nvPr>
        </p:nvSpPr>
        <p:spPr>
          <a:xfrm>
            <a:off x="107950" y="44450"/>
            <a:ext cx="7343775" cy="792163"/>
          </a:xfrm>
        </p:spPr>
        <p:txBody>
          <a:bodyPr/>
          <a:lstStyle/>
          <a:p>
            <a:pPr eaLnBrk="1" hangingPunct="1"/>
            <a:r>
              <a:rPr lang="zh-CN" altLang="en-US" smtClean="0"/>
              <a:t>第</a:t>
            </a:r>
            <a:r>
              <a:rPr lang="en-US" altLang="zh-CN" smtClean="0"/>
              <a:t>2</a:t>
            </a:r>
            <a:r>
              <a:rPr lang="zh-CN" altLang="en-US" smtClean="0"/>
              <a:t>章 数据通信与网络基础</a:t>
            </a:r>
          </a:p>
        </p:txBody>
      </p:sp>
      <p:sp>
        <p:nvSpPr>
          <p:cNvPr id="23555" name="内容占位符 2"/>
          <p:cNvSpPr>
            <a:spLocks noGrp="1"/>
          </p:cNvSpPr>
          <p:nvPr>
            <p:ph idx="1"/>
          </p:nvPr>
        </p:nvSpPr>
        <p:spPr>
          <a:xfrm>
            <a:off x="107950" y="981075"/>
            <a:ext cx="8928100" cy="5102225"/>
          </a:xfrm>
        </p:spPr>
        <p:txBody>
          <a:bodyPr/>
          <a:lstStyle/>
          <a:p>
            <a:pPr eaLnBrk="1" hangingPunct="1"/>
            <a:r>
              <a:rPr lang="en-US" altLang="zh-CN" smtClean="0"/>
              <a:t>2.1 </a:t>
            </a:r>
            <a:r>
              <a:rPr lang="zh-CN" altLang="en-US" smtClean="0"/>
              <a:t>基本术语</a:t>
            </a:r>
            <a:endParaRPr lang="en-US" altLang="zh-CN" smtClean="0"/>
          </a:p>
          <a:p>
            <a:pPr eaLnBrk="1" hangingPunct="1"/>
            <a:r>
              <a:rPr lang="en-US" altLang="zh-CN" smtClean="0"/>
              <a:t>2.2 </a:t>
            </a:r>
            <a:r>
              <a:rPr lang="zh-CN" altLang="en-US" smtClean="0"/>
              <a:t>数据编码</a:t>
            </a:r>
            <a:endParaRPr lang="en-US" altLang="zh-CN" smtClean="0"/>
          </a:p>
          <a:p>
            <a:pPr eaLnBrk="1" hangingPunct="1"/>
            <a:r>
              <a:rPr lang="en-US" altLang="zh-CN" smtClean="0"/>
              <a:t>2.3 </a:t>
            </a:r>
            <a:r>
              <a:rPr lang="zh-CN" altLang="en-US" smtClean="0"/>
              <a:t>数据传输方式</a:t>
            </a:r>
            <a:endParaRPr lang="en-US" altLang="zh-CN" smtClean="0"/>
          </a:p>
          <a:p>
            <a:pPr eaLnBrk="1" hangingPunct="1"/>
            <a:r>
              <a:rPr lang="en-US" altLang="zh-CN" smtClean="0">
                <a:solidFill>
                  <a:srgbClr val="FF0000"/>
                </a:solidFill>
              </a:rPr>
              <a:t>2.4 </a:t>
            </a:r>
            <a:r>
              <a:rPr lang="zh-CN" altLang="en-US" smtClean="0">
                <a:solidFill>
                  <a:srgbClr val="FF0000"/>
                </a:solidFill>
              </a:rPr>
              <a:t>通信线路工作方式</a:t>
            </a:r>
            <a:endParaRPr lang="en-US" altLang="zh-CN" smtClean="0">
              <a:solidFill>
                <a:srgbClr val="FF0000"/>
              </a:solidFill>
            </a:endParaRPr>
          </a:p>
        </p:txBody>
      </p:sp>
      <p:sp>
        <p:nvSpPr>
          <p:cNvPr id="3" name="灯片编号占位符 2"/>
          <p:cNvSpPr>
            <a:spLocks noGrp="1"/>
          </p:cNvSpPr>
          <p:nvPr>
            <p:ph type="sldNum" sz="quarter" idx="12"/>
          </p:nvPr>
        </p:nvSpPr>
        <p:spPr/>
        <p:txBody>
          <a:bodyPr/>
          <a:lstStyle/>
          <a:p>
            <a:pPr>
              <a:defRPr/>
            </a:pPr>
            <a:fld id="{0B5476EA-1032-4749-A114-0A2E17480705}" type="slidenum">
              <a:rPr lang="zh-CN" altLang="en-US" smtClean="0"/>
              <a:pPr>
                <a:defRPr/>
              </a:pPr>
              <a:t>17</a:t>
            </a:fld>
            <a:endParaRPr lang="zh-CN" altLang="en-US"/>
          </a:p>
        </p:txBody>
      </p:sp>
    </p:spTree>
  </p:cSld>
  <p:clrMapOvr>
    <a:masterClrMapping/>
  </p:clrMapOvr>
  <p:transition spd="slow">
    <p:push dir="u"/>
  </p:transition>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标题 1"/>
          <p:cNvSpPr>
            <a:spLocks noGrp="1"/>
          </p:cNvSpPr>
          <p:nvPr>
            <p:ph type="title"/>
          </p:nvPr>
        </p:nvSpPr>
        <p:spPr>
          <a:xfrm>
            <a:off x="107950" y="44450"/>
            <a:ext cx="7343775" cy="792163"/>
          </a:xfrm>
        </p:spPr>
        <p:txBody>
          <a:bodyPr/>
          <a:lstStyle/>
          <a:p>
            <a:r>
              <a:rPr lang="en-US" altLang="zh-CN" smtClean="0"/>
              <a:t>2.4 </a:t>
            </a:r>
            <a:r>
              <a:rPr lang="zh-CN" altLang="en-US" smtClean="0"/>
              <a:t>通信线路工作方式</a:t>
            </a:r>
          </a:p>
        </p:txBody>
      </p:sp>
      <p:sp>
        <p:nvSpPr>
          <p:cNvPr id="3" name="内容占位符 2"/>
          <p:cNvSpPr>
            <a:spLocks noGrp="1"/>
          </p:cNvSpPr>
          <p:nvPr>
            <p:ph idx="1"/>
          </p:nvPr>
        </p:nvSpPr>
        <p:spPr>
          <a:xfrm>
            <a:off x="107950" y="836713"/>
            <a:ext cx="8928100" cy="5400600"/>
          </a:xfrm>
        </p:spPr>
        <p:txBody>
          <a:bodyPr/>
          <a:lstStyle/>
          <a:p>
            <a:pPr>
              <a:lnSpc>
                <a:spcPct val="115000"/>
              </a:lnSpc>
              <a:defRPr/>
            </a:pPr>
            <a:r>
              <a:rPr lang="zh-CN" altLang="en-US" sz="2800" b="1" dirty="0">
                <a:solidFill>
                  <a:srgbClr val="C00000"/>
                </a:solidFill>
                <a:latin typeface="楷体_GB2312" pitchFamily="49" charset="-122"/>
              </a:rPr>
              <a:t>单工通</a:t>
            </a:r>
            <a:r>
              <a:rPr lang="zh-CN" altLang="en-US" sz="2800" b="1" dirty="0" smtClean="0">
                <a:solidFill>
                  <a:srgbClr val="C00000"/>
                </a:solidFill>
                <a:latin typeface="楷体_GB2312" pitchFamily="49" charset="-122"/>
              </a:rPr>
              <a:t>信</a:t>
            </a:r>
            <a:endParaRPr lang="en-US" altLang="zh-CN" sz="2800" b="1" dirty="0" smtClean="0">
              <a:solidFill>
                <a:srgbClr val="C00000"/>
              </a:solidFill>
              <a:latin typeface="楷体_GB2312" pitchFamily="49" charset="-122"/>
            </a:endParaRPr>
          </a:p>
          <a:p>
            <a:pPr>
              <a:lnSpc>
                <a:spcPct val="115000"/>
              </a:lnSpc>
              <a:defRPr/>
            </a:pPr>
            <a:endParaRPr lang="en-US" altLang="zh-CN" sz="2800" b="1" dirty="0">
              <a:solidFill>
                <a:srgbClr val="C00000"/>
              </a:solidFill>
              <a:latin typeface="楷体_GB2312" pitchFamily="49" charset="-122"/>
            </a:endParaRPr>
          </a:p>
          <a:p>
            <a:pPr>
              <a:lnSpc>
                <a:spcPct val="115000"/>
              </a:lnSpc>
              <a:defRPr/>
            </a:pPr>
            <a:r>
              <a:rPr lang="zh-CN" altLang="en-US" sz="2800" b="1" dirty="0" smtClean="0">
                <a:solidFill>
                  <a:srgbClr val="C00000"/>
                </a:solidFill>
                <a:latin typeface="楷体_GB2312" pitchFamily="49" charset="-122"/>
              </a:rPr>
              <a:t>半</a:t>
            </a:r>
            <a:r>
              <a:rPr lang="zh-CN" altLang="en-US" sz="2800" b="1" dirty="0">
                <a:solidFill>
                  <a:srgbClr val="C00000"/>
                </a:solidFill>
                <a:latin typeface="楷体_GB2312" pitchFamily="49" charset="-122"/>
              </a:rPr>
              <a:t>双工通</a:t>
            </a:r>
            <a:r>
              <a:rPr lang="zh-CN" altLang="en-US" sz="2800" b="1" dirty="0" smtClean="0">
                <a:solidFill>
                  <a:srgbClr val="C00000"/>
                </a:solidFill>
                <a:latin typeface="楷体_GB2312" pitchFamily="49" charset="-122"/>
              </a:rPr>
              <a:t>信</a:t>
            </a:r>
            <a:endParaRPr lang="en-US" altLang="zh-CN" sz="2800" b="1" dirty="0">
              <a:solidFill>
                <a:srgbClr val="C00000"/>
              </a:solidFill>
              <a:latin typeface="楷体_GB2312" pitchFamily="49" charset="-122"/>
            </a:endParaRPr>
          </a:p>
          <a:p>
            <a:pPr>
              <a:lnSpc>
                <a:spcPct val="115000"/>
              </a:lnSpc>
              <a:defRPr/>
            </a:pPr>
            <a:endParaRPr lang="en-US" altLang="zh-CN" sz="2800" b="1" dirty="0" smtClean="0">
              <a:solidFill>
                <a:srgbClr val="C00000"/>
              </a:solidFill>
              <a:latin typeface="楷体_GB2312" pitchFamily="49" charset="-122"/>
            </a:endParaRPr>
          </a:p>
          <a:p>
            <a:pPr>
              <a:lnSpc>
                <a:spcPct val="115000"/>
              </a:lnSpc>
              <a:defRPr/>
            </a:pPr>
            <a:endParaRPr lang="en-US" altLang="zh-CN" sz="2800" b="1" dirty="0">
              <a:solidFill>
                <a:srgbClr val="C00000"/>
              </a:solidFill>
              <a:latin typeface="楷体_GB2312" pitchFamily="49" charset="-122"/>
            </a:endParaRPr>
          </a:p>
          <a:p>
            <a:pPr marL="0" indent="0">
              <a:lnSpc>
                <a:spcPct val="115000"/>
              </a:lnSpc>
              <a:buNone/>
              <a:defRPr/>
            </a:pPr>
            <a:endParaRPr lang="en-US" altLang="zh-CN" sz="1100" b="1" dirty="0" smtClean="0">
              <a:solidFill>
                <a:srgbClr val="C00000"/>
              </a:solidFill>
            </a:endParaRPr>
          </a:p>
          <a:p>
            <a:pPr>
              <a:lnSpc>
                <a:spcPct val="115000"/>
              </a:lnSpc>
              <a:defRPr/>
            </a:pPr>
            <a:r>
              <a:rPr lang="zh-CN" altLang="en-US" sz="2800" b="1" dirty="0" smtClean="0">
                <a:solidFill>
                  <a:srgbClr val="C00000"/>
                </a:solidFill>
              </a:rPr>
              <a:t>全</a:t>
            </a:r>
            <a:r>
              <a:rPr lang="zh-CN" altLang="en-US" sz="2800" b="1" dirty="0">
                <a:solidFill>
                  <a:srgbClr val="C00000"/>
                </a:solidFill>
              </a:rPr>
              <a:t>双工通信</a:t>
            </a:r>
            <a:endParaRPr lang="zh-CN" altLang="en-US" sz="2800" dirty="0">
              <a:latin typeface="楷体_GB2312" pitchFamily="49" charset="-122"/>
            </a:endParaRPr>
          </a:p>
          <a:p>
            <a:pPr>
              <a:lnSpc>
                <a:spcPct val="115000"/>
              </a:lnSpc>
              <a:defRPr/>
            </a:pPr>
            <a:endParaRPr lang="zh-CN" altLang="en-US" sz="2800" dirty="0">
              <a:latin typeface="楷体_GB2312" pitchFamily="49" charset="-122"/>
            </a:endParaRPr>
          </a:p>
          <a:p>
            <a:pPr>
              <a:defRPr/>
            </a:pPr>
            <a:endParaRPr lang="zh-CN" altLang="en-US" dirty="0"/>
          </a:p>
        </p:txBody>
      </p:sp>
      <p:sp>
        <p:nvSpPr>
          <p:cNvPr id="4" name="灯片编号占位符 3"/>
          <p:cNvSpPr>
            <a:spLocks noGrp="1"/>
          </p:cNvSpPr>
          <p:nvPr>
            <p:ph type="sldNum" sz="quarter" idx="12"/>
          </p:nvPr>
        </p:nvSpPr>
        <p:spPr/>
        <p:txBody>
          <a:bodyPr/>
          <a:lstStyle/>
          <a:p>
            <a:pPr>
              <a:defRPr/>
            </a:pPr>
            <a:fld id="{C9D68BD4-CD91-4042-9BA8-CECB3E89CCA1}" type="slidenum">
              <a:rPr lang="zh-CN" altLang="en-US" smtClean="0"/>
              <a:pPr>
                <a:defRPr/>
              </a:pPr>
              <a:t>18</a:t>
            </a:fld>
            <a:endParaRPr lang="zh-CN" altLang="en-US"/>
          </a:p>
        </p:txBody>
      </p:sp>
      <p:graphicFrame>
        <p:nvGraphicFramePr>
          <p:cNvPr id="5" name="对象 4"/>
          <p:cNvGraphicFramePr>
            <a:graphicFrameLocks noGrp="1" noChangeAspect="1"/>
          </p:cNvGraphicFramePr>
          <p:nvPr>
            <p:extLst>
              <p:ext uri="{D42A27DB-BD31-4B8C-83A1-F6EECF244321}">
                <p14:modId xmlns:p14="http://schemas.microsoft.com/office/powerpoint/2010/main" val="3149233343"/>
              </p:ext>
            </p:extLst>
          </p:nvPr>
        </p:nvGraphicFramePr>
        <p:xfrm>
          <a:off x="827584" y="1268760"/>
          <a:ext cx="6840537" cy="788987"/>
        </p:xfrm>
        <a:graphic>
          <a:graphicData uri="http://schemas.openxmlformats.org/presentationml/2006/ole">
            <mc:AlternateContent xmlns:mc="http://schemas.openxmlformats.org/markup-compatibility/2006">
              <mc:Choice xmlns:v="urn:schemas-microsoft-com:vml" Requires="v">
                <p:oleObj spid="_x0000_s25448" name="Visio" r:id="rId3" imgW="2770615" imgH="322511" progId="Visio.Drawing.11">
                  <p:embed/>
                </p:oleObj>
              </mc:Choice>
              <mc:Fallback>
                <p:oleObj name="Visio" r:id="rId3" imgW="2770615" imgH="322511" progId="Visio.Drawing.11">
                  <p:embed/>
                  <p:pic>
                    <p:nvPicPr>
                      <p:cNvPr id="0" name="对象 4"/>
                      <p:cNvPicPr>
                        <a:picLocks noGrp="1" noChangeAspect="1" noChangeArrowheads="1"/>
                      </p:cNvPicPr>
                      <p:nvPr/>
                    </p:nvPicPr>
                    <p:blipFill>
                      <a:blip r:embed="rId4"/>
                      <a:srcRect/>
                      <a:stretch>
                        <a:fillRect/>
                      </a:stretch>
                    </p:blipFill>
                    <p:spPr bwMode="auto">
                      <a:xfrm>
                        <a:off x="827584" y="1268760"/>
                        <a:ext cx="6840537" cy="7889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2" name="对象 1"/>
          <p:cNvGraphicFramePr>
            <a:graphicFrameLocks noGrp="1" noChangeAspect="1"/>
          </p:cNvGraphicFramePr>
          <p:nvPr>
            <p:extLst>
              <p:ext uri="{D42A27DB-BD31-4B8C-83A1-F6EECF244321}">
                <p14:modId xmlns:p14="http://schemas.microsoft.com/office/powerpoint/2010/main" val="2688488170"/>
              </p:ext>
            </p:extLst>
          </p:nvPr>
        </p:nvGraphicFramePr>
        <p:xfrm>
          <a:off x="611560" y="2675310"/>
          <a:ext cx="7705725" cy="1401762"/>
        </p:xfrm>
        <a:graphic>
          <a:graphicData uri="http://schemas.openxmlformats.org/presentationml/2006/ole">
            <mc:AlternateContent xmlns:mc="http://schemas.openxmlformats.org/markup-compatibility/2006">
              <mc:Choice xmlns:v="urn:schemas-microsoft-com:vml" Requires="v">
                <p:oleObj spid="_x0000_s25449" name="Visio" r:id="rId5" imgW="3346669" imgH="610617" progId="Visio.Drawing.11">
                  <p:embed/>
                </p:oleObj>
              </mc:Choice>
              <mc:Fallback>
                <p:oleObj name="Visio" r:id="rId5" imgW="3346669" imgH="610617" progId="Visio.Drawing.11">
                  <p:embed/>
                  <p:pic>
                    <p:nvPicPr>
                      <p:cNvPr id="0" name="对象 5"/>
                      <p:cNvPicPr>
                        <a:picLocks noGrp="1" noChangeAspect="1" noChangeArrowheads="1"/>
                      </p:cNvPicPr>
                      <p:nvPr/>
                    </p:nvPicPr>
                    <p:blipFill>
                      <a:blip r:embed="rId6"/>
                      <a:srcRect/>
                      <a:stretch>
                        <a:fillRect/>
                      </a:stretch>
                    </p:blipFill>
                    <p:spPr bwMode="auto">
                      <a:xfrm>
                        <a:off x="611560" y="2675310"/>
                        <a:ext cx="7705725" cy="14017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6" name="对象 5"/>
          <p:cNvGraphicFramePr>
            <a:graphicFrameLocks noGrp="1" noChangeAspect="1"/>
          </p:cNvGraphicFramePr>
          <p:nvPr>
            <p:extLst>
              <p:ext uri="{D42A27DB-BD31-4B8C-83A1-F6EECF244321}">
                <p14:modId xmlns:p14="http://schemas.microsoft.com/office/powerpoint/2010/main" val="1566898141"/>
              </p:ext>
            </p:extLst>
          </p:nvPr>
        </p:nvGraphicFramePr>
        <p:xfrm>
          <a:off x="611560" y="4437112"/>
          <a:ext cx="7704137" cy="1700212"/>
        </p:xfrm>
        <a:graphic>
          <a:graphicData uri="http://schemas.openxmlformats.org/presentationml/2006/ole">
            <mc:AlternateContent xmlns:mc="http://schemas.openxmlformats.org/markup-compatibility/2006">
              <mc:Choice xmlns:v="urn:schemas-microsoft-com:vml" Requires="v">
                <p:oleObj spid="_x0000_s25450" name="Visio" r:id="rId7" imgW="3346669" imgH="826435" progId="Visio.Drawing.11">
                  <p:embed/>
                </p:oleObj>
              </mc:Choice>
              <mc:Fallback>
                <p:oleObj name="Visio" r:id="rId7" imgW="3346669" imgH="826435" progId="Visio.Drawing.11">
                  <p:embed/>
                  <p:pic>
                    <p:nvPicPr>
                      <p:cNvPr id="0" name="对象 5"/>
                      <p:cNvPicPr>
                        <a:picLocks noGrp="1" noChangeAspect="1" noChangeArrowheads="1"/>
                      </p:cNvPicPr>
                      <p:nvPr/>
                    </p:nvPicPr>
                    <p:blipFill>
                      <a:blip r:embed="rId8"/>
                      <a:srcRect/>
                      <a:stretch>
                        <a:fillRect/>
                      </a:stretch>
                    </p:blipFill>
                    <p:spPr bwMode="auto">
                      <a:xfrm>
                        <a:off x="611560" y="4437112"/>
                        <a:ext cx="7704137" cy="1700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Tree>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2"/>
                                        </p:tgtEl>
                                        <p:attrNameLst>
                                          <p:attrName>style.visibility</p:attrName>
                                        </p:attrNameLst>
                                      </p:cBhvr>
                                      <p:to>
                                        <p:strVal val="visible"/>
                                      </p:to>
                                    </p:set>
                                    <p:anim calcmode="lin" valueType="num">
                                      <p:cBhvr additive="base">
                                        <p:cTn id="13" dur="500" fill="hold"/>
                                        <p:tgtEl>
                                          <p:spTgt spid="2"/>
                                        </p:tgtEl>
                                        <p:attrNameLst>
                                          <p:attrName>ppt_x</p:attrName>
                                        </p:attrNameLst>
                                      </p:cBhvr>
                                      <p:tavLst>
                                        <p:tav tm="0">
                                          <p:val>
                                            <p:strVal val="#ppt_x"/>
                                          </p:val>
                                        </p:tav>
                                        <p:tav tm="100000">
                                          <p:val>
                                            <p:strVal val="#ppt_x"/>
                                          </p:val>
                                        </p:tav>
                                      </p:tavLst>
                                    </p:anim>
                                    <p:anim calcmode="lin" valueType="num">
                                      <p:cBhvr additive="base">
                                        <p:cTn id="14" dur="500" fill="hold"/>
                                        <p:tgtEl>
                                          <p:spTgt spid="2"/>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42" presetClass="entr" presetSubtype="0" fill="hold" nodeType="click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1000"/>
                                        <p:tgtEl>
                                          <p:spTgt spid="6"/>
                                        </p:tgtEl>
                                      </p:cBhvr>
                                    </p:animEffect>
                                    <p:anim calcmode="lin" valueType="num">
                                      <p:cBhvr>
                                        <p:cTn id="20" dur="1000" fill="hold"/>
                                        <p:tgtEl>
                                          <p:spTgt spid="6"/>
                                        </p:tgtEl>
                                        <p:attrNameLst>
                                          <p:attrName>ppt_x</p:attrName>
                                        </p:attrNameLst>
                                      </p:cBhvr>
                                      <p:tavLst>
                                        <p:tav tm="0">
                                          <p:val>
                                            <p:strVal val="#ppt_x"/>
                                          </p:val>
                                        </p:tav>
                                        <p:tav tm="100000">
                                          <p:val>
                                            <p:strVal val="#ppt_x"/>
                                          </p:val>
                                        </p:tav>
                                      </p:tavLst>
                                    </p:anim>
                                    <p:anim calcmode="lin" valueType="num">
                                      <p:cBhvr>
                                        <p:cTn id="21" dur="10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标题 1"/>
          <p:cNvSpPr>
            <a:spLocks noGrp="1"/>
          </p:cNvSpPr>
          <p:nvPr>
            <p:ph type="title"/>
          </p:nvPr>
        </p:nvSpPr>
        <p:spPr>
          <a:xfrm>
            <a:off x="107950" y="44450"/>
            <a:ext cx="7343775" cy="792163"/>
          </a:xfrm>
        </p:spPr>
        <p:txBody>
          <a:bodyPr/>
          <a:lstStyle/>
          <a:p>
            <a:pPr eaLnBrk="1" hangingPunct="1"/>
            <a:r>
              <a:rPr lang="zh-CN" altLang="en-US" smtClean="0"/>
              <a:t>第</a:t>
            </a:r>
            <a:r>
              <a:rPr lang="en-US" altLang="zh-CN" smtClean="0"/>
              <a:t>2</a:t>
            </a:r>
            <a:r>
              <a:rPr lang="zh-CN" altLang="en-US" smtClean="0"/>
              <a:t>章 数据通信与网络基础</a:t>
            </a:r>
          </a:p>
        </p:txBody>
      </p:sp>
      <p:sp>
        <p:nvSpPr>
          <p:cNvPr id="27651" name="内容占位符 2"/>
          <p:cNvSpPr>
            <a:spLocks noGrp="1"/>
          </p:cNvSpPr>
          <p:nvPr>
            <p:ph idx="1"/>
          </p:nvPr>
        </p:nvSpPr>
        <p:spPr>
          <a:xfrm>
            <a:off x="107950" y="981075"/>
            <a:ext cx="8928100" cy="5102225"/>
          </a:xfrm>
        </p:spPr>
        <p:txBody>
          <a:bodyPr/>
          <a:lstStyle/>
          <a:p>
            <a:pPr eaLnBrk="1" hangingPunct="1"/>
            <a:r>
              <a:rPr lang="en-US" altLang="zh-CN" smtClean="0"/>
              <a:t>2.1 </a:t>
            </a:r>
            <a:r>
              <a:rPr lang="zh-CN" altLang="en-US" smtClean="0"/>
              <a:t>基本术语</a:t>
            </a:r>
            <a:endParaRPr lang="en-US" altLang="zh-CN" smtClean="0"/>
          </a:p>
          <a:p>
            <a:pPr eaLnBrk="1" hangingPunct="1"/>
            <a:r>
              <a:rPr lang="en-US" altLang="zh-CN" smtClean="0"/>
              <a:t>2.2 </a:t>
            </a:r>
            <a:r>
              <a:rPr lang="zh-CN" altLang="en-US" smtClean="0"/>
              <a:t>数据编码</a:t>
            </a:r>
            <a:endParaRPr lang="en-US" altLang="zh-CN" smtClean="0"/>
          </a:p>
          <a:p>
            <a:pPr eaLnBrk="1" hangingPunct="1"/>
            <a:r>
              <a:rPr lang="en-US" altLang="zh-CN" smtClean="0"/>
              <a:t>2.3 </a:t>
            </a:r>
            <a:r>
              <a:rPr lang="zh-CN" altLang="en-US" smtClean="0"/>
              <a:t>数据传输方式</a:t>
            </a:r>
            <a:endParaRPr lang="en-US" altLang="zh-CN" smtClean="0"/>
          </a:p>
          <a:p>
            <a:pPr eaLnBrk="1" hangingPunct="1"/>
            <a:r>
              <a:rPr lang="en-US" altLang="zh-CN" smtClean="0"/>
              <a:t>2.4 </a:t>
            </a:r>
            <a:r>
              <a:rPr lang="zh-CN" altLang="en-US" smtClean="0"/>
              <a:t>通信线路工作方式</a:t>
            </a:r>
            <a:endParaRPr lang="en-US" altLang="zh-CN" smtClean="0"/>
          </a:p>
          <a:p>
            <a:pPr eaLnBrk="1" hangingPunct="1"/>
            <a:r>
              <a:rPr lang="en-US" altLang="zh-CN" smtClean="0">
                <a:solidFill>
                  <a:srgbClr val="FF0000"/>
                </a:solidFill>
              </a:rPr>
              <a:t>2.5 </a:t>
            </a:r>
            <a:r>
              <a:rPr lang="zh-CN" altLang="en-US" smtClean="0">
                <a:solidFill>
                  <a:srgbClr val="FF0000"/>
                </a:solidFill>
              </a:rPr>
              <a:t>信号传输模式</a:t>
            </a:r>
            <a:endParaRPr lang="en-US" altLang="zh-CN" smtClean="0">
              <a:solidFill>
                <a:srgbClr val="FF0000"/>
              </a:solidFill>
            </a:endParaRPr>
          </a:p>
        </p:txBody>
      </p:sp>
      <p:sp>
        <p:nvSpPr>
          <p:cNvPr id="3" name="灯片编号占位符 2"/>
          <p:cNvSpPr>
            <a:spLocks noGrp="1"/>
          </p:cNvSpPr>
          <p:nvPr>
            <p:ph type="sldNum" sz="quarter" idx="12"/>
          </p:nvPr>
        </p:nvSpPr>
        <p:spPr/>
        <p:txBody>
          <a:bodyPr/>
          <a:lstStyle/>
          <a:p>
            <a:pPr>
              <a:defRPr/>
            </a:pPr>
            <a:fld id="{9E107CAA-E87B-4AA9-A123-3DA77D6EDB55}" type="slidenum">
              <a:rPr lang="zh-CN" altLang="en-US" smtClean="0"/>
              <a:pPr>
                <a:defRPr/>
              </a:pPr>
              <a:t>19</a:t>
            </a:fld>
            <a:endParaRPr lang="zh-CN" altLang="en-US"/>
          </a:p>
        </p:txBody>
      </p:sp>
    </p:spTree>
  </p:cSld>
  <p:clrMapOvr>
    <a:masterClrMapping/>
  </p:clrMapOvr>
  <p:transition spd="slow">
    <p:push dir="u"/>
  </p:transition>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标题 1"/>
          <p:cNvSpPr>
            <a:spLocks noGrp="1"/>
          </p:cNvSpPr>
          <p:nvPr>
            <p:ph type="title"/>
          </p:nvPr>
        </p:nvSpPr>
        <p:spPr>
          <a:xfrm>
            <a:off x="107950" y="44450"/>
            <a:ext cx="7343775" cy="792163"/>
          </a:xfrm>
        </p:spPr>
        <p:txBody>
          <a:bodyPr/>
          <a:lstStyle/>
          <a:p>
            <a:r>
              <a:rPr lang="en-US" altLang="zh-CN" smtClean="0"/>
              <a:t>2.5 </a:t>
            </a:r>
            <a:r>
              <a:rPr lang="zh-CN" altLang="en-US" smtClean="0"/>
              <a:t>信号传输模式</a:t>
            </a:r>
          </a:p>
        </p:txBody>
      </p:sp>
      <p:sp>
        <p:nvSpPr>
          <p:cNvPr id="3" name="内容占位符 2"/>
          <p:cNvSpPr>
            <a:spLocks noGrp="1"/>
          </p:cNvSpPr>
          <p:nvPr>
            <p:ph idx="1"/>
          </p:nvPr>
        </p:nvSpPr>
        <p:spPr>
          <a:xfrm>
            <a:off x="107950" y="981075"/>
            <a:ext cx="8928100" cy="5102225"/>
          </a:xfrm>
        </p:spPr>
        <p:txBody>
          <a:bodyPr/>
          <a:lstStyle/>
          <a:p>
            <a:pPr>
              <a:defRPr/>
            </a:pPr>
            <a:r>
              <a:rPr lang="zh-CN" altLang="en-US" b="1" dirty="0" smtClean="0">
                <a:solidFill>
                  <a:srgbClr val="C00000"/>
                </a:solidFill>
                <a:latin typeface="楷体_GB2312" pitchFamily="49" charset="-122"/>
              </a:rPr>
              <a:t>基带传输</a:t>
            </a:r>
            <a:endParaRPr lang="en-US" altLang="zh-CN" b="1" dirty="0" smtClean="0">
              <a:solidFill>
                <a:srgbClr val="C00000"/>
              </a:solidFill>
              <a:latin typeface="楷体_GB2312" pitchFamily="49" charset="-122"/>
            </a:endParaRPr>
          </a:p>
          <a:p>
            <a:pPr>
              <a:defRPr/>
            </a:pPr>
            <a:endParaRPr lang="en-US" altLang="zh-CN" b="1" dirty="0" smtClean="0">
              <a:solidFill>
                <a:srgbClr val="C00000"/>
              </a:solidFill>
              <a:latin typeface="楷体_GB2312" pitchFamily="49" charset="-122"/>
            </a:endParaRPr>
          </a:p>
          <a:p>
            <a:pPr>
              <a:defRPr/>
            </a:pPr>
            <a:r>
              <a:rPr lang="zh-CN" altLang="en-US" b="1" dirty="0" smtClean="0">
                <a:solidFill>
                  <a:srgbClr val="C00000"/>
                </a:solidFill>
                <a:latin typeface="楷体_GB2312" pitchFamily="49" charset="-122"/>
              </a:rPr>
              <a:t>载波传输</a:t>
            </a:r>
            <a:endParaRPr lang="en-US" altLang="zh-CN" b="1" dirty="0" smtClean="0">
              <a:solidFill>
                <a:srgbClr val="C00000"/>
              </a:solidFill>
              <a:latin typeface="楷体_GB2312" pitchFamily="49" charset="-122"/>
            </a:endParaRPr>
          </a:p>
          <a:p>
            <a:pPr>
              <a:defRPr/>
            </a:pPr>
            <a:endParaRPr lang="en-US" altLang="zh-CN" b="1" dirty="0" smtClean="0">
              <a:solidFill>
                <a:srgbClr val="C00000"/>
              </a:solidFill>
              <a:latin typeface="楷体_GB2312" pitchFamily="49" charset="-122"/>
            </a:endParaRPr>
          </a:p>
          <a:p>
            <a:pPr>
              <a:defRPr/>
            </a:pPr>
            <a:r>
              <a:rPr lang="zh-CN" altLang="en-US" b="1" dirty="0">
                <a:solidFill>
                  <a:srgbClr val="C00000"/>
                </a:solidFill>
                <a:latin typeface="楷体_GB2312" pitchFamily="49" charset="-122"/>
              </a:rPr>
              <a:t>宽带</a:t>
            </a:r>
            <a:r>
              <a:rPr lang="zh-CN" altLang="en-US" b="1" dirty="0" smtClean="0">
                <a:solidFill>
                  <a:srgbClr val="C00000"/>
                </a:solidFill>
                <a:latin typeface="楷体_GB2312" pitchFamily="49" charset="-122"/>
              </a:rPr>
              <a:t>传输</a:t>
            </a:r>
            <a:endParaRPr lang="en-US" altLang="zh-CN" b="1" dirty="0" smtClean="0">
              <a:solidFill>
                <a:srgbClr val="C00000"/>
              </a:solidFill>
              <a:latin typeface="楷体_GB2312" pitchFamily="49" charset="-122"/>
            </a:endParaRPr>
          </a:p>
          <a:p>
            <a:pPr marL="0" indent="0">
              <a:buNone/>
              <a:defRPr/>
            </a:pPr>
            <a:endParaRPr lang="en-US" altLang="zh-CN" b="1" dirty="0" smtClean="0">
              <a:solidFill>
                <a:srgbClr val="C00000"/>
              </a:solidFill>
              <a:latin typeface="楷体_GB2312" pitchFamily="49" charset="-122"/>
            </a:endParaRPr>
          </a:p>
        </p:txBody>
      </p:sp>
      <p:sp>
        <p:nvSpPr>
          <p:cNvPr id="4" name="灯片编号占位符 3"/>
          <p:cNvSpPr>
            <a:spLocks noGrp="1"/>
          </p:cNvSpPr>
          <p:nvPr>
            <p:ph type="sldNum" sz="quarter" idx="12"/>
          </p:nvPr>
        </p:nvSpPr>
        <p:spPr/>
        <p:txBody>
          <a:bodyPr/>
          <a:lstStyle/>
          <a:p>
            <a:pPr>
              <a:defRPr/>
            </a:pPr>
            <a:fld id="{CCE9792A-B40C-4556-969A-06369AA3532D}" type="slidenum">
              <a:rPr lang="zh-CN" altLang="en-US" smtClean="0"/>
              <a:pPr>
                <a:defRPr/>
              </a:pPr>
              <a:t>20</a:t>
            </a:fld>
            <a:endParaRPr lang="zh-CN" altLang="en-US"/>
          </a:p>
        </p:txBody>
      </p:sp>
    </p:spTree>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 calcmode="lin" valueType="num">
                                      <p:cBhvr additive="base">
                                        <p:cTn id="13"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anim calcmode="lin" valueType="num">
                                      <p:cBhvr additive="base">
                                        <p:cTn id="19"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标题 1"/>
          <p:cNvSpPr>
            <a:spLocks noGrp="1"/>
          </p:cNvSpPr>
          <p:nvPr>
            <p:ph type="title"/>
          </p:nvPr>
        </p:nvSpPr>
        <p:spPr>
          <a:xfrm>
            <a:off x="107950" y="44450"/>
            <a:ext cx="7343775" cy="792163"/>
          </a:xfrm>
        </p:spPr>
        <p:txBody>
          <a:bodyPr/>
          <a:lstStyle/>
          <a:p>
            <a:pPr eaLnBrk="1" hangingPunct="1"/>
            <a:r>
              <a:rPr lang="zh-CN" altLang="en-US" smtClean="0"/>
              <a:t>第</a:t>
            </a:r>
            <a:r>
              <a:rPr lang="en-US" altLang="zh-CN" smtClean="0"/>
              <a:t>2</a:t>
            </a:r>
            <a:r>
              <a:rPr lang="zh-CN" altLang="en-US" smtClean="0"/>
              <a:t>章 数据通信与网络基础</a:t>
            </a:r>
          </a:p>
        </p:txBody>
      </p:sp>
      <p:sp>
        <p:nvSpPr>
          <p:cNvPr id="31747" name="内容占位符 2"/>
          <p:cNvSpPr>
            <a:spLocks noGrp="1"/>
          </p:cNvSpPr>
          <p:nvPr>
            <p:ph idx="1"/>
          </p:nvPr>
        </p:nvSpPr>
        <p:spPr>
          <a:xfrm>
            <a:off x="107950" y="981075"/>
            <a:ext cx="8928100" cy="5102225"/>
          </a:xfrm>
        </p:spPr>
        <p:txBody>
          <a:bodyPr/>
          <a:lstStyle/>
          <a:p>
            <a:pPr eaLnBrk="1" hangingPunct="1"/>
            <a:r>
              <a:rPr lang="en-US" altLang="zh-CN" smtClean="0"/>
              <a:t>2.1 </a:t>
            </a:r>
            <a:r>
              <a:rPr lang="zh-CN" altLang="en-US" smtClean="0"/>
              <a:t>基本术语</a:t>
            </a:r>
            <a:endParaRPr lang="en-US" altLang="zh-CN" smtClean="0"/>
          </a:p>
          <a:p>
            <a:pPr eaLnBrk="1" hangingPunct="1"/>
            <a:r>
              <a:rPr lang="en-US" altLang="zh-CN" smtClean="0"/>
              <a:t>2.2 </a:t>
            </a:r>
            <a:r>
              <a:rPr lang="zh-CN" altLang="en-US" smtClean="0"/>
              <a:t>数据编码</a:t>
            </a:r>
            <a:endParaRPr lang="en-US" altLang="zh-CN" smtClean="0"/>
          </a:p>
          <a:p>
            <a:pPr eaLnBrk="1" hangingPunct="1"/>
            <a:r>
              <a:rPr lang="en-US" altLang="zh-CN" smtClean="0"/>
              <a:t>2.3 </a:t>
            </a:r>
            <a:r>
              <a:rPr lang="zh-CN" altLang="en-US" smtClean="0"/>
              <a:t>数据传输方式</a:t>
            </a:r>
            <a:endParaRPr lang="en-US" altLang="zh-CN" smtClean="0"/>
          </a:p>
          <a:p>
            <a:pPr eaLnBrk="1" hangingPunct="1"/>
            <a:r>
              <a:rPr lang="en-US" altLang="zh-CN" smtClean="0"/>
              <a:t>2.4 </a:t>
            </a:r>
            <a:r>
              <a:rPr lang="zh-CN" altLang="en-US" smtClean="0"/>
              <a:t>通信线路工作方式</a:t>
            </a:r>
            <a:endParaRPr lang="en-US" altLang="zh-CN" smtClean="0"/>
          </a:p>
          <a:p>
            <a:pPr eaLnBrk="1" hangingPunct="1"/>
            <a:r>
              <a:rPr lang="en-US" altLang="zh-CN" smtClean="0"/>
              <a:t>2.5 </a:t>
            </a:r>
            <a:r>
              <a:rPr lang="zh-CN" altLang="en-US" smtClean="0"/>
              <a:t>信号传输模式</a:t>
            </a:r>
            <a:endParaRPr lang="en-US" altLang="zh-CN" smtClean="0"/>
          </a:p>
          <a:p>
            <a:pPr eaLnBrk="1" hangingPunct="1"/>
            <a:r>
              <a:rPr lang="en-US" altLang="zh-CN" smtClean="0">
                <a:solidFill>
                  <a:srgbClr val="FF0000"/>
                </a:solidFill>
              </a:rPr>
              <a:t>2.6</a:t>
            </a:r>
            <a:r>
              <a:rPr lang="zh-CN" altLang="en-US" smtClean="0">
                <a:solidFill>
                  <a:srgbClr val="FF0000"/>
                </a:solidFill>
              </a:rPr>
              <a:t> 差错检测及校正</a:t>
            </a:r>
            <a:endParaRPr lang="en-US" altLang="zh-CN" smtClean="0">
              <a:solidFill>
                <a:srgbClr val="FF0000"/>
              </a:solidFill>
            </a:endParaRPr>
          </a:p>
        </p:txBody>
      </p:sp>
      <p:sp>
        <p:nvSpPr>
          <p:cNvPr id="3" name="灯片编号占位符 2"/>
          <p:cNvSpPr>
            <a:spLocks noGrp="1"/>
          </p:cNvSpPr>
          <p:nvPr>
            <p:ph type="sldNum" sz="quarter" idx="12"/>
          </p:nvPr>
        </p:nvSpPr>
        <p:spPr/>
        <p:txBody>
          <a:bodyPr/>
          <a:lstStyle/>
          <a:p>
            <a:pPr>
              <a:defRPr/>
            </a:pPr>
            <a:fld id="{4C316B6D-6DC8-48BF-9ADB-C575FF668568}" type="slidenum">
              <a:rPr lang="zh-CN" altLang="en-US" smtClean="0"/>
              <a:pPr>
                <a:defRPr/>
              </a:pPr>
              <a:t>21</a:t>
            </a:fld>
            <a:endParaRPr lang="zh-CN" altLang="en-US"/>
          </a:p>
        </p:txBody>
      </p:sp>
    </p:spTree>
  </p:cSld>
  <p:clrMapOvr>
    <a:masterClrMapping/>
  </p:clrMapOvr>
  <p:transition spd="slow">
    <p:push dir="u"/>
  </p:transition>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标题 1"/>
          <p:cNvSpPr>
            <a:spLocks noGrp="1"/>
          </p:cNvSpPr>
          <p:nvPr>
            <p:ph type="title"/>
          </p:nvPr>
        </p:nvSpPr>
        <p:spPr>
          <a:xfrm>
            <a:off x="107950" y="44450"/>
            <a:ext cx="7343775" cy="792163"/>
          </a:xfrm>
        </p:spPr>
        <p:txBody>
          <a:bodyPr/>
          <a:lstStyle/>
          <a:p>
            <a:r>
              <a:rPr lang="en-US" altLang="zh-CN" smtClean="0"/>
              <a:t>2.6 </a:t>
            </a:r>
            <a:r>
              <a:rPr lang="zh-CN" altLang="en-US" smtClean="0"/>
              <a:t>差错检测及校正</a:t>
            </a:r>
          </a:p>
        </p:txBody>
      </p:sp>
      <p:sp>
        <p:nvSpPr>
          <p:cNvPr id="3" name="内容占位符 2"/>
          <p:cNvSpPr>
            <a:spLocks noGrp="1"/>
          </p:cNvSpPr>
          <p:nvPr>
            <p:ph idx="1"/>
          </p:nvPr>
        </p:nvSpPr>
        <p:spPr>
          <a:xfrm>
            <a:off x="107950" y="981075"/>
            <a:ext cx="8928100" cy="5102225"/>
          </a:xfrm>
        </p:spPr>
        <p:txBody>
          <a:bodyPr/>
          <a:lstStyle/>
          <a:p>
            <a:pPr marL="0" indent="0" algn="just">
              <a:buFont typeface="Wingdings" pitchFamily="2" charset="2"/>
              <a:buNone/>
              <a:defRPr/>
            </a:pPr>
            <a:r>
              <a:rPr lang="zh-CN" altLang="en-US" sz="2400" dirty="0" smtClean="0">
                <a:solidFill>
                  <a:srgbClr val="7030A0"/>
                </a:solidFill>
              </a:rPr>
              <a:t>（</a:t>
            </a:r>
            <a:r>
              <a:rPr lang="zh-CN" altLang="en-US" sz="2400" dirty="0" smtClean="0">
                <a:solidFill>
                  <a:srgbClr val="00B0F0"/>
                </a:solidFill>
              </a:rPr>
              <a:t>目前还不可能做到检测和校正所有的错误</a:t>
            </a:r>
            <a:r>
              <a:rPr lang="zh-CN" altLang="en-US" sz="2400" dirty="0" smtClean="0">
                <a:solidFill>
                  <a:srgbClr val="7030A0"/>
                </a:solidFill>
              </a:rPr>
              <a:t>）</a:t>
            </a:r>
            <a:endParaRPr lang="en-US" altLang="zh-CN" sz="2400" dirty="0" smtClean="0">
              <a:solidFill>
                <a:srgbClr val="7030A0"/>
              </a:solidFill>
            </a:endParaRPr>
          </a:p>
          <a:p>
            <a:pPr algn="just">
              <a:defRPr/>
            </a:pPr>
            <a:r>
              <a:rPr lang="zh-CN" altLang="en-US" dirty="0">
                <a:solidFill>
                  <a:srgbClr val="FF0000"/>
                </a:solidFill>
              </a:rPr>
              <a:t>传输差错的</a:t>
            </a:r>
            <a:r>
              <a:rPr lang="zh-CN" altLang="en-US" dirty="0" smtClean="0">
                <a:solidFill>
                  <a:srgbClr val="FF0000"/>
                </a:solidFill>
              </a:rPr>
              <a:t>类型</a:t>
            </a:r>
            <a:endParaRPr lang="en-US" altLang="zh-CN" dirty="0" smtClean="0">
              <a:solidFill>
                <a:srgbClr val="FF0000"/>
              </a:solidFill>
            </a:endParaRPr>
          </a:p>
          <a:p>
            <a:pPr lvl="1" algn="just"/>
            <a:r>
              <a:rPr lang="zh-CN" altLang="en-US" b="1" dirty="0">
                <a:solidFill>
                  <a:srgbClr val="C00000"/>
                </a:solidFill>
              </a:rPr>
              <a:t>单比特错</a:t>
            </a:r>
            <a:r>
              <a:rPr lang="zh-CN" altLang="en-US" b="1" dirty="0" smtClean="0">
                <a:solidFill>
                  <a:srgbClr val="C00000"/>
                </a:solidFill>
              </a:rPr>
              <a:t>误</a:t>
            </a:r>
            <a:endParaRPr lang="en-US" altLang="zh-CN" b="1" dirty="0" smtClean="0">
              <a:solidFill>
                <a:srgbClr val="C00000"/>
              </a:solidFill>
            </a:endParaRPr>
          </a:p>
          <a:p>
            <a:pPr lvl="1" algn="just"/>
            <a:endParaRPr lang="en-US" altLang="zh-CN" b="1" dirty="0" smtClean="0">
              <a:solidFill>
                <a:srgbClr val="C00000"/>
              </a:solidFill>
            </a:endParaRPr>
          </a:p>
          <a:p>
            <a:pPr lvl="1" algn="just"/>
            <a:r>
              <a:rPr lang="zh-CN" altLang="en-US" b="1" dirty="0" smtClean="0">
                <a:solidFill>
                  <a:srgbClr val="C00000"/>
                </a:solidFill>
              </a:rPr>
              <a:t>多</a:t>
            </a:r>
            <a:r>
              <a:rPr lang="zh-CN" altLang="en-US" b="1" dirty="0">
                <a:solidFill>
                  <a:srgbClr val="C00000"/>
                </a:solidFill>
              </a:rPr>
              <a:t>比特错</a:t>
            </a:r>
            <a:r>
              <a:rPr lang="zh-CN" altLang="en-US" b="1" dirty="0" smtClean="0">
                <a:solidFill>
                  <a:srgbClr val="C00000"/>
                </a:solidFill>
              </a:rPr>
              <a:t>误</a:t>
            </a:r>
            <a:endParaRPr lang="en-US" altLang="zh-CN" b="1" dirty="0" smtClean="0">
              <a:solidFill>
                <a:srgbClr val="C00000"/>
              </a:solidFill>
            </a:endParaRPr>
          </a:p>
          <a:p>
            <a:pPr lvl="1" algn="just"/>
            <a:endParaRPr lang="en-US" altLang="zh-CN" b="1" dirty="0" smtClean="0">
              <a:solidFill>
                <a:srgbClr val="C00000"/>
              </a:solidFill>
            </a:endParaRPr>
          </a:p>
          <a:p>
            <a:pPr lvl="1" algn="just"/>
            <a:r>
              <a:rPr lang="zh-CN" altLang="en-US" b="1" dirty="0" smtClean="0">
                <a:solidFill>
                  <a:srgbClr val="C00000"/>
                </a:solidFill>
              </a:rPr>
              <a:t>突</a:t>
            </a:r>
            <a:r>
              <a:rPr lang="zh-CN" altLang="en-US" b="1" dirty="0">
                <a:solidFill>
                  <a:srgbClr val="C00000"/>
                </a:solidFill>
              </a:rPr>
              <a:t>发错</a:t>
            </a:r>
            <a:r>
              <a:rPr lang="zh-CN" altLang="en-US" b="1" dirty="0" smtClean="0">
                <a:solidFill>
                  <a:srgbClr val="C00000"/>
                </a:solidFill>
              </a:rPr>
              <a:t>误</a:t>
            </a:r>
            <a:endParaRPr lang="en-US" altLang="zh-CN" b="1" dirty="0" smtClean="0">
              <a:solidFill>
                <a:srgbClr val="C00000"/>
              </a:solidFill>
            </a:endParaRPr>
          </a:p>
          <a:p>
            <a:pPr lvl="1" algn="just"/>
            <a:endParaRPr lang="zh-CN" altLang="en-US" dirty="0"/>
          </a:p>
          <a:p>
            <a:pPr algn="just">
              <a:defRPr/>
            </a:pPr>
            <a:endParaRPr lang="en-US" altLang="zh-CN" dirty="0" smtClean="0">
              <a:solidFill>
                <a:srgbClr val="FF0000"/>
              </a:solidFill>
            </a:endParaRPr>
          </a:p>
        </p:txBody>
      </p:sp>
      <p:sp>
        <p:nvSpPr>
          <p:cNvPr id="4" name="灯片编号占位符 3"/>
          <p:cNvSpPr>
            <a:spLocks noGrp="1"/>
          </p:cNvSpPr>
          <p:nvPr>
            <p:ph type="sldNum" sz="quarter" idx="12"/>
          </p:nvPr>
        </p:nvSpPr>
        <p:spPr/>
        <p:txBody>
          <a:bodyPr/>
          <a:lstStyle/>
          <a:p>
            <a:pPr>
              <a:defRPr/>
            </a:pPr>
            <a:fld id="{F71665FE-B350-4899-A0E2-8026CC070D5A}" type="slidenum">
              <a:rPr lang="zh-CN" altLang="en-US" smtClean="0"/>
              <a:pPr>
                <a:defRPr/>
              </a:pPr>
              <a:t>22</a:t>
            </a:fld>
            <a:endParaRPr lang="zh-CN" altLang="en-US"/>
          </a:p>
        </p:txBody>
      </p:sp>
    </p:spTree>
  </p:cSld>
  <p:clrMapOvr>
    <a:masterClrMapping/>
  </p:clrMapOvr>
  <p:transition spd="slow">
    <p:push dir="u"/>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nodeType="clickPar">
                      <p:stCondLst>
                        <p:cond delay="indefinite"/>
                      </p:stCondLst>
                      <p:childTnLst>
                        <p:par>
                          <p:cTn id="11" fill="hold" nodeType="withGroup">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3">
                                            <p:txEl>
                                              <p:pRg st="1" end="1"/>
                                            </p:txEl>
                                          </p:spTgt>
                                        </p:tgtEl>
                                        <p:attrNameLst>
                                          <p:attrName>style.visibility</p:attrName>
                                        </p:attrNameLst>
                                      </p:cBhvr>
                                      <p:to>
                                        <p:strVal val="visible"/>
                                      </p:to>
                                    </p:set>
                                    <p:animEffect transition="in" filter="fade">
                                      <p:cBhvr>
                                        <p:cTn id="14" dur="1000"/>
                                        <p:tgtEl>
                                          <p:spTgt spid="3">
                                            <p:txEl>
                                              <p:pRg st="1" end="1"/>
                                            </p:txEl>
                                          </p:spTgt>
                                        </p:tgtEl>
                                      </p:cBhvr>
                                    </p:animEffect>
                                    <p:anim calcmode="lin" valueType="num">
                                      <p:cBhvr>
                                        <p:cTn id="15"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16" dur="1000" fill="hold"/>
                                        <p:tgtEl>
                                          <p:spTgt spid="3">
                                            <p:txEl>
                                              <p:pRg st="1" end="1"/>
                                            </p:txEl>
                                          </p:spTgt>
                                        </p:tgtEl>
                                        <p:attrNameLst>
                                          <p:attrName>ppt_y</p:attrName>
                                        </p:attrNameLst>
                                      </p:cBhvr>
                                      <p:tavLst>
                                        <p:tav tm="0">
                                          <p:val>
                                            <p:strVal val="#ppt_y+.1"/>
                                          </p:val>
                                        </p:tav>
                                        <p:tav tm="100000">
                                          <p:val>
                                            <p:strVal val="#ppt_y"/>
                                          </p:val>
                                        </p:tav>
                                      </p:tavLst>
                                    </p:anim>
                                  </p:childTnLst>
                                </p:cTn>
                              </p:par>
                              <p:par>
                                <p:cTn id="17" presetID="42" presetClass="entr" presetSubtype="0" fill="hold" grpId="0" nodeType="with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fade">
                                      <p:cBhvr>
                                        <p:cTn id="19" dur="1000"/>
                                        <p:tgtEl>
                                          <p:spTgt spid="3">
                                            <p:txEl>
                                              <p:pRg st="2" end="2"/>
                                            </p:txEl>
                                          </p:spTgt>
                                        </p:tgtEl>
                                      </p:cBhvr>
                                    </p:animEffect>
                                    <p:anim calcmode="lin" valueType="num">
                                      <p:cBhvr>
                                        <p:cTn id="20"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21" dur="1000" fill="hold"/>
                                        <p:tgtEl>
                                          <p:spTgt spid="3">
                                            <p:txEl>
                                              <p:pRg st="2" end="2"/>
                                            </p:txEl>
                                          </p:spTgt>
                                        </p:tgtEl>
                                        <p:attrNameLst>
                                          <p:attrName>ppt_y</p:attrName>
                                        </p:attrNameLst>
                                      </p:cBhvr>
                                      <p:tavLst>
                                        <p:tav tm="0">
                                          <p:val>
                                            <p:strVal val="#ppt_y+.1"/>
                                          </p:val>
                                        </p:tav>
                                        <p:tav tm="100000">
                                          <p:val>
                                            <p:strVal val="#ppt_y"/>
                                          </p:val>
                                        </p:tav>
                                      </p:tavLst>
                                    </p:anim>
                                  </p:childTnLst>
                                </p:cTn>
                              </p:par>
                              <p:par>
                                <p:cTn id="22" presetID="42" presetClass="entr" presetSubtype="0" fill="hold" grpId="0" nodeType="withEffect">
                                  <p:stCondLst>
                                    <p:cond delay="0"/>
                                  </p:stCondLst>
                                  <p:childTnLst>
                                    <p:set>
                                      <p:cBhvr>
                                        <p:cTn id="23" dur="1" fill="hold">
                                          <p:stCondLst>
                                            <p:cond delay="0"/>
                                          </p:stCondLst>
                                        </p:cTn>
                                        <p:tgtEl>
                                          <p:spTgt spid="3">
                                            <p:txEl>
                                              <p:pRg st="4" end="4"/>
                                            </p:txEl>
                                          </p:spTgt>
                                        </p:tgtEl>
                                        <p:attrNameLst>
                                          <p:attrName>style.visibility</p:attrName>
                                        </p:attrNameLst>
                                      </p:cBhvr>
                                      <p:to>
                                        <p:strVal val="visible"/>
                                      </p:to>
                                    </p:set>
                                    <p:animEffect transition="in" filter="fade">
                                      <p:cBhvr>
                                        <p:cTn id="24" dur="1000"/>
                                        <p:tgtEl>
                                          <p:spTgt spid="3">
                                            <p:txEl>
                                              <p:pRg st="4" end="4"/>
                                            </p:txEl>
                                          </p:spTgt>
                                        </p:tgtEl>
                                      </p:cBhvr>
                                    </p:animEffect>
                                    <p:anim calcmode="lin" valueType="num">
                                      <p:cBhvr>
                                        <p:cTn id="25"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26" dur="1000" fill="hold"/>
                                        <p:tgtEl>
                                          <p:spTgt spid="3">
                                            <p:txEl>
                                              <p:pRg st="4" end="4"/>
                                            </p:txEl>
                                          </p:spTgt>
                                        </p:tgtEl>
                                        <p:attrNameLst>
                                          <p:attrName>ppt_y</p:attrName>
                                        </p:attrNameLst>
                                      </p:cBhvr>
                                      <p:tavLst>
                                        <p:tav tm="0">
                                          <p:val>
                                            <p:strVal val="#ppt_y+.1"/>
                                          </p:val>
                                        </p:tav>
                                        <p:tav tm="100000">
                                          <p:val>
                                            <p:strVal val="#ppt_y"/>
                                          </p:val>
                                        </p:tav>
                                      </p:tavLst>
                                    </p:anim>
                                  </p:childTnLst>
                                </p:cTn>
                              </p:par>
                              <p:par>
                                <p:cTn id="27" presetID="42" presetClass="entr" presetSubtype="0" fill="hold" grpId="0" nodeType="withEffect">
                                  <p:stCondLst>
                                    <p:cond delay="0"/>
                                  </p:stCondLst>
                                  <p:childTnLst>
                                    <p:set>
                                      <p:cBhvr>
                                        <p:cTn id="28" dur="1" fill="hold">
                                          <p:stCondLst>
                                            <p:cond delay="0"/>
                                          </p:stCondLst>
                                        </p:cTn>
                                        <p:tgtEl>
                                          <p:spTgt spid="3">
                                            <p:txEl>
                                              <p:pRg st="6" end="6"/>
                                            </p:txEl>
                                          </p:spTgt>
                                        </p:tgtEl>
                                        <p:attrNameLst>
                                          <p:attrName>style.visibility</p:attrName>
                                        </p:attrNameLst>
                                      </p:cBhvr>
                                      <p:to>
                                        <p:strVal val="visible"/>
                                      </p:to>
                                    </p:set>
                                    <p:animEffect transition="in" filter="fade">
                                      <p:cBhvr>
                                        <p:cTn id="29" dur="1000"/>
                                        <p:tgtEl>
                                          <p:spTgt spid="3">
                                            <p:txEl>
                                              <p:pRg st="6" end="6"/>
                                            </p:txEl>
                                          </p:spTgt>
                                        </p:tgtEl>
                                      </p:cBhvr>
                                    </p:animEffect>
                                    <p:anim calcmode="lin" valueType="num">
                                      <p:cBhvr>
                                        <p:cTn id="30" dur="1000" fill="hold"/>
                                        <p:tgtEl>
                                          <p:spTgt spid="3">
                                            <p:txEl>
                                              <p:pRg st="6" end="6"/>
                                            </p:txEl>
                                          </p:spTgt>
                                        </p:tgtEl>
                                        <p:attrNameLst>
                                          <p:attrName>ppt_x</p:attrName>
                                        </p:attrNameLst>
                                      </p:cBhvr>
                                      <p:tavLst>
                                        <p:tav tm="0">
                                          <p:val>
                                            <p:strVal val="#ppt_x"/>
                                          </p:val>
                                        </p:tav>
                                        <p:tav tm="100000">
                                          <p:val>
                                            <p:strVal val="#ppt_x"/>
                                          </p:val>
                                        </p:tav>
                                      </p:tavLst>
                                    </p:anim>
                                    <p:anim calcmode="lin" valueType="num">
                                      <p:cBhvr>
                                        <p:cTn id="31" dur="1000" fill="hold"/>
                                        <p:tgtEl>
                                          <p:spTgt spid="3">
                                            <p:txEl>
                                              <p:pRg st="6" end="6"/>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标题 1"/>
          <p:cNvSpPr>
            <a:spLocks noGrp="1"/>
          </p:cNvSpPr>
          <p:nvPr>
            <p:ph type="title"/>
          </p:nvPr>
        </p:nvSpPr>
        <p:spPr>
          <a:xfrm>
            <a:off x="107950" y="44450"/>
            <a:ext cx="7343775" cy="792163"/>
          </a:xfrm>
        </p:spPr>
        <p:txBody>
          <a:bodyPr/>
          <a:lstStyle/>
          <a:p>
            <a:r>
              <a:rPr lang="en-US" altLang="zh-CN" smtClean="0"/>
              <a:t>2.6 </a:t>
            </a:r>
            <a:r>
              <a:rPr lang="zh-CN" altLang="en-US" smtClean="0"/>
              <a:t>差错检测及校正</a:t>
            </a:r>
          </a:p>
        </p:txBody>
      </p:sp>
      <p:sp>
        <p:nvSpPr>
          <p:cNvPr id="3" name="内容占位符 2"/>
          <p:cNvSpPr>
            <a:spLocks noGrp="1"/>
          </p:cNvSpPr>
          <p:nvPr>
            <p:ph idx="1"/>
          </p:nvPr>
        </p:nvSpPr>
        <p:spPr>
          <a:xfrm>
            <a:off x="107950" y="981075"/>
            <a:ext cx="8928100" cy="5102225"/>
          </a:xfrm>
        </p:spPr>
        <p:txBody>
          <a:bodyPr/>
          <a:lstStyle/>
          <a:p>
            <a:pPr>
              <a:defRPr/>
            </a:pPr>
            <a:r>
              <a:rPr lang="zh-CN" altLang="en-US" dirty="0"/>
              <a:t>传输差错的</a:t>
            </a:r>
            <a:r>
              <a:rPr lang="zh-CN" altLang="en-US" dirty="0" smtClean="0">
                <a:solidFill>
                  <a:srgbClr val="FF0000"/>
                </a:solidFill>
              </a:rPr>
              <a:t>检测</a:t>
            </a:r>
            <a:r>
              <a:rPr lang="zh-CN" altLang="en-US" dirty="0">
                <a:solidFill>
                  <a:srgbClr val="FF0000"/>
                </a:solidFill>
              </a:rPr>
              <a:t>原</a:t>
            </a:r>
            <a:r>
              <a:rPr lang="zh-CN" altLang="en-US" dirty="0" smtClean="0">
                <a:solidFill>
                  <a:srgbClr val="FF0000"/>
                </a:solidFill>
              </a:rPr>
              <a:t>理</a:t>
            </a:r>
            <a:endParaRPr lang="en-US" altLang="zh-CN" dirty="0" smtClean="0">
              <a:solidFill>
                <a:srgbClr val="FF0000"/>
              </a:solidFill>
            </a:endParaRPr>
          </a:p>
          <a:p>
            <a:pPr>
              <a:defRPr/>
            </a:pPr>
            <a:r>
              <a:rPr lang="zh-CN" altLang="en-US" dirty="0"/>
              <a:t>差错检测中常用的</a:t>
            </a:r>
            <a:r>
              <a:rPr lang="zh-CN" altLang="en-US" dirty="0">
                <a:solidFill>
                  <a:srgbClr val="FF0000"/>
                </a:solidFill>
              </a:rPr>
              <a:t>冗余校验方法</a:t>
            </a:r>
            <a:r>
              <a:rPr lang="zh-CN" altLang="en-US" dirty="0"/>
              <a:t>：</a:t>
            </a:r>
            <a:endParaRPr lang="en-US" altLang="zh-CN" dirty="0"/>
          </a:p>
          <a:p>
            <a:pPr lvl="1">
              <a:lnSpc>
                <a:spcPct val="135000"/>
              </a:lnSpc>
              <a:defRPr/>
            </a:pPr>
            <a:r>
              <a:rPr lang="zh-CN" altLang="en-US" dirty="0">
                <a:solidFill>
                  <a:srgbClr val="C00000"/>
                </a:solidFill>
                <a:latin typeface="楷体_GB2312" pitchFamily="49" charset="-122"/>
              </a:rPr>
              <a:t>奇偶校验 </a:t>
            </a:r>
          </a:p>
          <a:p>
            <a:pPr lvl="1">
              <a:lnSpc>
                <a:spcPct val="135000"/>
              </a:lnSpc>
              <a:defRPr/>
            </a:pPr>
            <a:r>
              <a:rPr lang="zh-CN" altLang="en-US" dirty="0">
                <a:solidFill>
                  <a:srgbClr val="C00000"/>
                </a:solidFill>
                <a:latin typeface="楷体_GB2312" pitchFamily="49" charset="-122"/>
              </a:rPr>
              <a:t>求和校验</a:t>
            </a:r>
          </a:p>
          <a:p>
            <a:pPr lvl="1">
              <a:lnSpc>
                <a:spcPct val="135000"/>
              </a:lnSpc>
              <a:defRPr/>
            </a:pPr>
            <a:r>
              <a:rPr lang="zh-CN" altLang="en-US" dirty="0">
                <a:solidFill>
                  <a:srgbClr val="C00000"/>
                </a:solidFill>
                <a:latin typeface="楷体_GB2312" pitchFamily="49" charset="-122"/>
              </a:rPr>
              <a:t>纵向冗余校验</a:t>
            </a:r>
          </a:p>
          <a:p>
            <a:pPr lvl="1">
              <a:lnSpc>
                <a:spcPct val="135000"/>
              </a:lnSpc>
              <a:defRPr/>
            </a:pPr>
            <a:r>
              <a:rPr lang="zh-CN" altLang="en-US" dirty="0">
                <a:solidFill>
                  <a:srgbClr val="C00000"/>
                </a:solidFill>
                <a:latin typeface="楷体_GB2312" pitchFamily="49" charset="-122"/>
              </a:rPr>
              <a:t>循环冗余校验</a:t>
            </a:r>
          </a:p>
          <a:p>
            <a:pPr marL="0" indent="0">
              <a:buNone/>
              <a:defRPr/>
            </a:pPr>
            <a:endParaRPr lang="en-US" altLang="zh-CN" dirty="0" smtClean="0">
              <a:solidFill>
                <a:srgbClr val="FF0000"/>
              </a:solidFill>
            </a:endParaRPr>
          </a:p>
        </p:txBody>
      </p:sp>
      <p:sp>
        <p:nvSpPr>
          <p:cNvPr id="4" name="灯片编号占位符 3"/>
          <p:cNvSpPr>
            <a:spLocks noGrp="1"/>
          </p:cNvSpPr>
          <p:nvPr>
            <p:ph type="sldNum" sz="quarter" idx="12"/>
          </p:nvPr>
        </p:nvSpPr>
        <p:spPr/>
        <p:txBody>
          <a:bodyPr/>
          <a:lstStyle/>
          <a:p>
            <a:pPr>
              <a:defRPr/>
            </a:pPr>
            <a:fld id="{DC0BC5DB-16A8-4591-B6E9-F9C93D223CDC}" type="slidenum">
              <a:rPr lang="zh-CN" altLang="en-US" smtClean="0"/>
              <a:pPr>
                <a:defRPr/>
              </a:pPr>
              <a:t>23</a:t>
            </a:fld>
            <a:endParaRPr lang="zh-CN" altLang="en-US"/>
          </a:p>
        </p:txBody>
      </p:sp>
    </p:spTree>
  </p:cSld>
  <p:clrMapOvr>
    <a:masterClrMapping/>
  </p:clrMapOvr>
  <p:transition spd="slow">
    <p:push dir="u"/>
  </p:transition>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6" name="标题 1"/>
          <p:cNvSpPr>
            <a:spLocks noGrp="1"/>
          </p:cNvSpPr>
          <p:nvPr>
            <p:ph type="title"/>
          </p:nvPr>
        </p:nvSpPr>
        <p:spPr>
          <a:xfrm>
            <a:off x="107950" y="44450"/>
            <a:ext cx="7343775" cy="792163"/>
          </a:xfrm>
        </p:spPr>
        <p:txBody>
          <a:bodyPr/>
          <a:lstStyle/>
          <a:p>
            <a:r>
              <a:rPr lang="en-US" altLang="zh-CN" smtClean="0"/>
              <a:t>2.6 </a:t>
            </a:r>
            <a:r>
              <a:rPr lang="zh-CN" altLang="en-US" smtClean="0"/>
              <a:t>差错检测及校正</a:t>
            </a:r>
          </a:p>
        </p:txBody>
      </p:sp>
      <p:sp>
        <p:nvSpPr>
          <p:cNvPr id="3" name="内容占位符 2"/>
          <p:cNvSpPr>
            <a:spLocks noGrp="1"/>
          </p:cNvSpPr>
          <p:nvPr>
            <p:ph idx="1"/>
          </p:nvPr>
        </p:nvSpPr>
        <p:spPr>
          <a:xfrm>
            <a:off x="107950" y="981075"/>
            <a:ext cx="8928100" cy="5102225"/>
          </a:xfrm>
        </p:spPr>
        <p:txBody>
          <a:bodyPr/>
          <a:lstStyle/>
          <a:p>
            <a:pPr>
              <a:buFont typeface="Wingdings" pitchFamily="2" charset="2"/>
              <a:buChar char="ü"/>
              <a:defRPr/>
            </a:pPr>
            <a:r>
              <a:rPr lang="zh-CN" altLang="en-US" sz="2800" b="1" dirty="0">
                <a:solidFill>
                  <a:srgbClr val="C00000"/>
                </a:solidFill>
              </a:rPr>
              <a:t>奇偶校验：</a:t>
            </a:r>
            <a:r>
              <a:rPr lang="zh-CN" altLang="en-US" sz="2800" dirty="0"/>
              <a:t>一个单一的</a:t>
            </a:r>
            <a:r>
              <a:rPr lang="zh-CN" altLang="en-US" sz="2800" dirty="0" smtClean="0"/>
              <a:t>校验位（奇偶校验位）被</a:t>
            </a:r>
            <a:r>
              <a:rPr lang="zh-CN" altLang="en-US" sz="2800" dirty="0"/>
              <a:t>加在每个单位数据域上，使得包括该校验位在内</a:t>
            </a:r>
            <a:r>
              <a:rPr lang="zh-CN" altLang="en-US" sz="2800" dirty="0" smtClean="0"/>
              <a:t>的单</a:t>
            </a:r>
            <a:r>
              <a:rPr lang="zh-CN" altLang="en-US" sz="2800" dirty="0"/>
              <a:t>位数据域</a:t>
            </a:r>
            <a:r>
              <a:rPr lang="zh-CN" altLang="en-US" sz="2800" dirty="0" smtClean="0"/>
              <a:t>内，</a:t>
            </a:r>
            <a:r>
              <a:rPr lang="en-US" altLang="zh-CN" sz="2800" dirty="0" smtClean="0"/>
              <a:t>1</a:t>
            </a:r>
            <a:r>
              <a:rPr lang="zh-CN" altLang="en-US" sz="2800" dirty="0"/>
              <a:t>的个数是</a:t>
            </a:r>
            <a:r>
              <a:rPr lang="zh-CN" altLang="en-US" sz="2800" dirty="0" smtClean="0"/>
              <a:t>偶数（偶校验）或奇数（奇校验），</a:t>
            </a:r>
            <a:r>
              <a:rPr lang="zh-CN" altLang="en-US" sz="2800" dirty="0"/>
              <a:t>在接收端采用同一校验方式检查收到的数据和校验位，并判断该传输过程是否出错。</a:t>
            </a:r>
          </a:p>
          <a:p>
            <a:pPr marL="0" indent="0">
              <a:buFont typeface="Wingdings" pitchFamily="2" charset="2"/>
              <a:buNone/>
              <a:defRPr/>
            </a:pPr>
            <a:r>
              <a:rPr lang="zh-CN" altLang="en-US" sz="2800" b="1" dirty="0">
                <a:latin typeface="楷体_GB2312" pitchFamily="49" charset="-122"/>
              </a:rPr>
              <a:t> </a:t>
            </a:r>
            <a:r>
              <a:rPr lang="zh-CN" altLang="en-US" sz="2800" b="1" dirty="0" smtClean="0">
                <a:latin typeface="楷体_GB2312" pitchFamily="49" charset="-122"/>
              </a:rPr>
              <a:t> </a:t>
            </a:r>
            <a:r>
              <a:rPr lang="zh-CN" altLang="en-US" sz="2400" b="1" dirty="0" smtClean="0">
                <a:solidFill>
                  <a:srgbClr val="C00000"/>
                </a:solidFill>
                <a:latin typeface="楷体_GB2312" pitchFamily="49" charset="-122"/>
              </a:rPr>
              <a:t>优点</a:t>
            </a:r>
            <a:r>
              <a:rPr lang="zh-CN" altLang="en-US" sz="2400" dirty="0">
                <a:solidFill>
                  <a:srgbClr val="C00000"/>
                </a:solidFill>
                <a:latin typeface="楷体_GB2312" pitchFamily="49" charset="-122"/>
              </a:rPr>
              <a:t>：</a:t>
            </a:r>
            <a:r>
              <a:rPr lang="zh-CN" altLang="en-US" sz="2400" dirty="0">
                <a:solidFill>
                  <a:srgbClr val="7030A0"/>
                </a:solidFill>
                <a:latin typeface="楷体_GB2312" pitchFamily="49" charset="-122"/>
              </a:rPr>
              <a:t>方法简单，可检测所有单比特</a:t>
            </a:r>
            <a:r>
              <a:rPr lang="zh-CN" altLang="en-US" sz="2400" dirty="0" smtClean="0">
                <a:solidFill>
                  <a:srgbClr val="7030A0"/>
                </a:solidFill>
                <a:latin typeface="楷体_GB2312" pitchFamily="49" charset="-122"/>
              </a:rPr>
              <a:t>错误</a:t>
            </a:r>
            <a:endParaRPr lang="en-US" altLang="zh-CN" sz="2400" dirty="0" smtClean="0">
              <a:solidFill>
                <a:srgbClr val="7030A0"/>
              </a:solidFill>
              <a:latin typeface="楷体_GB2312" pitchFamily="49" charset="-122"/>
            </a:endParaRPr>
          </a:p>
          <a:p>
            <a:pPr marL="0" indent="0">
              <a:buFont typeface="Wingdings" pitchFamily="2" charset="2"/>
              <a:buNone/>
              <a:defRPr/>
            </a:pPr>
            <a:r>
              <a:rPr lang="en-US" altLang="zh-CN" sz="2400" b="1" dirty="0">
                <a:solidFill>
                  <a:srgbClr val="7030A0"/>
                </a:solidFill>
                <a:latin typeface="楷体_GB2312" pitchFamily="49" charset="-122"/>
              </a:rPr>
              <a:t> </a:t>
            </a:r>
            <a:r>
              <a:rPr lang="en-US" altLang="zh-CN" sz="2400" b="1" dirty="0" smtClean="0">
                <a:solidFill>
                  <a:srgbClr val="7030A0"/>
                </a:solidFill>
                <a:latin typeface="楷体_GB2312" pitchFamily="49" charset="-122"/>
              </a:rPr>
              <a:t> </a:t>
            </a:r>
            <a:r>
              <a:rPr lang="zh-CN" altLang="en-US" sz="2400" b="1" dirty="0" smtClean="0">
                <a:solidFill>
                  <a:srgbClr val="C00000"/>
                </a:solidFill>
                <a:latin typeface="楷体_GB2312" pitchFamily="49" charset="-122"/>
              </a:rPr>
              <a:t>缺点</a:t>
            </a:r>
            <a:r>
              <a:rPr lang="zh-CN" altLang="en-US" sz="2400" dirty="0">
                <a:solidFill>
                  <a:srgbClr val="C00000"/>
                </a:solidFill>
                <a:latin typeface="楷体_GB2312" pitchFamily="49" charset="-122"/>
              </a:rPr>
              <a:t>：</a:t>
            </a:r>
            <a:r>
              <a:rPr lang="zh-CN" altLang="en-US" sz="2400" dirty="0">
                <a:solidFill>
                  <a:srgbClr val="7030A0"/>
                </a:solidFill>
                <a:latin typeface="楷体_GB2312" pitchFamily="49" charset="-122"/>
              </a:rPr>
              <a:t>只有当出错的次数是奇数时，才能检测出多比特错误和突发</a:t>
            </a:r>
            <a:r>
              <a:rPr lang="zh-CN" altLang="en-US" sz="2400" dirty="0" smtClean="0">
                <a:solidFill>
                  <a:srgbClr val="7030A0"/>
                </a:solidFill>
                <a:latin typeface="楷体_GB2312" pitchFamily="49" charset="-122"/>
              </a:rPr>
              <a:t>错误（对于偶校验）</a:t>
            </a:r>
            <a:endParaRPr lang="zh-CN" altLang="en-US" sz="2800" dirty="0">
              <a:solidFill>
                <a:srgbClr val="7030A0"/>
              </a:solidFill>
            </a:endParaRPr>
          </a:p>
        </p:txBody>
      </p:sp>
      <p:sp>
        <p:nvSpPr>
          <p:cNvPr id="4" name="灯片编号占位符 3"/>
          <p:cNvSpPr>
            <a:spLocks noGrp="1"/>
          </p:cNvSpPr>
          <p:nvPr>
            <p:ph type="sldNum" sz="quarter" idx="12"/>
          </p:nvPr>
        </p:nvSpPr>
        <p:spPr/>
        <p:txBody>
          <a:bodyPr/>
          <a:lstStyle/>
          <a:p>
            <a:pPr>
              <a:defRPr/>
            </a:pPr>
            <a:fld id="{60BB1F80-9A4A-4996-82C5-3688A8E75447}" type="slidenum">
              <a:rPr lang="zh-CN" altLang="en-US" smtClean="0"/>
              <a:pPr>
                <a:defRPr/>
              </a:pPr>
              <a:t>24</a:t>
            </a:fld>
            <a:endParaRPr lang="zh-CN" altLang="en-US"/>
          </a:p>
        </p:txBody>
      </p:sp>
    </p:spTree>
  </p:cSld>
  <p:clrMapOvr>
    <a:masterClrMapping/>
  </p:clrMapOvr>
  <p:transition spd="slow">
    <p:push dir="u"/>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fade">
                                      <p:cBhvr>
                                        <p:cTn id="7" dur="1000"/>
                                        <p:tgtEl>
                                          <p:spTgt spid="3">
                                            <p:txEl>
                                              <p:pRg st="1" end="1"/>
                                            </p:txEl>
                                          </p:spTgt>
                                        </p:tgtEl>
                                      </p:cBhvr>
                                    </p:animEffect>
                                    <p:anim calcmode="lin" valueType="num">
                                      <p:cBhvr>
                                        <p:cTn id="8"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1" end="1"/>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fade">
                                      <p:cBhvr>
                                        <p:cTn id="12" dur="1000"/>
                                        <p:tgtEl>
                                          <p:spTgt spid="3">
                                            <p:txEl>
                                              <p:pRg st="2" end="2"/>
                                            </p:txEl>
                                          </p:spTgt>
                                        </p:tgtEl>
                                      </p:cBhvr>
                                    </p:animEffect>
                                    <p:anim calcmode="lin" valueType="num">
                                      <p:cBhvr>
                                        <p:cTn id="13"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2" end="2"/>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标题 1"/>
          <p:cNvSpPr>
            <a:spLocks noGrp="1"/>
          </p:cNvSpPr>
          <p:nvPr>
            <p:ph type="title"/>
          </p:nvPr>
        </p:nvSpPr>
        <p:spPr>
          <a:xfrm>
            <a:off x="107950" y="44450"/>
            <a:ext cx="7343775" cy="792163"/>
          </a:xfrm>
        </p:spPr>
        <p:txBody>
          <a:bodyPr/>
          <a:lstStyle/>
          <a:p>
            <a:r>
              <a:rPr lang="en-US" altLang="zh-CN" smtClean="0"/>
              <a:t>2.6 </a:t>
            </a:r>
            <a:r>
              <a:rPr lang="zh-CN" altLang="en-US" smtClean="0"/>
              <a:t>差错检测及校正</a:t>
            </a:r>
          </a:p>
        </p:txBody>
      </p:sp>
      <p:sp>
        <p:nvSpPr>
          <p:cNvPr id="3" name="内容占位符 2"/>
          <p:cNvSpPr>
            <a:spLocks noGrp="1"/>
          </p:cNvSpPr>
          <p:nvPr>
            <p:ph idx="1"/>
          </p:nvPr>
        </p:nvSpPr>
        <p:spPr>
          <a:xfrm>
            <a:off x="107950" y="981075"/>
            <a:ext cx="8928100" cy="5102225"/>
          </a:xfrm>
        </p:spPr>
        <p:txBody>
          <a:bodyPr/>
          <a:lstStyle/>
          <a:p>
            <a:pPr>
              <a:buFont typeface="Wingdings" pitchFamily="2" charset="2"/>
              <a:buChar char="ü"/>
              <a:defRPr/>
            </a:pPr>
            <a:r>
              <a:rPr lang="zh-CN" altLang="en-US" sz="2800" b="1" dirty="0" smtClean="0">
                <a:solidFill>
                  <a:srgbClr val="C00000"/>
                </a:solidFill>
              </a:rPr>
              <a:t>求和校验：</a:t>
            </a:r>
            <a:r>
              <a:rPr lang="zh-CN" altLang="en-US" sz="2800" dirty="0" smtClean="0"/>
              <a:t>在发送端将数据分为</a:t>
            </a:r>
            <a:r>
              <a:rPr lang="en-US" altLang="zh-CN" sz="2800" dirty="0" smtClean="0"/>
              <a:t>k</a:t>
            </a:r>
            <a:r>
              <a:rPr lang="zh-CN" altLang="en-US" sz="2800" dirty="0" smtClean="0"/>
              <a:t>段，每段均为等长的</a:t>
            </a:r>
            <a:r>
              <a:rPr lang="en-US" altLang="zh-CN" sz="2800" dirty="0" smtClean="0"/>
              <a:t>n</a:t>
            </a:r>
            <a:r>
              <a:rPr lang="zh-CN" altLang="en-US" sz="2800" dirty="0" smtClean="0"/>
              <a:t>比特。将分段</a:t>
            </a:r>
            <a:r>
              <a:rPr lang="en-US" altLang="zh-CN" sz="2800" dirty="0" smtClean="0"/>
              <a:t>1</a:t>
            </a:r>
            <a:r>
              <a:rPr lang="zh-CN" altLang="en-US" sz="2800" dirty="0" smtClean="0"/>
              <a:t>与分段</a:t>
            </a:r>
            <a:r>
              <a:rPr lang="en-US" altLang="zh-CN" sz="2800" dirty="0" smtClean="0"/>
              <a:t>2</a:t>
            </a:r>
            <a:r>
              <a:rPr lang="zh-CN" altLang="en-US" sz="2800" dirty="0" smtClean="0"/>
              <a:t>做求和操作，再逐一与分段</a:t>
            </a:r>
            <a:r>
              <a:rPr lang="en-US" altLang="zh-CN" sz="2800" dirty="0" smtClean="0"/>
              <a:t>3</a:t>
            </a:r>
            <a:r>
              <a:rPr lang="zh-CN" altLang="en-US" sz="2800" dirty="0" smtClean="0"/>
              <a:t>至</a:t>
            </a:r>
            <a:r>
              <a:rPr lang="en-US" altLang="zh-CN" sz="2800" dirty="0" smtClean="0"/>
              <a:t>k</a:t>
            </a:r>
            <a:r>
              <a:rPr lang="zh-CN" altLang="en-US" sz="2800" dirty="0" smtClean="0"/>
              <a:t>做求和操作，得到长度为</a:t>
            </a:r>
            <a:r>
              <a:rPr lang="en-US" altLang="zh-CN" sz="2800" dirty="0" smtClean="0"/>
              <a:t>n</a:t>
            </a:r>
            <a:r>
              <a:rPr lang="zh-CN" altLang="en-US" sz="2800" dirty="0" smtClean="0"/>
              <a:t>比特的求和结果。将该结果</a:t>
            </a:r>
            <a:r>
              <a:rPr lang="zh-CN" altLang="en-US" sz="2800" dirty="0" smtClean="0">
                <a:solidFill>
                  <a:srgbClr val="C00000"/>
                </a:solidFill>
              </a:rPr>
              <a:t>取反</a:t>
            </a:r>
            <a:r>
              <a:rPr lang="zh-CN" altLang="en-US" sz="2800" dirty="0" smtClean="0"/>
              <a:t>后作为校验和放在数据块后面，与数据块一起发送到接收端。在接收端对接收到的、包括校验和在内的所有</a:t>
            </a:r>
            <a:r>
              <a:rPr lang="en-US" altLang="zh-CN" sz="2800" dirty="0" smtClean="0"/>
              <a:t>k+1</a:t>
            </a:r>
            <a:r>
              <a:rPr lang="zh-CN" altLang="en-US" sz="2800" dirty="0" smtClean="0"/>
              <a:t>段数据求和，如果结果为零，就认为传输过程没有错误，所传数据正确。如果结果不为零，则表明发生了错误。</a:t>
            </a:r>
          </a:p>
          <a:p>
            <a:pPr marL="0" indent="0">
              <a:buFont typeface="Wingdings" pitchFamily="2" charset="2"/>
              <a:buNone/>
              <a:defRPr/>
            </a:pPr>
            <a:r>
              <a:rPr lang="zh-CN" altLang="en-US" sz="2800" dirty="0"/>
              <a:t> </a:t>
            </a:r>
            <a:r>
              <a:rPr lang="zh-CN" altLang="en-US" sz="2800" dirty="0" smtClean="0"/>
              <a:t>   </a:t>
            </a:r>
            <a:r>
              <a:rPr lang="zh-CN" altLang="en-US" sz="2800" dirty="0" smtClean="0">
                <a:solidFill>
                  <a:srgbClr val="7030A0"/>
                </a:solidFill>
              </a:rPr>
              <a:t>求和校验能检测出</a:t>
            </a:r>
            <a:r>
              <a:rPr lang="en-US" altLang="zh-CN" sz="2800" dirty="0" smtClean="0">
                <a:solidFill>
                  <a:srgbClr val="7030A0"/>
                </a:solidFill>
              </a:rPr>
              <a:t>95%</a:t>
            </a:r>
            <a:r>
              <a:rPr lang="zh-CN" altLang="en-US" sz="2800" dirty="0" smtClean="0">
                <a:solidFill>
                  <a:srgbClr val="7030A0"/>
                </a:solidFill>
              </a:rPr>
              <a:t>的错误，但与奇偶校验方法相比，增加了计算量。</a:t>
            </a:r>
            <a:endParaRPr lang="zh-CN" altLang="en-US" sz="2800" dirty="0">
              <a:solidFill>
                <a:srgbClr val="7030A0"/>
              </a:solidFill>
            </a:endParaRPr>
          </a:p>
        </p:txBody>
      </p:sp>
      <p:sp>
        <p:nvSpPr>
          <p:cNvPr id="4" name="灯片编号占位符 3"/>
          <p:cNvSpPr>
            <a:spLocks noGrp="1"/>
          </p:cNvSpPr>
          <p:nvPr>
            <p:ph type="sldNum" sz="quarter" idx="12"/>
          </p:nvPr>
        </p:nvSpPr>
        <p:spPr/>
        <p:txBody>
          <a:bodyPr/>
          <a:lstStyle/>
          <a:p>
            <a:pPr>
              <a:defRPr/>
            </a:pPr>
            <a:fld id="{51ADD190-E360-4985-B837-2AC5279329F7}" type="slidenum">
              <a:rPr lang="zh-CN" altLang="en-US" smtClean="0"/>
              <a:pPr>
                <a:defRPr/>
              </a:pPr>
              <a:t>25</a:t>
            </a:fld>
            <a:endParaRPr lang="zh-CN" altLang="en-US"/>
          </a:p>
        </p:txBody>
      </p:sp>
    </p:spTree>
  </p:cSld>
  <p:clrMapOvr>
    <a:masterClrMapping/>
  </p:clrMapOvr>
  <p:transition spd="slow">
    <p:push dir="u"/>
  </p:transition>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4" name="标题 1"/>
          <p:cNvSpPr>
            <a:spLocks noGrp="1"/>
          </p:cNvSpPr>
          <p:nvPr>
            <p:ph type="title"/>
          </p:nvPr>
        </p:nvSpPr>
        <p:spPr>
          <a:xfrm>
            <a:off x="107950" y="44450"/>
            <a:ext cx="7343775" cy="792163"/>
          </a:xfrm>
        </p:spPr>
        <p:txBody>
          <a:bodyPr/>
          <a:lstStyle/>
          <a:p>
            <a:r>
              <a:rPr lang="en-US" altLang="zh-CN" smtClean="0"/>
              <a:t>2.6 </a:t>
            </a:r>
            <a:r>
              <a:rPr lang="zh-CN" altLang="en-US" smtClean="0"/>
              <a:t>差错检测及校正</a:t>
            </a:r>
          </a:p>
        </p:txBody>
      </p:sp>
      <p:sp>
        <p:nvSpPr>
          <p:cNvPr id="38915" name="内容占位符 2"/>
          <p:cNvSpPr>
            <a:spLocks noGrp="1"/>
          </p:cNvSpPr>
          <p:nvPr>
            <p:ph idx="1"/>
          </p:nvPr>
        </p:nvSpPr>
        <p:spPr>
          <a:xfrm>
            <a:off x="107950" y="981075"/>
            <a:ext cx="8928100" cy="5102225"/>
          </a:xfrm>
        </p:spPr>
        <p:txBody>
          <a:bodyPr/>
          <a:lstStyle/>
          <a:p>
            <a:pPr algn="just">
              <a:buFont typeface="Wingdings" pitchFamily="2" charset="2"/>
              <a:buChar char="ü"/>
            </a:pPr>
            <a:r>
              <a:rPr lang="zh-CN" altLang="en-US" sz="2800" b="1" dirty="0" smtClean="0">
                <a:solidFill>
                  <a:srgbClr val="C00000"/>
                </a:solidFill>
              </a:rPr>
              <a:t>纵向冗余校验</a:t>
            </a:r>
            <a:r>
              <a:rPr lang="en-US" altLang="zh-CN" sz="2800" b="1" dirty="0" smtClean="0">
                <a:solidFill>
                  <a:srgbClr val="C00000"/>
                </a:solidFill>
              </a:rPr>
              <a:t>LRC</a:t>
            </a:r>
            <a:r>
              <a:rPr lang="zh-CN" altLang="en-US" sz="2800" b="1" dirty="0" smtClean="0">
                <a:solidFill>
                  <a:srgbClr val="C00000"/>
                </a:solidFill>
              </a:rPr>
              <a:t>：</a:t>
            </a:r>
            <a:r>
              <a:rPr lang="zh-CN" altLang="en-US" sz="2800" dirty="0" smtClean="0"/>
              <a:t>按预定的数量将多个单位数据域合成一个数据块。首先每个单位数据域各自采用奇偶校验，得到各单位数据域的冗余校验位。再将各单位数据域的对应位分别作奇偶校验，并将所有对应位作奇偶校验得到的冗余校验位组成一个新的数据单元，附加在数据块的最后发送出去。</a:t>
            </a:r>
            <a:endParaRPr lang="en-US" altLang="zh-CN" sz="2800" dirty="0" smtClean="0"/>
          </a:p>
          <a:p>
            <a:pPr marL="400050" lvl="1" indent="0" algn="just">
              <a:buFont typeface="Wingdings" pitchFamily="2" charset="2"/>
              <a:buNone/>
            </a:pPr>
            <a:r>
              <a:rPr lang="zh-CN" altLang="en-US" dirty="0" smtClean="0"/>
              <a:t>收发双方采用相同的校验方法，接收端在对接收到的数据进行校验时，如果发现任一个冗余校验位出现差错，则认为该数据块的传输出错。</a:t>
            </a:r>
          </a:p>
        </p:txBody>
      </p:sp>
      <p:sp>
        <p:nvSpPr>
          <p:cNvPr id="4" name="灯片编号占位符 3"/>
          <p:cNvSpPr>
            <a:spLocks noGrp="1"/>
          </p:cNvSpPr>
          <p:nvPr>
            <p:ph type="sldNum" sz="quarter" idx="12"/>
          </p:nvPr>
        </p:nvSpPr>
        <p:spPr/>
        <p:txBody>
          <a:bodyPr/>
          <a:lstStyle/>
          <a:p>
            <a:pPr>
              <a:defRPr/>
            </a:pPr>
            <a:fld id="{685B0E94-8246-454B-8288-C9923A399DB8}" type="slidenum">
              <a:rPr lang="zh-CN" altLang="en-US" smtClean="0"/>
              <a:pPr>
                <a:defRPr/>
              </a:pPr>
              <a:t>26</a:t>
            </a:fld>
            <a:endParaRPr lang="zh-CN" altLang="en-US"/>
          </a:p>
        </p:txBody>
      </p:sp>
    </p:spTree>
  </p:cSld>
  <p:clrMapOvr>
    <a:masterClrMapping/>
  </p:clrMapOvr>
  <p:transition spd="slow">
    <p:push dir="u"/>
  </p:transition>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标题 1"/>
          <p:cNvSpPr>
            <a:spLocks noGrp="1"/>
          </p:cNvSpPr>
          <p:nvPr>
            <p:ph type="title"/>
          </p:nvPr>
        </p:nvSpPr>
        <p:spPr>
          <a:xfrm>
            <a:off x="107950" y="44450"/>
            <a:ext cx="7343775" cy="792163"/>
          </a:xfrm>
        </p:spPr>
        <p:txBody>
          <a:bodyPr/>
          <a:lstStyle/>
          <a:p>
            <a:r>
              <a:rPr lang="en-US" altLang="zh-CN" smtClean="0"/>
              <a:t>2.6 </a:t>
            </a:r>
            <a:r>
              <a:rPr lang="zh-CN" altLang="en-US" smtClean="0"/>
              <a:t>差错检测及校正</a:t>
            </a:r>
          </a:p>
        </p:txBody>
      </p:sp>
      <p:sp>
        <p:nvSpPr>
          <p:cNvPr id="3" name="内容占位符 2"/>
          <p:cNvSpPr>
            <a:spLocks noGrp="1"/>
          </p:cNvSpPr>
          <p:nvPr>
            <p:ph idx="1"/>
          </p:nvPr>
        </p:nvSpPr>
        <p:spPr>
          <a:xfrm>
            <a:off x="107950" y="981075"/>
            <a:ext cx="8928100" cy="5102225"/>
          </a:xfrm>
        </p:spPr>
        <p:txBody>
          <a:bodyPr/>
          <a:lstStyle/>
          <a:p>
            <a:pPr algn="just">
              <a:buFont typeface="Wingdings" pitchFamily="2" charset="2"/>
              <a:buChar char="ü"/>
              <a:defRPr/>
            </a:pPr>
            <a:r>
              <a:rPr lang="zh-CN" altLang="en-US" sz="2800" b="1" dirty="0" smtClean="0">
                <a:solidFill>
                  <a:srgbClr val="C00000"/>
                </a:solidFill>
              </a:rPr>
              <a:t>循环冗余校验（</a:t>
            </a:r>
            <a:r>
              <a:rPr lang="en-US" altLang="zh-CN" sz="2800" b="1" dirty="0" smtClean="0">
                <a:solidFill>
                  <a:srgbClr val="C00000"/>
                </a:solidFill>
              </a:rPr>
              <a:t>CRC</a:t>
            </a:r>
            <a:r>
              <a:rPr lang="zh-CN" altLang="en-US" sz="2800" b="1" dirty="0" smtClean="0">
                <a:solidFill>
                  <a:srgbClr val="C00000"/>
                </a:solidFill>
              </a:rPr>
              <a:t>）：</a:t>
            </a:r>
            <a:r>
              <a:rPr lang="zh-CN" altLang="en-US" sz="2800" dirty="0"/>
              <a:t>对传输序列进行一次规定的除法操作，将除法操作的余数附加在传输信</a:t>
            </a:r>
            <a:r>
              <a:rPr lang="zh-CN" altLang="en-US" sz="2800" dirty="0" smtClean="0"/>
              <a:t>息之后；接</a:t>
            </a:r>
            <a:r>
              <a:rPr lang="zh-CN" altLang="en-US" sz="2800" dirty="0"/>
              <a:t>收</a:t>
            </a:r>
            <a:r>
              <a:rPr lang="zh-CN" altLang="en-US" sz="2800" dirty="0" smtClean="0"/>
              <a:t>端也</a:t>
            </a:r>
            <a:r>
              <a:rPr lang="zh-CN" altLang="en-US" sz="2800" dirty="0"/>
              <a:t>对收到的数据做相同的除</a:t>
            </a:r>
            <a:r>
              <a:rPr lang="zh-CN" altLang="en-US" sz="2800" dirty="0" smtClean="0"/>
              <a:t>法，若接</a:t>
            </a:r>
            <a:r>
              <a:rPr lang="zh-CN" altLang="en-US" sz="2800" dirty="0"/>
              <a:t>收端除</a:t>
            </a:r>
            <a:r>
              <a:rPr lang="zh-CN" altLang="en-US" sz="2800" dirty="0" smtClean="0"/>
              <a:t>法</a:t>
            </a:r>
            <a:r>
              <a:rPr lang="zh-CN" altLang="en-US" sz="2800" dirty="0"/>
              <a:t>结果</a:t>
            </a:r>
            <a:r>
              <a:rPr lang="zh-CN" altLang="en-US" sz="2800" dirty="0" smtClean="0"/>
              <a:t>的余</a:t>
            </a:r>
            <a:r>
              <a:rPr lang="zh-CN" altLang="en-US" sz="2800" dirty="0"/>
              <a:t>数不为零，则表明</a:t>
            </a:r>
            <a:r>
              <a:rPr lang="zh-CN" altLang="en-US" sz="2800" dirty="0" smtClean="0"/>
              <a:t>发生错误。</a:t>
            </a:r>
            <a:endParaRPr lang="zh-CN" altLang="en-US" sz="2800" dirty="0"/>
          </a:p>
          <a:p>
            <a:pPr marL="400050" lvl="1" indent="0" algn="just">
              <a:buFont typeface="Wingdings" pitchFamily="2" charset="2"/>
              <a:buNone/>
              <a:defRPr/>
            </a:pPr>
            <a:r>
              <a:rPr lang="zh-CN" altLang="en-US" sz="2400" b="1" dirty="0">
                <a:solidFill>
                  <a:srgbClr val="C00000"/>
                </a:solidFill>
                <a:latin typeface="楷体_GB2312" pitchFamily="49" charset="-122"/>
              </a:rPr>
              <a:t>优点</a:t>
            </a:r>
            <a:r>
              <a:rPr lang="zh-CN" altLang="en-US" sz="2400" dirty="0">
                <a:solidFill>
                  <a:srgbClr val="C00000"/>
                </a:solidFill>
                <a:latin typeface="楷体_GB2312" pitchFamily="49" charset="-122"/>
              </a:rPr>
              <a:t>：</a:t>
            </a:r>
            <a:r>
              <a:rPr lang="zh-CN" altLang="en-US" sz="2400" dirty="0">
                <a:solidFill>
                  <a:srgbClr val="7030A0"/>
                </a:solidFill>
                <a:latin typeface="楷体_GB2312" pitchFamily="49" charset="-122"/>
              </a:rPr>
              <a:t>原理简单，易于实现，有效性较高，能够检测大约</a:t>
            </a:r>
            <a:r>
              <a:rPr lang="en-US" altLang="zh-CN" sz="2400" dirty="0">
                <a:solidFill>
                  <a:srgbClr val="7030A0"/>
                </a:solidFill>
                <a:latin typeface="楷体_GB2312" pitchFamily="49" charset="-122"/>
              </a:rPr>
              <a:t>99.95%</a:t>
            </a:r>
            <a:r>
              <a:rPr lang="zh-CN" altLang="en-US" sz="2400" dirty="0">
                <a:solidFill>
                  <a:srgbClr val="7030A0"/>
                </a:solidFill>
                <a:latin typeface="楷体_GB2312" pitchFamily="49" charset="-122"/>
              </a:rPr>
              <a:t>的错误。</a:t>
            </a:r>
          </a:p>
          <a:p>
            <a:pPr marL="400050" lvl="1" indent="0" algn="just">
              <a:buFont typeface="Wingdings" pitchFamily="2" charset="2"/>
              <a:buNone/>
              <a:defRPr/>
            </a:pPr>
            <a:r>
              <a:rPr lang="zh-CN" altLang="en-US" sz="2400" b="1" dirty="0">
                <a:solidFill>
                  <a:srgbClr val="C00000"/>
                </a:solidFill>
                <a:latin typeface="楷体_GB2312" pitchFamily="49" charset="-122"/>
              </a:rPr>
              <a:t>缺点</a:t>
            </a:r>
            <a:r>
              <a:rPr lang="zh-CN" altLang="en-US" sz="2400" dirty="0">
                <a:solidFill>
                  <a:srgbClr val="C00000"/>
                </a:solidFill>
                <a:latin typeface="楷体_GB2312" pitchFamily="49" charset="-122"/>
              </a:rPr>
              <a:t>：</a:t>
            </a:r>
            <a:r>
              <a:rPr lang="zh-CN" altLang="en-US" sz="2400" dirty="0">
                <a:solidFill>
                  <a:srgbClr val="7030A0"/>
                </a:solidFill>
                <a:latin typeface="楷体_GB2312" pitchFamily="49" charset="-122"/>
              </a:rPr>
              <a:t>计算量大于奇偶校验。</a:t>
            </a:r>
          </a:p>
          <a:p>
            <a:pPr marL="0" indent="0" algn="just">
              <a:buFont typeface="Wingdings" pitchFamily="2" charset="2"/>
              <a:buNone/>
              <a:defRPr/>
            </a:pPr>
            <a:endParaRPr lang="en-US" altLang="zh-CN" sz="2400" dirty="0"/>
          </a:p>
          <a:p>
            <a:pPr marL="0" indent="0" algn="just">
              <a:buFont typeface="Wingdings" pitchFamily="2" charset="2"/>
              <a:buNone/>
              <a:defRPr/>
            </a:pPr>
            <a:r>
              <a:rPr lang="en-US" altLang="zh-CN" sz="2400" dirty="0" smtClean="0"/>
              <a:t>      </a:t>
            </a:r>
            <a:r>
              <a:rPr lang="en-US" altLang="zh-CN" sz="2400" dirty="0" smtClean="0">
                <a:solidFill>
                  <a:srgbClr val="00B050"/>
                </a:solidFill>
              </a:rPr>
              <a:t>CRC</a:t>
            </a:r>
            <a:r>
              <a:rPr lang="zh-CN" altLang="en-US" sz="2400" dirty="0" smtClean="0">
                <a:solidFill>
                  <a:srgbClr val="00B050"/>
                </a:solidFill>
              </a:rPr>
              <a:t>校验的检错能力强，实现容易，是目前应用最广的差错检验方法之一。</a:t>
            </a:r>
            <a:endParaRPr lang="zh-CN" altLang="en-US" sz="2400" dirty="0">
              <a:solidFill>
                <a:srgbClr val="00B050"/>
              </a:solidFill>
            </a:endParaRPr>
          </a:p>
        </p:txBody>
      </p:sp>
      <p:sp>
        <p:nvSpPr>
          <p:cNvPr id="4" name="灯片编号占位符 3"/>
          <p:cNvSpPr>
            <a:spLocks noGrp="1"/>
          </p:cNvSpPr>
          <p:nvPr>
            <p:ph type="sldNum" sz="quarter" idx="12"/>
          </p:nvPr>
        </p:nvSpPr>
        <p:spPr/>
        <p:txBody>
          <a:bodyPr/>
          <a:lstStyle/>
          <a:p>
            <a:pPr>
              <a:defRPr/>
            </a:pPr>
            <a:fld id="{B6FB4C87-B34E-45CA-A2B5-0F831DB03454}" type="slidenum">
              <a:rPr lang="zh-CN" altLang="en-US" smtClean="0"/>
              <a:pPr>
                <a:defRPr/>
              </a:pPr>
              <a:t>27</a:t>
            </a:fld>
            <a:endParaRPr lang="zh-CN" altLang="en-US"/>
          </a:p>
        </p:txBody>
      </p:sp>
    </p:spTree>
  </p:cSld>
  <p:clrMapOvr>
    <a:masterClrMapping/>
  </p:clrMapOvr>
  <p:transition spd="slow">
    <p:push dir="u"/>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fade">
                                      <p:cBhvr>
                                        <p:cTn id="7" dur="1000"/>
                                        <p:tgtEl>
                                          <p:spTgt spid="3">
                                            <p:txEl>
                                              <p:pRg st="1" end="1"/>
                                            </p:txEl>
                                          </p:spTgt>
                                        </p:tgtEl>
                                      </p:cBhvr>
                                    </p:animEffect>
                                    <p:anim calcmode="lin" valueType="num">
                                      <p:cBhvr>
                                        <p:cTn id="8"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1" end="1"/>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fade">
                                      <p:cBhvr>
                                        <p:cTn id="12" dur="1000"/>
                                        <p:tgtEl>
                                          <p:spTgt spid="3">
                                            <p:txEl>
                                              <p:pRg st="2" end="2"/>
                                            </p:txEl>
                                          </p:spTgt>
                                        </p:tgtEl>
                                      </p:cBhvr>
                                    </p:animEffect>
                                    <p:anim calcmode="lin" valueType="num">
                                      <p:cBhvr>
                                        <p:cTn id="13"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42"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animEffect transition="in" filter="fade">
                                      <p:cBhvr>
                                        <p:cTn id="19" dur="1000"/>
                                        <p:tgtEl>
                                          <p:spTgt spid="3">
                                            <p:txEl>
                                              <p:pRg st="4" end="4"/>
                                            </p:txEl>
                                          </p:spTgt>
                                        </p:tgtEl>
                                      </p:cBhvr>
                                    </p:animEffect>
                                    <p:anim calcmode="lin" valueType="num">
                                      <p:cBhvr>
                                        <p:cTn id="20"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21" dur="1000" fill="hold"/>
                                        <p:tgtEl>
                                          <p:spTgt spid="3">
                                            <p:txEl>
                                              <p:pRg st="4" end="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0" name="标题 1"/>
          <p:cNvSpPr>
            <a:spLocks noGrp="1"/>
          </p:cNvSpPr>
          <p:nvPr>
            <p:ph type="title"/>
          </p:nvPr>
        </p:nvSpPr>
        <p:spPr>
          <a:xfrm>
            <a:off x="107950" y="44450"/>
            <a:ext cx="7343775" cy="792163"/>
          </a:xfrm>
        </p:spPr>
        <p:txBody>
          <a:bodyPr/>
          <a:lstStyle/>
          <a:p>
            <a:r>
              <a:rPr lang="en-US" altLang="zh-CN" smtClean="0"/>
              <a:t>2.6 </a:t>
            </a:r>
            <a:r>
              <a:rPr lang="zh-CN" altLang="en-US" smtClean="0"/>
              <a:t>差错检测及校正</a:t>
            </a:r>
          </a:p>
        </p:txBody>
      </p:sp>
      <p:sp>
        <p:nvSpPr>
          <p:cNvPr id="3" name="内容占位符 2"/>
          <p:cNvSpPr>
            <a:spLocks noGrp="1"/>
          </p:cNvSpPr>
          <p:nvPr>
            <p:ph idx="1"/>
          </p:nvPr>
        </p:nvSpPr>
        <p:spPr>
          <a:xfrm>
            <a:off x="107950" y="981075"/>
            <a:ext cx="8928100" cy="5102225"/>
          </a:xfrm>
        </p:spPr>
        <p:txBody>
          <a:bodyPr/>
          <a:lstStyle/>
          <a:p>
            <a:pPr algn="just">
              <a:defRPr/>
            </a:pPr>
            <a:r>
              <a:rPr lang="zh-CN" altLang="en-US" b="1" dirty="0">
                <a:solidFill>
                  <a:srgbClr val="FF0000"/>
                </a:solidFill>
              </a:rPr>
              <a:t>传输差错的校正：</a:t>
            </a:r>
            <a:r>
              <a:rPr lang="zh-CN" altLang="en-US" dirty="0"/>
              <a:t>在接收端发现并自动纠正传输错误的</a:t>
            </a:r>
            <a:r>
              <a:rPr lang="zh-CN" altLang="en-US" dirty="0" smtClean="0"/>
              <a:t>过程。</a:t>
            </a:r>
            <a:endParaRPr lang="en-US" altLang="zh-CN" dirty="0" smtClean="0"/>
          </a:p>
          <a:p>
            <a:pPr lvl="1" algn="just">
              <a:defRPr/>
            </a:pPr>
            <a:r>
              <a:rPr lang="zh-CN" altLang="en-US" b="1" dirty="0" smtClean="0">
                <a:solidFill>
                  <a:srgbClr val="7030A0"/>
                </a:solidFill>
                <a:latin typeface="楷体_GB2312" pitchFamily="49" charset="-122"/>
              </a:rPr>
              <a:t>方</a:t>
            </a:r>
            <a:r>
              <a:rPr lang="zh-CN" altLang="en-US" b="1" dirty="0">
                <a:solidFill>
                  <a:srgbClr val="7030A0"/>
                </a:solidFill>
                <a:latin typeface="楷体_GB2312" pitchFamily="49" charset="-122"/>
              </a:rPr>
              <a:t>法</a:t>
            </a:r>
            <a:r>
              <a:rPr lang="zh-CN" altLang="en-US" dirty="0">
                <a:solidFill>
                  <a:srgbClr val="7030A0"/>
                </a:solidFill>
                <a:latin typeface="楷体_GB2312" pitchFamily="49" charset="-122"/>
              </a:rPr>
              <a:t>：</a:t>
            </a:r>
            <a:r>
              <a:rPr lang="zh-CN" altLang="en-US" dirty="0">
                <a:latin typeface="楷体_GB2312" pitchFamily="49" charset="-122"/>
              </a:rPr>
              <a:t>自动重传，前向差错校正</a:t>
            </a:r>
          </a:p>
          <a:p>
            <a:pPr lvl="1" algn="just">
              <a:defRPr/>
            </a:pPr>
            <a:r>
              <a:rPr lang="zh-CN" altLang="en-US" b="1" dirty="0">
                <a:solidFill>
                  <a:srgbClr val="C00000"/>
                </a:solidFill>
                <a:latin typeface="楷体_GB2312" pitchFamily="49" charset="-122"/>
              </a:rPr>
              <a:t>自动重传</a:t>
            </a:r>
            <a:r>
              <a:rPr lang="zh-CN" altLang="en-US" dirty="0" smtClean="0">
                <a:solidFill>
                  <a:srgbClr val="C00000"/>
                </a:solidFill>
                <a:latin typeface="楷体_GB2312" pitchFamily="49" charset="-122"/>
              </a:rPr>
              <a:t>：</a:t>
            </a:r>
            <a:endParaRPr lang="en-US" altLang="zh-CN" dirty="0" smtClean="0">
              <a:solidFill>
                <a:srgbClr val="C00000"/>
              </a:solidFill>
              <a:latin typeface="楷体_GB2312" pitchFamily="49" charset="-122"/>
            </a:endParaRPr>
          </a:p>
          <a:p>
            <a:pPr lvl="1" algn="just">
              <a:defRPr/>
            </a:pPr>
            <a:endParaRPr lang="zh-CN" altLang="en-US" dirty="0">
              <a:latin typeface="楷体_GB2312" pitchFamily="49" charset="-122"/>
            </a:endParaRPr>
          </a:p>
          <a:p>
            <a:pPr lvl="1" algn="just">
              <a:defRPr/>
            </a:pPr>
            <a:r>
              <a:rPr lang="zh-CN" altLang="en-US" b="1" dirty="0">
                <a:solidFill>
                  <a:srgbClr val="C00000"/>
                </a:solidFill>
                <a:latin typeface="楷体_GB2312" pitchFamily="49" charset="-122"/>
              </a:rPr>
              <a:t>前向差错校正</a:t>
            </a:r>
            <a:r>
              <a:rPr lang="zh-CN" altLang="en-US" dirty="0" smtClean="0">
                <a:solidFill>
                  <a:srgbClr val="C00000"/>
                </a:solidFill>
                <a:latin typeface="楷体_GB2312" pitchFamily="49" charset="-122"/>
              </a:rPr>
              <a:t>：</a:t>
            </a:r>
            <a:endParaRPr lang="zh-CN" altLang="en-US" dirty="0">
              <a:solidFill>
                <a:srgbClr val="0070C0"/>
              </a:solidFill>
            </a:endParaRPr>
          </a:p>
        </p:txBody>
      </p:sp>
      <p:sp>
        <p:nvSpPr>
          <p:cNvPr id="4" name="灯片编号占位符 3"/>
          <p:cNvSpPr>
            <a:spLocks noGrp="1"/>
          </p:cNvSpPr>
          <p:nvPr>
            <p:ph type="sldNum" sz="quarter" idx="12"/>
          </p:nvPr>
        </p:nvSpPr>
        <p:spPr/>
        <p:txBody>
          <a:bodyPr/>
          <a:lstStyle/>
          <a:p>
            <a:pPr>
              <a:defRPr/>
            </a:pPr>
            <a:fld id="{76237C32-FF13-47FF-AF21-389E21FE3A32}" type="slidenum">
              <a:rPr lang="zh-CN" altLang="en-US" smtClean="0"/>
              <a:pPr>
                <a:defRPr/>
              </a:pPr>
              <a:t>28</a:t>
            </a:fld>
            <a:endParaRPr lang="zh-CN" altLang="en-US"/>
          </a:p>
        </p:txBody>
      </p:sp>
    </p:spTree>
  </p:cSld>
  <p:clrMapOvr>
    <a:masterClrMapping/>
  </p:clrMapOvr>
  <p:transition spd="slow">
    <p:push dir="u"/>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fade">
                                      <p:cBhvr>
                                        <p:cTn id="7" dur="1000"/>
                                        <p:tgtEl>
                                          <p:spTgt spid="3">
                                            <p:txEl>
                                              <p:pRg st="1" end="1"/>
                                            </p:txEl>
                                          </p:spTgt>
                                        </p:tgtEl>
                                      </p:cBhvr>
                                    </p:animEffect>
                                    <p:anim calcmode="lin" valueType="num">
                                      <p:cBhvr>
                                        <p:cTn id="8"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1" end="1"/>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fade">
                                      <p:cBhvr>
                                        <p:cTn id="12" dur="1000"/>
                                        <p:tgtEl>
                                          <p:spTgt spid="3">
                                            <p:txEl>
                                              <p:pRg st="2" end="2"/>
                                            </p:txEl>
                                          </p:spTgt>
                                        </p:tgtEl>
                                      </p:cBhvr>
                                    </p:animEffect>
                                    <p:anim calcmode="lin" valueType="num">
                                      <p:cBhvr>
                                        <p:cTn id="13"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2" end="2"/>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animEffect transition="in" filter="fade">
                                      <p:cBhvr>
                                        <p:cTn id="17" dur="1000"/>
                                        <p:tgtEl>
                                          <p:spTgt spid="3">
                                            <p:txEl>
                                              <p:pRg st="4" end="4"/>
                                            </p:txEl>
                                          </p:spTgt>
                                        </p:tgtEl>
                                      </p:cBhvr>
                                    </p:animEffect>
                                    <p:anim calcmode="lin" valueType="num">
                                      <p:cBhvr>
                                        <p:cTn id="18"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19" dur="1000" fill="hold"/>
                                        <p:tgtEl>
                                          <p:spTgt spid="3">
                                            <p:txEl>
                                              <p:pRg st="4" end="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标题 1"/>
          <p:cNvSpPr>
            <a:spLocks noGrp="1"/>
          </p:cNvSpPr>
          <p:nvPr>
            <p:ph type="title"/>
          </p:nvPr>
        </p:nvSpPr>
        <p:spPr>
          <a:xfrm>
            <a:off x="107950" y="44450"/>
            <a:ext cx="7343775" cy="792163"/>
          </a:xfrm>
        </p:spPr>
        <p:txBody>
          <a:bodyPr/>
          <a:lstStyle/>
          <a:p>
            <a:pPr eaLnBrk="1" hangingPunct="1"/>
            <a:r>
              <a:rPr lang="zh-CN" altLang="en-US" smtClean="0"/>
              <a:t>第</a:t>
            </a:r>
            <a:r>
              <a:rPr lang="en-US" altLang="zh-CN" smtClean="0"/>
              <a:t>2</a:t>
            </a:r>
            <a:r>
              <a:rPr lang="zh-CN" altLang="en-US" smtClean="0"/>
              <a:t>章 数据通信与网络基础</a:t>
            </a:r>
          </a:p>
        </p:txBody>
      </p:sp>
      <p:sp>
        <p:nvSpPr>
          <p:cNvPr id="44035" name="内容占位符 2"/>
          <p:cNvSpPr>
            <a:spLocks noGrp="1"/>
          </p:cNvSpPr>
          <p:nvPr>
            <p:ph idx="1"/>
          </p:nvPr>
        </p:nvSpPr>
        <p:spPr>
          <a:xfrm>
            <a:off x="107950" y="981075"/>
            <a:ext cx="8928100" cy="5102225"/>
          </a:xfrm>
        </p:spPr>
        <p:txBody>
          <a:bodyPr/>
          <a:lstStyle/>
          <a:p>
            <a:pPr eaLnBrk="1" hangingPunct="1"/>
            <a:r>
              <a:rPr lang="en-US" altLang="zh-CN" smtClean="0"/>
              <a:t>2.1 </a:t>
            </a:r>
            <a:r>
              <a:rPr lang="zh-CN" altLang="en-US" smtClean="0"/>
              <a:t>基本术语</a:t>
            </a:r>
            <a:endParaRPr lang="en-US" altLang="zh-CN" smtClean="0"/>
          </a:p>
          <a:p>
            <a:pPr eaLnBrk="1" hangingPunct="1"/>
            <a:r>
              <a:rPr lang="en-US" altLang="zh-CN" smtClean="0"/>
              <a:t>2.2 </a:t>
            </a:r>
            <a:r>
              <a:rPr lang="zh-CN" altLang="en-US" smtClean="0"/>
              <a:t>数据编码</a:t>
            </a:r>
            <a:endParaRPr lang="en-US" altLang="zh-CN" smtClean="0"/>
          </a:p>
          <a:p>
            <a:pPr eaLnBrk="1" hangingPunct="1"/>
            <a:r>
              <a:rPr lang="en-US" altLang="zh-CN" smtClean="0"/>
              <a:t>2.3 </a:t>
            </a:r>
            <a:r>
              <a:rPr lang="zh-CN" altLang="en-US" smtClean="0"/>
              <a:t>数据传输方式</a:t>
            </a:r>
            <a:endParaRPr lang="en-US" altLang="zh-CN" smtClean="0"/>
          </a:p>
          <a:p>
            <a:pPr eaLnBrk="1" hangingPunct="1"/>
            <a:r>
              <a:rPr lang="en-US" altLang="zh-CN" smtClean="0"/>
              <a:t>2.4 </a:t>
            </a:r>
            <a:r>
              <a:rPr lang="zh-CN" altLang="en-US" smtClean="0"/>
              <a:t>通信线路工作方式</a:t>
            </a:r>
            <a:endParaRPr lang="en-US" altLang="zh-CN" smtClean="0"/>
          </a:p>
          <a:p>
            <a:pPr eaLnBrk="1" hangingPunct="1"/>
            <a:r>
              <a:rPr lang="en-US" altLang="zh-CN" smtClean="0"/>
              <a:t>2.5 </a:t>
            </a:r>
            <a:r>
              <a:rPr lang="zh-CN" altLang="en-US" smtClean="0"/>
              <a:t>信号传输模式</a:t>
            </a:r>
            <a:endParaRPr lang="en-US" altLang="zh-CN" smtClean="0"/>
          </a:p>
          <a:p>
            <a:pPr eaLnBrk="1" hangingPunct="1"/>
            <a:r>
              <a:rPr lang="en-US" altLang="zh-CN" smtClean="0"/>
              <a:t>2.6</a:t>
            </a:r>
            <a:r>
              <a:rPr lang="zh-CN" altLang="en-US" smtClean="0"/>
              <a:t> 差错检测及校正</a:t>
            </a:r>
            <a:endParaRPr lang="en-US" altLang="zh-CN" smtClean="0"/>
          </a:p>
          <a:p>
            <a:pPr eaLnBrk="1" hangingPunct="1"/>
            <a:r>
              <a:rPr lang="en-US" altLang="zh-CN" smtClean="0">
                <a:solidFill>
                  <a:srgbClr val="FF0000"/>
                </a:solidFill>
              </a:rPr>
              <a:t>2.7 </a:t>
            </a:r>
            <a:r>
              <a:rPr lang="zh-CN" altLang="en-US" smtClean="0">
                <a:solidFill>
                  <a:srgbClr val="FF0000"/>
                </a:solidFill>
              </a:rPr>
              <a:t>网络拓扑结构</a:t>
            </a:r>
            <a:endParaRPr lang="en-US" altLang="zh-CN" smtClean="0">
              <a:solidFill>
                <a:srgbClr val="FF0000"/>
              </a:solidFill>
            </a:endParaRPr>
          </a:p>
        </p:txBody>
      </p:sp>
      <p:sp>
        <p:nvSpPr>
          <p:cNvPr id="3" name="灯片编号占位符 2"/>
          <p:cNvSpPr>
            <a:spLocks noGrp="1"/>
          </p:cNvSpPr>
          <p:nvPr>
            <p:ph type="sldNum" sz="quarter" idx="12"/>
          </p:nvPr>
        </p:nvSpPr>
        <p:spPr/>
        <p:txBody>
          <a:bodyPr/>
          <a:lstStyle/>
          <a:p>
            <a:pPr>
              <a:defRPr/>
            </a:pPr>
            <a:fld id="{DBBB63C7-B64D-4BDD-8CEA-1D39E32B4147}" type="slidenum">
              <a:rPr lang="zh-CN" altLang="en-US" smtClean="0"/>
              <a:pPr>
                <a:defRPr/>
              </a:pPr>
              <a:t>29</a:t>
            </a:fld>
            <a:endParaRPr lang="zh-CN" altLang="en-US"/>
          </a:p>
        </p:txBody>
      </p:sp>
    </p:spTree>
  </p:cSld>
  <p:clrMapOvr>
    <a:masterClrMapping/>
  </p:clrMapOvr>
  <p:transition spd="slow">
    <p:push dir="u"/>
  </p:transition>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标题 1"/>
          <p:cNvSpPr>
            <a:spLocks noGrp="1"/>
          </p:cNvSpPr>
          <p:nvPr>
            <p:ph type="title"/>
          </p:nvPr>
        </p:nvSpPr>
        <p:spPr>
          <a:xfrm>
            <a:off x="107950" y="44450"/>
            <a:ext cx="7343775" cy="792163"/>
          </a:xfrm>
        </p:spPr>
        <p:txBody>
          <a:bodyPr/>
          <a:lstStyle/>
          <a:p>
            <a:r>
              <a:rPr lang="en-US" altLang="zh-CN" dirty="0" smtClean="0"/>
              <a:t>2.7</a:t>
            </a:r>
            <a:r>
              <a:rPr lang="zh-CN" altLang="en-US" dirty="0" smtClean="0"/>
              <a:t>网络拓扑结构</a:t>
            </a:r>
          </a:p>
        </p:txBody>
      </p:sp>
      <p:sp>
        <p:nvSpPr>
          <p:cNvPr id="3" name="内容占位符 2"/>
          <p:cNvSpPr>
            <a:spLocks noGrp="1"/>
          </p:cNvSpPr>
          <p:nvPr>
            <p:ph idx="1"/>
          </p:nvPr>
        </p:nvSpPr>
        <p:spPr>
          <a:xfrm>
            <a:off x="107950" y="981075"/>
            <a:ext cx="8928100" cy="5102225"/>
          </a:xfrm>
        </p:spPr>
        <p:txBody>
          <a:bodyPr/>
          <a:lstStyle/>
          <a:p>
            <a:r>
              <a:rPr lang="zh-CN" altLang="en-US" smtClean="0">
                <a:latin typeface="楷体_GB2312" pitchFamily="49" charset="-122"/>
              </a:rPr>
              <a:t>网络拓扑结构是指网络中</a:t>
            </a:r>
            <a:r>
              <a:rPr lang="zh-CN" altLang="en-US" b="1" smtClean="0">
                <a:solidFill>
                  <a:srgbClr val="C00000"/>
                </a:solidFill>
                <a:latin typeface="楷体_GB2312" pitchFamily="49" charset="-122"/>
              </a:rPr>
              <a:t>节点</a:t>
            </a:r>
            <a:r>
              <a:rPr lang="zh-CN" altLang="en-US" smtClean="0">
                <a:latin typeface="楷体_GB2312" pitchFamily="49" charset="-122"/>
              </a:rPr>
              <a:t>的</a:t>
            </a:r>
            <a:r>
              <a:rPr lang="zh-CN" altLang="en-US" b="1" smtClean="0">
                <a:solidFill>
                  <a:srgbClr val="C00000"/>
                </a:solidFill>
                <a:latin typeface="楷体_GB2312" pitchFamily="49" charset="-122"/>
              </a:rPr>
              <a:t>物理连接形式</a:t>
            </a:r>
            <a:endParaRPr lang="zh-CN" altLang="en-US" smtClean="0">
              <a:latin typeface="楷体_GB2312" pitchFamily="49" charset="-122"/>
            </a:endParaRPr>
          </a:p>
          <a:p>
            <a:pPr lvl="1"/>
            <a:r>
              <a:rPr lang="zh-CN" altLang="en-US" smtClean="0">
                <a:latin typeface="楷体_GB2312" pitchFamily="49" charset="-122"/>
              </a:rPr>
              <a:t>环形</a:t>
            </a:r>
            <a:endParaRPr lang="en-US" altLang="zh-CN" smtClean="0">
              <a:latin typeface="楷体_GB2312" pitchFamily="49" charset="-122"/>
            </a:endParaRPr>
          </a:p>
          <a:p>
            <a:pPr lvl="1"/>
            <a:r>
              <a:rPr lang="zh-CN" altLang="en-US" smtClean="0">
                <a:latin typeface="楷体_GB2312" pitchFamily="49" charset="-122"/>
              </a:rPr>
              <a:t>星形</a:t>
            </a:r>
            <a:endParaRPr lang="en-US" altLang="zh-CN" smtClean="0">
              <a:latin typeface="楷体_GB2312" pitchFamily="49" charset="-122"/>
            </a:endParaRPr>
          </a:p>
          <a:p>
            <a:pPr lvl="1"/>
            <a:r>
              <a:rPr lang="zh-CN" altLang="en-US" smtClean="0">
                <a:latin typeface="楷体_GB2312" pitchFamily="49" charset="-122"/>
              </a:rPr>
              <a:t>总线形</a:t>
            </a:r>
            <a:endParaRPr lang="en-US" altLang="zh-CN" smtClean="0">
              <a:latin typeface="楷体_GB2312" pitchFamily="49" charset="-122"/>
            </a:endParaRPr>
          </a:p>
          <a:p>
            <a:pPr lvl="1"/>
            <a:r>
              <a:rPr lang="zh-CN" altLang="en-US" smtClean="0">
                <a:latin typeface="楷体_GB2312" pitchFamily="49" charset="-122"/>
              </a:rPr>
              <a:t>树形</a:t>
            </a:r>
          </a:p>
        </p:txBody>
      </p:sp>
      <p:sp>
        <p:nvSpPr>
          <p:cNvPr id="4" name="灯片编号占位符 3"/>
          <p:cNvSpPr>
            <a:spLocks noGrp="1"/>
          </p:cNvSpPr>
          <p:nvPr>
            <p:ph type="sldNum" sz="quarter" idx="12"/>
          </p:nvPr>
        </p:nvSpPr>
        <p:spPr/>
        <p:txBody>
          <a:bodyPr/>
          <a:lstStyle/>
          <a:p>
            <a:pPr>
              <a:defRPr/>
            </a:pPr>
            <a:fld id="{89F9C6E4-FCA1-4847-8BD1-034765A3C758}" type="slidenum">
              <a:rPr lang="zh-CN" altLang="en-US" smtClean="0"/>
              <a:pPr>
                <a:defRPr/>
              </a:pPr>
              <a:t>30</a:t>
            </a:fld>
            <a:endParaRPr lang="zh-CN" altLang="en-US"/>
          </a:p>
        </p:txBody>
      </p:sp>
      <p:pic>
        <p:nvPicPr>
          <p:cNvPr id="75780" name="Picture 4"/>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916238" y="1628775"/>
            <a:ext cx="5586412" cy="42735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cSld>
  <p:clrMapOvr>
    <a:masterClrMapping/>
  </p:clrMapOvr>
  <p:transition spd="slow">
    <p:push dir="u"/>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fade">
                                      <p:cBhvr>
                                        <p:cTn id="7" dur="1000"/>
                                        <p:tgtEl>
                                          <p:spTgt spid="3">
                                            <p:txEl>
                                              <p:pRg st="1" end="1"/>
                                            </p:txEl>
                                          </p:spTgt>
                                        </p:tgtEl>
                                      </p:cBhvr>
                                    </p:animEffect>
                                    <p:anim calcmode="lin" valueType="num">
                                      <p:cBhvr>
                                        <p:cTn id="8"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1" end="1"/>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fade">
                                      <p:cBhvr>
                                        <p:cTn id="12" dur="1000"/>
                                        <p:tgtEl>
                                          <p:spTgt spid="3">
                                            <p:txEl>
                                              <p:pRg st="2" end="2"/>
                                            </p:txEl>
                                          </p:spTgt>
                                        </p:tgtEl>
                                      </p:cBhvr>
                                    </p:animEffect>
                                    <p:anim calcmode="lin" valueType="num">
                                      <p:cBhvr>
                                        <p:cTn id="13"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2" end="2"/>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fade">
                                      <p:cBhvr>
                                        <p:cTn id="17" dur="1000"/>
                                        <p:tgtEl>
                                          <p:spTgt spid="3">
                                            <p:txEl>
                                              <p:pRg st="3" end="3"/>
                                            </p:txEl>
                                          </p:spTgt>
                                        </p:tgtEl>
                                      </p:cBhvr>
                                    </p:animEffect>
                                    <p:anim calcmode="lin" valueType="num">
                                      <p:cBhvr>
                                        <p:cTn id="18"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19" dur="1000" fill="hold"/>
                                        <p:tgtEl>
                                          <p:spTgt spid="3">
                                            <p:txEl>
                                              <p:pRg st="3" end="3"/>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3">
                                            <p:txEl>
                                              <p:pRg st="4" end="4"/>
                                            </p:txEl>
                                          </p:spTgt>
                                        </p:tgtEl>
                                        <p:attrNameLst>
                                          <p:attrName>style.visibility</p:attrName>
                                        </p:attrNameLst>
                                      </p:cBhvr>
                                      <p:to>
                                        <p:strVal val="visible"/>
                                      </p:to>
                                    </p:set>
                                    <p:animEffect transition="in" filter="fade">
                                      <p:cBhvr>
                                        <p:cTn id="22" dur="1000"/>
                                        <p:tgtEl>
                                          <p:spTgt spid="3">
                                            <p:txEl>
                                              <p:pRg st="4" end="4"/>
                                            </p:txEl>
                                          </p:spTgt>
                                        </p:tgtEl>
                                      </p:cBhvr>
                                    </p:animEffect>
                                    <p:anim calcmode="lin" valueType="num">
                                      <p:cBhvr>
                                        <p:cTn id="23"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24" dur="1000" fill="hold"/>
                                        <p:tgtEl>
                                          <p:spTgt spid="3">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25" fill="hold" nodeType="clickPar">
                      <p:stCondLst>
                        <p:cond delay="indefinite"/>
                      </p:stCondLst>
                      <p:childTnLst>
                        <p:par>
                          <p:cTn id="26" fill="hold" nodeType="withGroup">
                            <p:stCondLst>
                              <p:cond delay="0"/>
                            </p:stCondLst>
                            <p:childTnLst>
                              <p:par>
                                <p:cTn id="27" presetID="2" presetClass="entr" presetSubtype="4" fill="hold" nodeType="clickEffect">
                                  <p:stCondLst>
                                    <p:cond delay="0"/>
                                  </p:stCondLst>
                                  <p:childTnLst>
                                    <p:set>
                                      <p:cBhvr>
                                        <p:cTn id="28" dur="1" fill="hold">
                                          <p:stCondLst>
                                            <p:cond delay="0"/>
                                          </p:stCondLst>
                                        </p:cTn>
                                        <p:tgtEl>
                                          <p:spTgt spid="75780"/>
                                        </p:tgtEl>
                                        <p:attrNameLst>
                                          <p:attrName>style.visibility</p:attrName>
                                        </p:attrNameLst>
                                      </p:cBhvr>
                                      <p:to>
                                        <p:strVal val="visible"/>
                                      </p:to>
                                    </p:set>
                                    <p:anim calcmode="lin" valueType="num">
                                      <p:cBhvr additive="base">
                                        <p:cTn id="29" dur="500" fill="hold"/>
                                        <p:tgtEl>
                                          <p:spTgt spid="75780"/>
                                        </p:tgtEl>
                                        <p:attrNameLst>
                                          <p:attrName>ppt_x</p:attrName>
                                        </p:attrNameLst>
                                      </p:cBhvr>
                                      <p:tavLst>
                                        <p:tav tm="0">
                                          <p:val>
                                            <p:strVal val="#ppt_x"/>
                                          </p:val>
                                        </p:tav>
                                        <p:tav tm="100000">
                                          <p:val>
                                            <p:strVal val="#ppt_x"/>
                                          </p:val>
                                        </p:tav>
                                      </p:tavLst>
                                    </p:anim>
                                    <p:anim calcmode="lin" valueType="num">
                                      <p:cBhvr additive="base">
                                        <p:cTn id="30" dur="500" fill="hold"/>
                                        <p:tgtEl>
                                          <p:spTgt spid="7578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2.7</a:t>
            </a:r>
            <a:r>
              <a:rPr lang="zh-CN" altLang="en-US" dirty="0"/>
              <a:t>网络拓扑结构</a:t>
            </a:r>
          </a:p>
        </p:txBody>
      </p:sp>
      <p:sp>
        <p:nvSpPr>
          <p:cNvPr id="3" name="内容占位符 2"/>
          <p:cNvSpPr>
            <a:spLocks noGrp="1"/>
          </p:cNvSpPr>
          <p:nvPr>
            <p:ph idx="1"/>
          </p:nvPr>
        </p:nvSpPr>
        <p:spPr/>
        <p:txBody>
          <a:bodyPr/>
          <a:lstStyle/>
          <a:p>
            <a:r>
              <a:rPr lang="zh-CN" altLang="en-US" b="1" dirty="0" smtClean="0"/>
              <a:t>环形拓扑</a:t>
            </a:r>
            <a:r>
              <a:rPr lang="zh-CN" altLang="en-US" b="1" dirty="0" smtClean="0">
                <a:solidFill>
                  <a:srgbClr val="FF0000"/>
                </a:solidFill>
              </a:rPr>
              <a:t>特点</a:t>
            </a:r>
            <a:r>
              <a:rPr lang="zh-CN" altLang="en-US" dirty="0" smtClean="0"/>
              <a:t>：</a:t>
            </a:r>
            <a:endParaRPr lang="en-US" altLang="zh-CN" dirty="0" smtClean="0"/>
          </a:p>
          <a:p>
            <a:pPr lvl="1">
              <a:buFont typeface="Arial" panose="020B0604020202020204" pitchFamily="34" charset="0"/>
              <a:buChar char="•"/>
            </a:pPr>
            <a:r>
              <a:rPr lang="zh-CN" altLang="en-US" b="1" dirty="0" smtClean="0">
                <a:solidFill>
                  <a:srgbClr val="7030A0"/>
                </a:solidFill>
              </a:rPr>
              <a:t>网络节点通过点对点链路连接，构成一个封闭的环路；</a:t>
            </a:r>
            <a:endParaRPr lang="en-US" altLang="zh-CN" b="1" dirty="0" smtClean="0">
              <a:solidFill>
                <a:srgbClr val="7030A0"/>
              </a:solidFill>
            </a:endParaRPr>
          </a:p>
          <a:p>
            <a:pPr lvl="1">
              <a:buFont typeface="Arial" panose="020B0604020202020204" pitchFamily="34" charset="0"/>
              <a:buChar char="•"/>
            </a:pPr>
            <a:r>
              <a:rPr lang="zh-CN" altLang="en-US" b="1" dirty="0" smtClean="0">
                <a:solidFill>
                  <a:srgbClr val="7030A0"/>
                </a:solidFill>
              </a:rPr>
              <a:t>信号在环路上从一个设备到另一个设备单向传输，直到信号传输到目的地为止；</a:t>
            </a:r>
            <a:endParaRPr lang="en-US" altLang="zh-CN" b="1" dirty="0" smtClean="0">
              <a:solidFill>
                <a:srgbClr val="7030A0"/>
              </a:solidFill>
            </a:endParaRPr>
          </a:p>
          <a:p>
            <a:pPr lvl="1">
              <a:buFont typeface="Arial" panose="020B0604020202020204" pitchFamily="34" charset="0"/>
              <a:buChar char="•"/>
            </a:pPr>
            <a:r>
              <a:rPr lang="zh-CN" altLang="en-US" b="1" dirty="0" smtClean="0">
                <a:solidFill>
                  <a:srgbClr val="7030A0"/>
                </a:solidFill>
              </a:rPr>
              <a:t>每个节点都具备存取逻辑与收发控制；</a:t>
            </a:r>
            <a:endParaRPr lang="en-US" altLang="zh-CN" b="1" dirty="0" smtClean="0">
              <a:solidFill>
                <a:srgbClr val="7030A0"/>
              </a:solidFill>
            </a:endParaRPr>
          </a:p>
          <a:p>
            <a:pPr lvl="1">
              <a:buFont typeface="Arial" panose="020B0604020202020204" pitchFamily="34" charset="0"/>
              <a:buChar char="•"/>
            </a:pPr>
            <a:r>
              <a:rPr lang="zh-CN" altLang="en-US" b="1" dirty="0">
                <a:solidFill>
                  <a:srgbClr val="7030A0"/>
                </a:solidFill>
              </a:rPr>
              <a:t>一</a:t>
            </a:r>
            <a:r>
              <a:rPr lang="zh-CN" altLang="en-US" b="1" dirty="0" smtClean="0">
                <a:solidFill>
                  <a:srgbClr val="7030A0"/>
                </a:solidFill>
              </a:rPr>
              <a:t>个设备故障可能导致网络瘫痪。</a:t>
            </a:r>
            <a:endParaRPr lang="zh-CN" altLang="en-US" b="1" dirty="0">
              <a:solidFill>
                <a:srgbClr val="7030A0"/>
              </a:solidFill>
            </a:endParaRPr>
          </a:p>
        </p:txBody>
      </p:sp>
      <p:sp>
        <p:nvSpPr>
          <p:cNvPr id="4" name="灯片编号占位符 3"/>
          <p:cNvSpPr>
            <a:spLocks noGrp="1"/>
          </p:cNvSpPr>
          <p:nvPr>
            <p:ph type="sldNum" sz="quarter" idx="12"/>
          </p:nvPr>
        </p:nvSpPr>
        <p:spPr/>
        <p:txBody>
          <a:bodyPr/>
          <a:lstStyle/>
          <a:p>
            <a:pPr>
              <a:defRPr/>
            </a:pPr>
            <a:fld id="{DB2C62FB-46E7-4904-8367-A62FD6542C6B}" type="slidenum">
              <a:rPr lang="zh-CN" altLang="en-US" smtClean="0"/>
              <a:pPr>
                <a:defRPr/>
              </a:pPr>
              <a:t>31</a:t>
            </a:fld>
            <a:endParaRPr lang="zh-CN" altLang="en-US"/>
          </a:p>
        </p:txBody>
      </p:sp>
    </p:spTree>
    <p:extLst>
      <p:ext uri="{BB962C8B-B14F-4D97-AF65-F5344CB8AC3E}">
        <p14:creationId xmlns:p14="http://schemas.microsoft.com/office/powerpoint/2010/main" val="1648406550"/>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2.7</a:t>
            </a:r>
            <a:r>
              <a:rPr lang="zh-CN" altLang="en-US" dirty="0"/>
              <a:t>网络拓扑结构</a:t>
            </a:r>
          </a:p>
        </p:txBody>
      </p:sp>
      <p:sp>
        <p:nvSpPr>
          <p:cNvPr id="3" name="内容占位符 2"/>
          <p:cNvSpPr>
            <a:spLocks noGrp="1"/>
          </p:cNvSpPr>
          <p:nvPr>
            <p:ph idx="1"/>
          </p:nvPr>
        </p:nvSpPr>
        <p:spPr/>
        <p:txBody>
          <a:bodyPr/>
          <a:lstStyle/>
          <a:p>
            <a:r>
              <a:rPr lang="zh-CN" altLang="en-US" b="1" dirty="0"/>
              <a:t>星</a:t>
            </a:r>
            <a:r>
              <a:rPr lang="zh-CN" altLang="en-US" b="1" dirty="0" smtClean="0"/>
              <a:t>形拓扑</a:t>
            </a:r>
            <a:r>
              <a:rPr lang="zh-CN" altLang="en-US" b="1" dirty="0" smtClean="0">
                <a:solidFill>
                  <a:srgbClr val="FF0000"/>
                </a:solidFill>
              </a:rPr>
              <a:t>特点</a:t>
            </a:r>
            <a:r>
              <a:rPr lang="zh-CN" altLang="en-US" dirty="0" smtClean="0"/>
              <a:t>：</a:t>
            </a:r>
            <a:endParaRPr lang="en-US" altLang="zh-CN" dirty="0" smtClean="0"/>
          </a:p>
          <a:p>
            <a:pPr lvl="1">
              <a:buFont typeface="Arial" panose="020B0604020202020204" pitchFamily="34" charset="0"/>
              <a:buChar char="•"/>
            </a:pPr>
            <a:r>
              <a:rPr lang="zh-CN" altLang="en-US" b="1" dirty="0" smtClean="0">
                <a:solidFill>
                  <a:srgbClr val="7030A0"/>
                </a:solidFill>
              </a:rPr>
              <a:t>网络节点通过点对点连接到中央节点，任意两节点间的通信都通过中央节点进行；</a:t>
            </a:r>
            <a:endParaRPr lang="en-US" altLang="zh-CN" b="1" dirty="0" smtClean="0">
              <a:solidFill>
                <a:srgbClr val="7030A0"/>
              </a:solidFill>
            </a:endParaRPr>
          </a:p>
          <a:p>
            <a:pPr lvl="1">
              <a:buFont typeface="Arial" panose="020B0604020202020204" pitchFamily="34" charset="0"/>
              <a:buChar char="•"/>
            </a:pPr>
            <a:r>
              <a:rPr lang="zh-CN" altLang="en-US" b="1" dirty="0" smtClean="0">
                <a:solidFill>
                  <a:srgbClr val="7030A0"/>
                </a:solidFill>
              </a:rPr>
              <a:t>采用集中式通信控制策略，中央节点通信负担大，结构复杂，其余节点通信负担小，节点小；</a:t>
            </a:r>
            <a:endParaRPr lang="en-US" altLang="zh-CN" b="1" dirty="0" smtClean="0">
              <a:solidFill>
                <a:srgbClr val="7030A0"/>
              </a:solidFill>
            </a:endParaRPr>
          </a:p>
          <a:p>
            <a:pPr lvl="1">
              <a:buFont typeface="Arial" panose="020B0604020202020204" pitchFamily="34" charset="0"/>
              <a:buChar char="•"/>
            </a:pPr>
            <a:r>
              <a:rPr lang="zh-CN" altLang="en-US" b="1" dirty="0" smtClean="0">
                <a:solidFill>
                  <a:srgbClr val="7030A0"/>
                </a:solidFill>
              </a:rPr>
              <a:t>终端节点只承担较小的通信处理量，此拓扑适用于终端密集的场景。</a:t>
            </a:r>
            <a:endParaRPr lang="en-US" altLang="zh-CN" b="1" dirty="0" smtClean="0">
              <a:solidFill>
                <a:srgbClr val="7030A0"/>
              </a:solidFill>
            </a:endParaRPr>
          </a:p>
          <a:p>
            <a:pPr lvl="1">
              <a:buFont typeface="Arial" panose="020B0604020202020204" pitchFamily="34" charset="0"/>
              <a:buChar char="•"/>
            </a:pPr>
            <a:endParaRPr lang="zh-CN" altLang="en-US" b="1" dirty="0">
              <a:solidFill>
                <a:srgbClr val="7030A0"/>
              </a:solidFill>
            </a:endParaRPr>
          </a:p>
        </p:txBody>
      </p:sp>
      <p:sp>
        <p:nvSpPr>
          <p:cNvPr id="4" name="灯片编号占位符 3"/>
          <p:cNvSpPr>
            <a:spLocks noGrp="1"/>
          </p:cNvSpPr>
          <p:nvPr>
            <p:ph type="sldNum" sz="quarter" idx="12"/>
          </p:nvPr>
        </p:nvSpPr>
        <p:spPr/>
        <p:txBody>
          <a:bodyPr/>
          <a:lstStyle/>
          <a:p>
            <a:pPr>
              <a:defRPr/>
            </a:pPr>
            <a:fld id="{DB2C62FB-46E7-4904-8367-A62FD6542C6B}" type="slidenum">
              <a:rPr lang="zh-CN" altLang="en-US" smtClean="0"/>
              <a:pPr>
                <a:defRPr/>
              </a:pPr>
              <a:t>32</a:t>
            </a:fld>
            <a:endParaRPr lang="zh-CN" altLang="en-US"/>
          </a:p>
        </p:txBody>
      </p:sp>
    </p:spTree>
    <p:extLst>
      <p:ext uri="{BB962C8B-B14F-4D97-AF65-F5344CB8AC3E}">
        <p14:creationId xmlns:p14="http://schemas.microsoft.com/office/powerpoint/2010/main" val="1580052087"/>
      </p:ext>
    </p:extLst>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2.7</a:t>
            </a:r>
            <a:r>
              <a:rPr lang="zh-CN" altLang="en-US" dirty="0"/>
              <a:t>网络拓扑结构</a:t>
            </a:r>
          </a:p>
        </p:txBody>
      </p:sp>
      <p:sp>
        <p:nvSpPr>
          <p:cNvPr id="3" name="内容占位符 2"/>
          <p:cNvSpPr>
            <a:spLocks noGrp="1"/>
          </p:cNvSpPr>
          <p:nvPr>
            <p:ph idx="1"/>
          </p:nvPr>
        </p:nvSpPr>
        <p:spPr/>
        <p:txBody>
          <a:bodyPr/>
          <a:lstStyle/>
          <a:p>
            <a:r>
              <a:rPr lang="zh-CN" altLang="en-US" b="1" dirty="0" smtClean="0"/>
              <a:t>总线形拓扑</a:t>
            </a:r>
            <a:r>
              <a:rPr lang="zh-CN" altLang="en-US" b="1" dirty="0" smtClean="0">
                <a:solidFill>
                  <a:srgbClr val="FF0000"/>
                </a:solidFill>
              </a:rPr>
              <a:t>特点</a:t>
            </a:r>
            <a:r>
              <a:rPr lang="zh-CN" altLang="en-US" dirty="0" smtClean="0"/>
              <a:t>：</a:t>
            </a:r>
            <a:endParaRPr lang="en-US" altLang="zh-CN" dirty="0" smtClean="0"/>
          </a:p>
          <a:p>
            <a:pPr lvl="1">
              <a:buFont typeface="Arial" panose="020B0604020202020204" pitchFamily="34" charset="0"/>
              <a:buChar char="•"/>
            </a:pPr>
            <a:r>
              <a:rPr lang="zh-CN" altLang="en-US" b="1" dirty="0" smtClean="0">
                <a:solidFill>
                  <a:srgbClr val="7030A0"/>
                </a:solidFill>
              </a:rPr>
              <a:t>以主干电缆未传输介质，网络节点通过分布式电缆与总线相连；</a:t>
            </a:r>
            <a:endParaRPr lang="en-US" altLang="zh-CN" b="1" dirty="0" smtClean="0">
              <a:solidFill>
                <a:srgbClr val="7030A0"/>
              </a:solidFill>
            </a:endParaRPr>
          </a:p>
          <a:p>
            <a:pPr lvl="1">
              <a:buFont typeface="Arial" panose="020B0604020202020204" pitchFamily="34" charset="0"/>
              <a:buChar char="•"/>
            </a:pPr>
            <a:r>
              <a:rPr lang="zh-CN" altLang="en-US" b="1" dirty="0" smtClean="0">
                <a:solidFill>
                  <a:srgbClr val="7030A0"/>
                </a:solidFill>
              </a:rPr>
              <a:t>一个网络节点发送数据，所有其他节点都能接收，需要某种介质存取访问控制方式，从而确定下一时刻向总线发送数据的节点；</a:t>
            </a:r>
            <a:endParaRPr lang="en-US" altLang="zh-CN" b="1" dirty="0" smtClean="0">
              <a:solidFill>
                <a:srgbClr val="7030A0"/>
              </a:solidFill>
            </a:endParaRPr>
          </a:p>
          <a:p>
            <a:pPr lvl="1">
              <a:buFont typeface="Arial" panose="020B0604020202020204" pitchFamily="34" charset="0"/>
              <a:buChar char="•"/>
            </a:pPr>
            <a:r>
              <a:rPr lang="zh-CN" altLang="en-US" b="1" dirty="0" smtClean="0">
                <a:solidFill>
                  <a:srgbClr val="7030A0"/>
                </a:solidFill>
              </a:rPr>
              <a:t>总线数据可一对一发送，也可以分组发送，或进行广播。</a:t>
            </a:r>
            <a:endParaRPr lang="en-US" altLang="zh-CN" b="1" dirty="0" smtClean="0">
              <a:solidFill>
                <a:srgbClr val="7030A0"/>
              </a:solidFill>
            </a:endParaRPr>
          </a:p>
          <a:p>
            <a:pPr lvl="1">
              <a:buFont typeface="Arial" panose="020B0604020202020204" pitchFamily="34" charset="0"/>
              <a:buChar char="•"/>
            </a:pPr>
            <a:endParaRPr lang="zh-CN" altLang="en-US" b="1" dirty="0">
              <a:solidFill>
                <a:srgbClr val="7030A0"/>
              </a:solidFill>
            </a:endParaRPr>
          </a:p>
        </p:txBody>
      </p:sp>
      <p:sp>
        <p:nvSpPr>
          <p:cNvPr id="4" name="灯片编号占位符 3"/>
          <p:cNvSpPr>
            <a:spLocks noGrp="1"/>
          </p:cNvSpPr>
          <p:nvPr>
            <p:ph type="sldNum" sz="quarter" idx="12"/>
          </p:nvPr>
        </p:nvSpPr>
        <p:spPr/>
        <p:txBody>
          <a:bodyPr/>
          <a:lstStyle/>
          <a:p>
            <a:pPr>
              <a:defRPr/>
            </a:pPr>
            <a:fld id="{DB2C62FB-46E7-4904-8367-A62FD6542C6B}" type="slidenum">
              <a:rPr lang="zh-CN" altLang="en-US" smtClean="0"/>
              <a:pPr>
                <a:defRPr/>
              </a:pPr>
              <a:t>33</a:t>
            </a:fld>
            <a:endParaRPr lang="zh-CN" altLang="en-US"/>
          </a:p>
        </p:txBody>
      </p:sp>
    </p:spTree>
    <p:extLst>
      <p:ext uri="{BB962C8B-B14F-4D97-AF65-F5344CB8AC3E}">
        <p14:creationId xmlns:p14="http://schemas.microsoft.com/office/powerpoint/2010/main" val="3817053514"/>
      </p:ext>
    </p:extLst>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2.7</a:t>
            </a:r>
            <a:r>
              <a:rPr lang="zh-CN" altLang="en-US" dirty="0"/>
              <a:t>网络拓扑结构</a:t>
            </a:r>
          </a:p>
        </p:txBody>
      </p:sp>
      <p:sp>
        <p:nvSpPr>
          <p:cNvPr id="3" name="内容占位符 2"/>
          <p:cNvSpPr>
            <a:spLocks noGrp="1"/>
          </p:cNvSpPr>
          <p:nvPr>
            <p:ph idx="1"/>
          </p:nvPr>
        </p:nvSpPr>
        <p:spPr/>
        <p:txBody>
          <a:bodyPr/>
          <a:lstStyle/>
          <a:p>
            <a:r>
              <a:rPr lang="zh-CN" altLang="en-US" b="1" dirty="0" smtClean="0"/>
              <a:t>树形拓扑</a:t>
            </a:r>
            <a:r>
              <a:rPr lang="zh-CN" altLang="en-US" b="1" dirty="0" smtClean="0">
                <a:solidFill>
                  <a:srgbClr val="FF0000"/>
                </a:solidFill>
              </a:rPr>
              <a:t>特点</a:t>
            </a:r>
            <a:r>
              <a:rPr lang="zh-CN" altLang="en-US" dirty="0" smtClean="0"/>
              <a:t>：</a:t>
            </a:r>
            <a:endParaRPr lang="en-US" altLang="zh-CN" dirty="0" smtClean="0"/>
          </a:p>
          <a:p>
            <a:pPr lvl="1">
              <a:buFont typeface="Arial" panose="020B0604020202020204" pitchFamily="34" charset="0"/>
              <a:buChar char="•"/>
            </a:pPr>
            <a:r>
              <a:rPr lang="zh-CN" altLang="en-US" b="1" dirty="0" smtClean="0">
                <a:solidFill>
                  <a:srgbClr val="7030A0"/>
                </a:solidFill>
              </a:rPr>
              <a:t>星形</a:t>
            </a:r>
            <a:r>
              <a:rPr lang="en-US" altLang="zh-CN" b="1" dirty="0" smtClean="0">
                <a:solidFill>
                  <a:srgbClr val="7030A0"/>
                </a:solidFill>
              </a:rPr>
              <a:t>/</a:t>
            </a:r>
            <a:r>
              <a:rPr lang="zh-CN" altLang="en-US" b="1" dirty="0" smtClean="0">
                <a:solidFill>
                  <a:srgbClr val="7030A0"/>
                </a:solidFill>
              </a:rPr>
              <a:t>总线形拓扑的扩展；</a:t>
            </a:r>
            <a:endParaRPr lang="en-US" altLang="zh-CN" b="1" dirty="0" smtClean="0">
              <a:solidFill>
                <a:srgbClr val="7030A0"/>
              </a:solidFill>
            </a:endParaRPr>
          </a:p>
          <a:p>
            <a:pPr lvl="1">
              <a:buFont typeface="Arial" panose="020B0604020202020204" pitchFamily="34" charset="0"/>
              <a:buChar char="•"/>
            </a:pPr>
            <a:r>
              <a:rPr lang="zh-CN" altLang="en-US" b="1" dirty="0">
                <a:solidFill>
                  <a:srgbClr val="7030A0"/>
                </a:solidFill>
              </a:rPr>
              <a:t>一</a:t>
            </a:r>
            <a:r>
              <a:rPr lang="zh-CN" altLang="en-US" b="1" dirty="0" smtClean="0">
                <a:solidFill>
                  <a:srgbClr val="7030A0"/>
                </a:solidFill>
              </a:rPr>
              <a:t>个节点发送数据，其他节点都能接收，可完成多点广播式报文发送；</a:t>
            </a:r>
            <a:endParaRPr lang="en-US" altLang="zh-CN" b="1" dirty="0" smtClean="0">
              <a:solidFill>
                <a:srgbClr val="7030A0"/>
              </a:solidFill>
            </a:endParaRPr>
          </a:p>
          <a:p>
            <a:pPr lvl="1">
              <a:buFont typeface="Arial" panose="020B0604020202020204" pitchFamily="34" charset="0"/>
              <a:buChar char="•"/>
            </a:pPr>
            <a:r>
              <a:rPr lang="zh-CN" altLang="en-US" b="1" dirty="0" smtClean="0">
                <a:solidFill>
                  <a:srgbClr val="7030A0"/>
                </a:solidFill>
              </a:rPr>
              <a:t>对网络节点数量、传输速率和数据类型没有限制；</a:t>
            </a:r>
            <a:endParaRPr lang="en-US" altLang="zh-CN" b="1" dirty="0" smtClean="0">
              <a:solidFill>
                <a:srgbClr val="7030A0"/>
              </a:solidFill>
            </a:endParaRPr>
          </a:p>
          <a:p>
            <a:pPr lvl="1">
              <a:buFont typeface="Arial" panose="020B0604020202020204" pitchFamily="34" charset="0"/>
              <a:buChar char="•"/>
            </a:pPr>
            <a:r>
              <a:rPr lang="zh-CN" altLang="en-US" b="1" dirty="0" smtClean="0">
                <a:solidFill>
                  <a:srgbClr val="7030A0"/>
                </a:solidFill>
              </a:rPr>
              <a:t>适用于分主次、分等级的层次型管理系统</a:t>
            </a:r>
            <a:endParaRPr lang="en-US" altLang="zh-CN" b="1" dirty="0" smtClean="0">
              <a:solidFill>
                <a:srgbClr val="7030A0"/>
              </a:solidFill>
            </a:endParaRPr>
          </a:p>
          <a:p>
            <a:pPr lvl="1">
              <a:buFont typeface="Arial" panose="020B0604020202020204" pitchFamily="34" charset="0"/>
              <a:buChar char="•"/>
            </a:pPr>
            <a:endParaRPr lang="zh-CN" altLang="en-US" b="1" dirty="0">
              <a:solidFill>
                <a:srgbClr val="7030A0"/>
              </a:solidFill>
            </a:endParaRPr>
          </a:p>
        </p:txBody>
      </p:sp>
      <p:sp>
        <p:nvSpPr>
          <p:cNvPr id="4" name="灯片编号占位符 3"/>
          <p:cNvSpPr>
            <a:spLocks noGrp="1"/>
          </p:cNvSpPr>
          <p:nvPr>
            <p:ph type="sldNum" sz="quarter" idx="12"/>
          </p:nvPr>
        </p:nvSpPr>
        <p:spPr/>
        <p:txBody>
          <a:bodyPr/>
          <a:lstStyle/>
          <a:p>
            <a:pPr>
              <a:defRPr/>
            </a:pPr>
            <a:fld id="{DB2C62FB-46E7-4904-8367-A62FD6542C6B}" type="slidenum">
              <a:rPr lang="zh-CN" altLang="en-US" smtClean="0"/>
              <a:pPr>
                <a:defRPr/>
              </a:pPr>
              <a:t>34</a:t>
            </a:fld>
            <a:endParaRPr lang="zh-CN" altLang="en-US"/>
          </a:p>
        </p:txBody>
      </p:sp>
    </p:spTree>
    <p:extLst>
      <p:ext uri="{BB962C8B-B14F-4D97-AF65-F5344CB8AC3E}">
        <p14:creationId xmlns:p14="http://schemas.microsoft.com/office/powerpoint/2010/main" val="2876247830"/>
      </p:ext>
    </p:extLst>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8" name="标题 1"/>
          <p:cNvSpPr>
            <a:spLocks noGrp="1"/>
          </p:cNvSpPr>
          <p:nvPr>
            <p:ph type="title"/>
          </p:nvPr>
        </p:nvSpPr>
        <p:spPr>
          <a:xfrm>
            <a:off x="107950" y="44450"/>
            <a:ext cx="7343775" cy="792163"/>
          </a:xfrm>
        </p:spPr>
        <p:txBody>
          <a:bodyPr/>
          <a:lstStyle/>
          <a:p>
            <a:pPr eaLnBrk="1" hangingPunct="1"/>
            <a:r>
              <a:rPr lang="zh-CN" altLang="en-US" smtClean="0"/>
              <a:t>第</a:t>
            </a:r>
            <a:r>
              <a:rPr lang="en-US" altLang="zh-CN" smtClean="0"/>
              <a:t>2</a:t>
            </a:r>
            <a:r>
              <a:rPr lang="zh-CN" altLang="en-US" smtClean="0"/>
              <a:t>章 数据通信与网络基础</a:t>
            </a:r>
          </a:p>
        </p:txBody>
      </p:sp>
      <p:sp>
        <p:nvSpPr>
          <p:cNvPr id="50179" name="内容占位符 2"/>
          <p:cNvSpPr>
            <a:spLocks noGrp="1"/>
          </p:cNvSpPr>
          <p:nvPr>
            <p:ph idx="1"/>
          </p:nvPr>
        </p:nvSpPr>
        <p:spPr>
          <a:xfrm>
            <a:off x="107950" y="981075"/>
            <a:ext cx="8928100" cy="5102225"/>
          </a:xfrm>
        </p:spPr>
        <p:txBody>
          <a:bodyPr/>
          <a:lstStyle/>
          <a:p>
            <a:pPr eaLnBrk="1" hangingPunct="1"/>
            <a:r>
              <a:rPr lang="en-US" altLang="zh-CN" smtClean="0"/>
              <a:t>2.1 </a:t>
            </a:r>
            <a:r>
              <a:rPr lang="zh-CN" altLang="en-US" smtClean="0"/>
              <a:t>基本术语</a:t>
            </a:r>
            <a:endParaRPr lang="en-US" altLang="zh-CN" smtClean="0"/>
          </a:p>
          <a:p>
            <a:pPr eaLnBrk="1" hangingPunct="1"/>
            <a:r>
              <a:rPr lang="en-US" altLang="zh-CN" smtClean="0"/>
              <a:t>2.2 </a:t>
            </a:r>
            <a:r>
              <a:rPr lang="zh-CN" altLang="en-US" smtClean="0"/>
              <a:t>数据编码</a:t>
            </a:r>
            <a:endParaRPr lang="en-US" altLang="zh-CN" smtClean="0"/>
          </a:p>
          <a:p>
            <a:pPr eaLnBrk="1" hangingPunct="1"/>
            <a:r>
              <a:rPr lang="en-US" altLang="zh-CN" smtClean="0"/>
              <a:t>2.3 </a:t>
            </a:r>
            <a:r>
              <a:rPr lang="zh-CN" altLang="en-US" smtClean="0"/>
              <a:t>数据传输方式</a:t>
            </a:r>
            <a:endParaRPr lang="en-US" altLang="zh-CN" smtClean="0"/>
          </a:p>
          <a:p>
            <a:pPr eaLnBrk="1" hangingPunct="1"/>
            <a:r>
              <a:rPr lang="en-US" altLang="zh-CN" smtClean="0"/>
              <a:t>2.4 </a:t>
            </a:r>
            <a:r>
              <a:rPr lang="zh-CN" altLang="en-US" smtClean="0"/>
              <a:t>通信线路工作方式</a:t>
            </a:r>
            <a:endParaRPr lang="en-US" altLang="zh-CN" smtClean="0"/>
          </a:p>
          <a:p>
            <a:pPr eaLnBrk="1" hangingPunct="1"/>
            <a:r>
              <a:rPr lang="en-US" altLang="zh-CN" smtClean="0"/>
              <a:t>2.5 </a:t>
            </a:r>
            <a:r>
              <a:rPr lang="zh-CN" altLang="en-US" smtClean="0"/>
              <a:t>信号传输模式</a:t>
            </a:r>
            <a:endParaRPr lang="en-US" altLang="zh-CN" smtClean="0"/>
          </a:p>
          <a:p>
            <a:pPr eaLnBrk="1" hangingPunct="1"/>
            <a:r>
              <a:rPr lang="en-US" altLang="zh-CN" smtClean="0"/>
              <a:t>2.6</a:t>
            </a:r>
            <a:r>
              <a:rPr lang="zh-CN" altLang="en-US" smtClean="0"/>
              <a:t> 差错检测及校正</a:t>
            </a:r>
            <a:endParaRPr lang="en-US" altLang="zh-CN" smtClean="0"/>
          </a:p>
          <a:p>
            <a:pPr eaLnBrk="1" hangingPunct="1"/>
            <a:r>
              <a:rPr lang="en-US" altLang="zh-CN" smtClean="0"/>
              <a:t>2.7 </a:t>
            </a:r>
            <a:r>
              <a:rPr lang="zh-CN" altLang="en-US" smtClean="0"/>
              <a:t>网络拓扑</a:t>
            </a:r>
            <a:endParaRPr lang="en-US" altLang="zh-CN" smtClean="0"/>
          </a:p>
          <a:p>
            <a:pPr eaLnBrk="1" hangingPunct="1"/>
            <a:r>
              <a:rPr lang="en-US" altLang="zh-CN" smtClean="0">
                <a:solidFill>
                  <a:srgbClr val="FF0000"/>
                </a:solidFill>
              </a:rPr>
              <a:t>2.8 </a:t>
            </a:r>
            <a:r>
              <a:rPr lang="zh-CN" altLang="en-US" smtClean="0">
                <a:solidFill>
                  <a:srgbClr val="FF0000"/>
                </a:solidFill>
              </a:rPr>
              <a:t>网络的传输介质</a:t>
            </a:r>
            <a:endParaRPr lang="en-US" altLang="zh-CN" smtClean="0">
              <a:solidFill>
                <a:srgbClr val="FF0000"/>
              </a:solidFill>
            </a:endParaRPr>
          </a:p>
        </p:txBody>
      </p:sp>
      <p:sp>
        <p:nvSpPr>
          <p:cNvPr id="3" name="灯片编号占位符 2"/>
          <p:cNvSpPr>
            <a:spLocks noGrp="1"/>
          </p:cNvSpPr>
          <p:nvPr>
            <p:ph type="sldNum" sz="quarter" idx="12"/>
          </p:nvPr>
        </p:nvSpPr>
        <p:spPr/>
        <p:txBody>
          <a:bodyPr/>
          <a:lstStyle/>
          <a:p>
            <a:pPr>
              <a:defRPr/>
            </a:pPr>
            <a:fld id="{CF9D7E07-A415-495D-B99F-8275C513AC18}" type="slidenum">
              <a:rPr lang="zh-CN" altLang="en-US" smtClean="0"/>
              <a:pPr>
                <a:defRPr/>
              </a:pPr>
              <a:t>35</a:t>
            </a:fld>
            <a:endParaRPr lang="zh-CN" altLang="en-US"/>
          </a:p>
        </p:txBody>
      </p:sp>
    </p:spTree>
  </p:cSld>
  <p:clrMapOvr>
    <a:masterClrMapping/>
  </p:clrMapOvr>
  <p:transition spd="slow">
    <p:push dir="u"/>
  </p:transition>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2" name="标题 1"/>
          <p:cNvSpPr>
            <a:spLocks noGrp="1"/>
          </p:cNvSpPr>
          <p:nvPr>
            <p:ph type="title"/>
          </p:nvPr>
        </p:nvSpPr>
        <p:spPr>
          <a:xfrm>
            <a:off x="107950" y="44450"/>
            <a:ext cx="7343775" cy="792163"/>
          </a:xfrm>
        </p:spPr>
        <p:txBody>
          <a:bodyPr/>
          <a:lstStyle/>
          <a:p>
            <a:r>
              <a:rPr lang="en-US" altLang="zh-CN" smtClean="0"/>
              <a:t>2.8 </a:t>
            </a:r>
            <a:r>
              <a:rPr lang="zh-CN" altLang="en-US" smtClean="0"/>
              <a:t>网络的传输介质</a:t>
            </a:r>
          </a:p>
        </p:txBody>
      </p:sp>
      <p:sp>
        <p:nvSpPr>
          <p:cNvPr id="3" name="内容占位符 2"/>
          <p:cNvSpPr>
            <a:spLocks noGrp="1"/>
          </p:cNvSpPr>
          <p:nvPr>
            <p:ph idx="1"/>
          </p:nvPr>
        </p:nvSpPr>
        <p:spPr>
          <a:xfrm>
            <a:off x="107950" y="981075"/>
            <a:ext cx="8928100" cy="5102225"/>
          </a:xfrm>
        </p:spPr>
        <p:txBody>
          <a:bodyPr/>
          <a:lstStyle/>
          <a:p>
            <a:pPr>
              <a:defRPr/>
            </a:pPr>
            <a:r>
              <a:rPr lang="zh-CN" altLang="en-US" dirty="0">
                <a:latin typeface="宋体" pitchFamily="2" charset="-122"/>
              </a:rPr>
              <a:t>传输介质</a:t>
            </a:r>
            <a:r>
              <a:rPr lang="zh-CN" altLang="en-US" dirty="0" smtClean="0">
                <a:latin typeface="宋体" pitchFamily="2" charset="-122"/>
              </a:rPr>
              <a:t>的</a:t>
            </a:r>
            <a:r>
              <a:rPr lang="zh-CN" altLang="en-US" b="1" dirty="0" smtClean="0">
                <a:solidFill>
                  <a:srgbClr val="FF0000"/>
                </a:solidFill>
                <a:latin typeface="宋体" pitchFamily="2" charset="-122"/>
              </a:rPr>
              <a:t>特性</a:t>
            </a:r>
            <a:r>
              <a:rPr lang="zh-CN" altLang="en-US" dirty="0" smtClean="0">
                <a:latin typeface="宋体" pitchFamily="2" charset="-122"/>
              </a:rPr>
              <a:t>对</a:t>
            </a:r>
            <a:r>
              <a:rPr lang="zh-CN" altLang="en-US" dirty="0">
                <a:latin typeface="宋体" pitchFamily="2" charset="-122"/>
              </a:rPr>
              <a:t>网络中数据通信质量影响</a:t>
            </a:r>
            <a:r>
              <a:rPr lang="zh-CN" altLang="en-US" dirty="0" smtClean="0">
                <a:latin typeface="宋体" pitchFamily="2" charset="-122"/>
              </a:rPr>
              <a:t>较大，这些特性包括：</a:t>
            </a:r>
            <a:endParaRPr lang="en-US" altLang="zh-CN" dirty="0" smtClean="0">
              <a:latin typeface="宋体" pitchFamily="2" charset="-122"/>
            </a:endParaRPr>
          </a:p>
          <a:p>
            <a:pPr marL="692150" lvl="1" indent="-292100">
              <a:lnSpc>
                <a:spcPct val="115000"/>
              </a:lnSpc>
              <a:buSzPct val="85000"/>
              <a:defRPr/>
            </a:pPr>
            <a:r>
              <a:rPr lang="zh-CN" altLang="en-US" sz="2400" b="1" dirty="0">
                <a:solidFill>
                  <a:srgbClr val="FF5050"/>
                </a:solidFill>
                <a:latin typeface="楷体_GB2312" pitchFamily="49" charset="-122"/>
              </a:rPr>
              <a:t>物理特性</a:t>
            </a:r>
            <a:r>
              <a:rPr lang="zh-CN" altLang="en-US" sz="2400" dirty="0">
                <a:latin typeface="楷体_GB2312" pitchFamily="49" charset="-122"/>
              </a:rPr>
              <a:t>：传输介质物理结构的描述；</a:t>
            </a:r>
          </a:p>
          <a:p>
            <a:pPr marL="692150" lvl="1" indent="-292100">
              <a:lnSpc>
                <a:spcPct val="115000"/>
              </a:lnSpc>
              <a:buSzPct val="85000"/>
              <a:defRPr/>
            </a:pPr>
            <a:r>
              <a:rPr lang="zh-CN" altLang="en-US" sz="2400" b="1" dirty="0" smtClean="0">
                <a:solidFill>
                  <a:srgbClr val="FF5050"/>
                </a:solidFill>
                <a:latin typeface="楷体_GB2312" pitchFamily="49" charset="-122"/>
              </a:rPr>
              <a:t>传输</a:t>
            </a:r>
            <a:r>
              <a:rPr lang="zh-CN" altLang="en-US" sz="2400" b="1" dirty="0">
                <a:solidFill>
                  <a:srgbClr val="FF5050"/>
                </a:solidFill>
                <a:latin typeface="楷体_GB2312" pitchFamily="49" charset="-122"/>
              </a:rPr>
              <a:t>特性</a:t>
            </a:r>
            <a:r>
              <a:rPr lang="zh-CN" altLang="en-US" sz="2400" dirty="0">
                <a:latin typeface="楷体_GB2312" pitchFamily="49" charset="-122"/>
              </a:rPr>
              <a:t>：允许传输数字或模拟信号以及调制技术、传输容量、传输的频率范围</a:t>
            </a:r>
          </a:p>
          <a:p>
            <a:pPr marL="692150" lvl="1" indent="-292100">
              <a:lnSpc>
                <a:spcPct val="115000"/>
              </a:lnSpc>
              <a:buSzPct val="85000"/>
              <a:defRPr/>
            </a:pPr>
            <a:r>
              <a:rPr lang="zh-CN" altLang="en-US" sz="2400" b="1" dirty="0" smtClean="0">
                <a:solidFill>
                  <a:srgbClr val="FF5050"/>
                </a:solidFill>
                <a:latin typeface="楷体_GB2312" pitchFamily="49" charset="-122"/>
              </a:rPr>
              <a:t>连通</a:t>
            </a:r>
            <a:r>
              <a:rPr lang="zh-CN" altLang="en-US" sz="2400" b="1" dirty="0">
                <a:solidFill>
                  <a:srgbClr val="FF5050"/>
                </a:solidFill>
                <a:latin typeface="楷体_GB2312" pitchFamily="49" charset="-122"/>
              </a:rPr>
              <a:t>特性</a:t>
            </a:r>
            <a:r>
              <a:rPr lang="zh-CN" altLang="en-US" sz="2400" dirty="0">
                <a:latin typeface="楷体_GB2312" pitchFamily="49" charset="-122"/>
              </a:rPr>
              <a:t>：允许点</a:t>
            </a:r>
            <a:r>
              <a:rPr lang="en-US" altLang="zh-CN" sz="2400" dirty="0">
                <a:latin typeface="楷体_GB2312" pitchFamily="49" charset="-122"/>
              </a:rPr>
              <a:t>-</a:t>
            </a:r>
            <a:r>
              <a:rPr lang="zh-CN" altLang="en-US" sz="2400" dirty="0">
                <a:latin typeface="楷体_GB2312" pitchFamily="49" charset="-122"/>
              </a:rPr>
              <a:t>点或多点连接；</a:t>
            </a:r>
          </a:p>
          <a:p>
            <a:pPr marL="692150" lvl="1" indent="-292100">
              <a:lnSpc>
                <a:spcPct val="115000"/>
              </a:lnSpc>
              <a:buSzPct val="85000"/>
              <a:defRPr/>
            </a:pPr>
            <a:r>
              <a:rPr lang="zh-CN" altLang="en-US" sz="2400" b="1" dirty="0" smtClean="0">
                <a:solidFill>
                  <a:srgbClr val="FF5050"/>
                </a:solidFill>
                <a:latin typeface="楷体_GB2312" pitchFamily="49" charset="-122"/>
              </a:rPr>
              <a:t>地理</a:t>
            </a:r>
            <a:r>
              <a:rPr lang="zh-CN" altLang="en-US" sz="2400" b="1" dirty="0">
                <a:solidFill>
                  <a:srgbClr val="FF5050"/>
                </a:solidFill>
                <a:latin typeface="楷体_GB2312" pitchFamily="49" charset="-122"/>
              </a:rPr>
              <a:t>范围</a:t>
            </a:r>
            <a:r>
              <a:rPr lang="zh-CN" altLang="en-US" sz="2400" dirty="0">
                <a:latin typeface="楷体_GB2312" pitchFamily="49" charset="-122"/>
              </a:rPr>
              <a:t>：传输介质最大传输距离；</a:t>
            </a:r>
          </a:p>
          <a:p>
            <a:pPr marL="692150" lvl="1" indent="-292100">
              <a:lnSpc>
                <a:spcPct val="115000"/>
              </a:lnSpc>
              <a:buSzPct val="85000"/>
              <a:defRPr/>
            </a:pPr>
            <a:r>
              <a:rPr lang="zh-CN" altLang="en-US" sz="2400" b="1" dirty="0" smtClean="0">
                <a:solidFill>
                  <a:srgbClr val="FF5050"/>
                </a:solidFill>
                <a:latin typeface="楷体_GB2312" pitchFamily="49" charset="-122"/>
              </a:rPr>
              <a:t>抗干扰性</a:t>
            </a:r>
            <a:r>
              <a:rPr lang="zh-CN" altLang="en-US" sz="2400" dirty="0">
                <a:latin typeface="楷体_GB2312" pitchFamily="49" charset="-122"/>
              </a:rPr>
              <a:t>：传输介质防止噪声与电磁干扰对传输数据影响的能力；</a:t>
            </a:r>
          </a:p>
          <a:p>
            <a:pPr marL="692150" lvl="1" indent="-292100">
              <a:lnSpc>
                <a:spcPct val="115000"/>
              </a:lnSpc>
              <a:buSzPct val="85000"/>
              <a:defRPr/>
            </a:pPr>
            <a:r>
              <a:rPr lang="zh-CN" altLang="en-US" sz="2400" b="1" dirty="0" smtClean="0">
                <a:solidFill>
                  <a:srgbClr val="FF5050"/>
                </a:solidFill>
                <a:latin typeface="楷体_GB2312" pitchFamily="49" charset="-122"/>
              </a:rPr>
              <a:t>相对</a:t>
            </a:r>
            <a:r>
              <a:rPr lang="zh-CN" altLang="en-US" sz="2400" b="1" dirty="0">
                <a:solidFill>
                  <a:srgbClr val="FF5050"/>
                </a:solidFill>
                <a:latin typeface="楷体_GB2312" pitchFamily="49" charset="-122"/>
              </a:rPr>
              <a:t>价格</a:t>
            </a:r>
            <a:r>
              <a:rPr lang="zh-CN" altLang="en-US" sz="2400" dirty="0">
                <a:latin typeface="楷体_GB2312" pitchFamily="49" charset="-122"/>
              </a:rPr>
              <a:t>：器件、安装与维护费用。</a:t>
            </a:r>
          </a:p>
          <a:p>
            <a:pPr lvl="1">
              <a:defRPr/>
            </a:pPr>
            <a:endParaRPr lang="zh-CN" altLang="en-US" dirty="0"/>
          </a:p>
        </p:txBody>
      </p:sp>
      <p:sp>
        <p:nvSpPr>
          <p:cNvPr id="4" name="灯片编号占位符 3"/>
          <p:cNvSpPr>
            <a:spLocks noGrp="1"/>
          </p:cNvSpPr>
          <p:nvPr>
            <p:ph type="sldNum" sz="quarter" idx="12"/>
          </p:nvPr>
        </p:nvSpPr>
        <p:spPr/>
        <p:txBody>
          <a:bodyPr/>
          <a:lstStyle/>
          <a:p>
            <a:pPr>
              <a:defRPr/>
            </a:pPr>
            <a:fld id="{338FA8D3-EA35-4247-85DC-968BFE4AAA11}" type="slidenum">
              <a:rPr lang="zh-CN" altLang="en-US" smtClean="0"/>
              <a:pPr>
                <a:defRPr/>
              </a:pPr>
              <a:t>36</a:t>
            </a:fld>
            <a:endParaRPr lang="zh-CN" altLang="en-US"/>
          </a:p>
        </p:txBody>
      </p:sp>
    </p:spTree>
  </p:cSld>
  <p:clrMapOvr>
    <a:masterClrMapping/>
  </p:clrMapOvr>
  <p:transition spd="slow">
    <p:push dir="u"/>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fade">
                                      <p:cBhvr>
                                        <p:cTn id="7" dur="1000"/>
                                        <p:tgtEl>
                                          <p:spTgt spid="3">
                                            <p:txEl>
                                              <p:pRg st="1" end="1"/>
                                            </p:txEl>
                                          </p:spTgt>
                                        </p:tgtEl>
                                      </p:cBhvr>
                                    </p:animEffect>
                                    <p:anim calcmode="lin" valueType="num">
                                      <p:cBhvr>
                                        <p:cTn id="8"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1" end="1"/>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fade">
                                      <p:cBhvr>
                                        <p:cTn id="12" dur="1000"/>
                                        <p:tgtEl>
                                          <p:spTgt spid="3">
                                            <p:txEl>
                                              <p:pRg st="2" end="2"/>
                                            </p:txEl>
                                          </p:spTgt>
                                        </p:tgtEl>
                                      </p:cBhvr>
                                    </p:animEffect>
                                    <p:anim calcmode="lin" valueType="num">
                                      <p:cBhvr>
                                        <p:cTn id="13"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2" end="2"/>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fade">
                                      <p:cBhvr>
                                        <p:cTn id="17" dur="1000"/>
                                        <p:tgtEl>
                                          <p:spTgt spid="3">
                                            <p:txEl>
                                              <p:pRg st="3" end="3"/>
                                            </p:txEl>
                                          </p:spTgt>
                                        </p:tgtEl>
                                      </p:cBhvr>
                                    </p:animEffect>
                                    <p:anim calcmode="lin" valueType="num">
                                      <p:cBhvr>
                                        <p:cTn id="18"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19" dur="1000" fill="hold"/>
                                        <p:tgtEl>
                                          <p:spTgt spid="3">
                                            <p:txEl>
                                              <p:pRg st="3" end="3"/>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3">
                                            <p:txEl>
                                              <p:pRg st="4" end="4"/>
                                            </p:txEl>
                                          </p:spTgt>
                                        </p:tgtEl>
                                        <p:attrNameLst>
                                          <p:attrName>style.visibility</p:attrName>
                                        </p:attrNameLst>
                                      </p:cBhvr>
                                      <p:to>
                                        <p:strVal val="visible"/>
                                      </p:to>
                                    </p:set>
                                    <p:animEffect transition="in" filter="fade">
                                      <p:cBhvr>
                                        <p:cTn id="22" dur="1000"/>
                                        <p:tgtEl>
                                          <p:spTgt spid="3">
                                            <p:txEl>
                                              <p:pRg st="4" end="4"/>
                                            </p:txEl>
                                          </p:spTgt>
                                        </p:tgtEl>
                                      </p:cBhvr>
                                    </p:animEffect>
                                    <p:anim calcmode="lin" valueType="num">
                                      <p:cBhvr>
                                        <p:cTn id="23"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24" dur="1000" fill="hold"/>
                                        <p:tgtEl>
                                          <p:spTgt spid="3">
                                            <p:txEl>
                                              <p:pRg st="4" end="4"/>
                                            </p:txEl>
                                          </p:spTgt>
                                        </p:tgtEl>
                                        <p:attrNameLst>
                                          <p:attrName>ppt_y</p:attrName>
                                        </p:attrNameLst>
                                      </p:cBhvr>
                                      <p:tavLst>
                                        <p:tav tm="0">
                                          <p:val>
                                            <p:strVal val="#ppt_y+.1"/>
                                          </p:val>
                                        </p:tav>
                                        <p:tav tm="100000">
                                          <p:val>
                                            <p:strVal val="#ppt_y"/>
                                          </p:val>
                                        </p:tav>
                                      </p:tavLst>
                                    </p:anim>
                                  </p:childTnLst>
                                </p:cTn>
                              </p:par>
                              <p:par>
                                <p:cTn id="25" presetID="42" presetClass="entr" presetSubtype="0" fill="hold" nodeType="with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animEffect transition="in" filter="fade">
                                      <p:cBhvr>
                                        <p:cTn id="27" dur="1000"/>
                                        <p:tgtEl>
                                          <p:spTgt spid="3">
                                            <p:txEl>
                                              <p:pRg st="5" end="5"/>
                                            </p:txEl>
                                          </p:spTgt>
                                        </p:tgtEl>
                                      </p:cBhvr>
                                    </p:animEffect>
                                    <p:anim calcmode="lin" valueType="num">
                                      <p:cBhvr>
                                        <p:cTn id="28" dur="1000" fill="hold"/>
                                        <p:tgtEl>
                                          <p:spTgt spid="3">
                                            <p:txEl>
                                              <p:pRg st="5" end="5"/>
                                            </p:txEl>
                                          </p:spTgt>
                                        </p:tgtEl>
                                        <p:attrNameLst>
                                          <p:attrName>ppt_x</p:attrName>
                                        </p:attrNameLst>
                                      </p:cBhvr>
                                      <p:tavLst>
                                        <p:tav tm="0">
                                          <p:val>
                                            <p:strVal val="#ppt_x"/>
                                          </p:val>
                                        </p:tav>
                                        <p:tav tm="100000">
                                          <p:val>
                                            <p:strVal val="#ppt_x"/>
                                          </p:val>
                                        </p:tav>
                                      </p:tavLst>
                                    </p:anim>
                                    <p:anim calcmode="lin" valueType="num">
                                      <p:cBhvr>
                                        <p:cTn id="29" dur="1000" fill="hold"/>
                                        <p:tgtEl>
                                          <p:spTgt spid="3">
                                            <p:txEl>
                                              <p:pRg st="5" end="5"/>
                                            </p:txEl>
                                          </p:spTgt>
                                        </p:tgtEl>
                                        <p:attrNameLst>
                                          <p:attrName>ppt_y</p:attrName>
                                        </p:attrNameLst>
                                      </p:cBhvr>
                                      <p:tavLst>
                                        <p:tav tm="0">
                                          <p:val>
                                            <p:strVal val="#ppt_y+.1"/>
                                          </p:val>
                                        </p:tav>
                                        <p:tav tm="100000">
                                          <p:val>
                                            <p:strVal val="#ppt_y"/>
                                          </p:val>
                                        </p:tav>
                                      </p:tavLst>
                                    </p:anim>
                                  </p:childTnLst>
                                </p:cTn>
                              </p:par>
                              <p:par>
                                <p:cTn id="30" presetID="42" presetClass="entr" presetSubtype="0" fill="hold" nodeType="withEffect">
                                  <p:stCondLst>
                                    <p:cond delay="0"/>
                                  </p:stCondLst>
                                  <p:childTnLst>
                                    <p:set>
                                      <p:cBhvr>
                                        <p:cTn id="31" dur="1" fill="hold">
                                          <p:stCondLst>
                                            <p:cond delay="0"/>
                                          </p:stCondLst>
                                        </p:cTn>
                                        <p:tgtEl>
                                          <p:spTgt spid="3">
                                            <p:txEl>
                                              <p:pRg st="6" end="6"/>
                                            </p:txEl>
                                          </p:spTgt>
                                        </p:tgtEl>
                                        <p:attrNameLst>
                                          <p:attrName>style.visibility</p:attrName>
                                        </p:attrNameLst>
                                      </p:cBhvr>
                                      <p:to>
                                        <p:strVal val="visible"/>
                                      </p:to>
                                    </p:set>
                                    <p:animEffect transition="in" filter="fade">
                                      <p:cBhvr>
                                        <p:cTn id="32" dur="1000"/>
                                        <p:tgtEl>
                                          <p:spTgt spid="3">
                                            <p:txEl>
                                              <p:pRg st="6" end="6"/>
                                            </p:txEl>
                                          </p:spTgt>
                                        </p:tgtEl>
                                      </p:cBhvr>
                                    </p:animEffect>
                                    <p:anim calcmode="lin" valueType="num">
                                      <p:cBhvr>
                                        <p:cTn id="33" dur="1000" fill="hold"/>
                                        <p:tgtEl>
                                          <p:spTgt spid="3">
                                            <p:txEl>
                                              <p:pRg st="6" end="6"/>
                                            </p:txEl>
                                          </p:spTgt>
                                        </p:tgtEl>
                                        <p:attrNameLst>
                                          <p:attrName>ppt_x</p:attrName>
                                        </p:attrNameLst>
                                      </p:cBhvr>
                                      <p:tavLst>
                                        <p:tav tm="0">
                                          <p:val>
                                            <p:strVal val="#ppt_x"/>
                                          </p:val>
                                        </p:tav>
                                        <p:tav tm="100000">
                                          <p:val>
                                            <p:strVal val="#ppt_x"/>
                                          </p:val>
                                        </p:tav>
                                      </p:tavLst>
                                    </p:anim>
                                    <p:anim calcmode="lin" valueType="num">
                                      <p:cBhvr>
                                        <p:cTn id="34" dur="1000" fill="hold"/>
                                        <p:tgtEl>
                                          <p:spTgt spid="3">
                                            <p:txEl>
                                              <p:pRg st="6" end="6"/>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6" name="标题 1"/>
          <p:cNvSpPr>
            <a:spLocks noGrp="1"/>
          </p:cNvSpPr>
          <p:nvPr>
            <p:ph type="title"/>
          </p:nvPr>
        </p:nvSpPr>
        <p:spPr>
          <a:xfrm>
            <a:off x="107950" y="44450"/>
            <a:ext cx="7343775" cy="792163"/>
          </a:xfrm>
        </p:spPr>
        <p:txBody>
          <a:bodyPr/>
          <a:lstStyle/>
          <a:p>
            <a:r>
              <a:rPr lang="en-US" altLang="zh-CN" smtClean="0"/>
              <a:t>2.8 </a:t>
            </a:r>
            <a:r>
              <a:rPr lang="zh-CN" altLang="en-US" smtClean="0"/>
              <a:t>网络的传输介质</a:t>
            </a:r>
          </a:p>
        </p:txBody>
      </p:sp>
      <p:sp>
        <p:nvSpPr>
          <p:cNvPr id="3" name="内容占位符 2"/>
          <p:cNvSpPr>
            <a:spLocks noGrp="1"/>
          </p:cNvSpPr>
          <p:nvPr>
            <p:ph idx="1"/>
          </p:nvPr>
        </p:nvSpPr>
        <p:spPr>
          <a:xfrm>
            <a:off x="107950" y="981075"/>
            <a:ext cx="8928100" cy="5102225"/>
          </a:xfrm>
        </p:spPr>
        <p:txBody>
          <a:bodyPr/>
          <a:lstStyle/>
          <a:p>
            <a:pPr>
              <a:defRPr/>
            </a:pPr>
            <a:r>
              <a:rPr lang="zh-CN" altLang="en-US" dirty="0" smtClean="0"/>
              <a:t>常用传输介质包括</a:t>
            </a:r>
            <a:r>
              <a:rPr lang="zh-CN" altLang="en-US" b="1" dirty="0" smtClean="0">
                <a:solidFill>
                  <a:srgbClr val="FF0000"/>
                </a:solidFill>
              </a:rPr>
              <a:t>有线</a:t>
            </a:r>
            <a:r>
              <a:rPr lang="zh-CN" altLang="en-US" dirty="0" smtClean="0"/>
              <a:t>与</a:t>
            </a:r>
            <a:r>
              <a:rPr lang="zh-CN" altLang="en-US" b="1" dirty="0" smtClean="0">
                <a:solidFill>
                  <a:srgbClr val="FF0000"/>
                </a:solidFill>
              </a:rPr>
              <a:t>无线</a:t>
            </a:r>
            <a:r>
              <a:rPr lang="zh-CN" altLang="en-US" dirty="0" smtClean="0"/>
              <a:t>两大类</a:t>
            </a:r>
            <a:endParaRPr lang="en-US" altLang="zh-CN" dirty="0" smtClean="0"/>
          </a:p>
          <a:p>
            <a:pPr marL="0" indent="0">
              <a:buFont typeface="Wingdings" pitchFamily="2" charset="2"/>
              <a:buNone/>
              <a:defRPr/>
            </a:pPr>
            <a:r>
              <a:rPr lang="en-US" altLang="zh-CN" dirty="0"/>
              <a:t> </a:t>
            </a:r>
            <a:r>
              <a:rPr lang="en-US" altLang="zh-CN" dirty="0" smtClean="0"/>
              <a:t>   </a:t>
            </a:r>
            <a:r>
              <a:rPr lang="zh-CN" altLang="en-US" b="1" dirty="0" smtClean="0">
                <a:solidFill>
                  <a:srgbClr val="FF0000"/>
                </a:solidFill>
              </a:rPr>
              <a:t>有线传输介质</a:t>
            </a:r>
            <a:endParaRPr lang="en-US" altLang="zh-CN" b="1" dirty="0" smtClean="0">
              <a:solidFill>
                <a:srgbClr val="FF0000"/>
              </a:solidFill>
            </a:endParaRPr>
          </a:p>
          <a:p>
            <a:pPr marL="857250" lvl="1" indent="-457200">
              <a:defRPr/>
            </a:pPr>
            <a:r>
              <a:rPr lang="zh-CN" altLang="en-US" dirty="0" smtClean="0">
                <a:solidFill>
                  <a:srgbClr val="C00000"/>
                </a:solidFill>
              </a:rPr>
              <a:t>双绞线</a:t>
            </a:r>
            <a:endParaRPr lang="en-US" altLang="zh-CN" dirty="0" smtClean="0">
              <a:solidFill>
                <a:srgbClr val="C00000"/>
              </a:solidFill>
            </a:endParaRPr>
          </a:p>
          <a:p>
            <a:pPr marL="857250" lvl="1" indent="-457200">
              <a:defRPr/>
            </a:pPr>
            <a:r>
              <a:rPr lang="zh-CN" altLang="en-US" dirty="0" smtClean="0">
                <a:solidFill>
                  <a:srgbClr val="C00000"/>
                </a:solidFill>
              </a:rPr>
              <a:t>同轴电缆</a:t>
            </a:r>
            <a:endParaRPr lang="en-US" altLang="zh-CN" dirty="0" smtClean="0">
              <a:solidFill>
                <a:srgbClr val="C00000"/>
              </a:solidFill>
            </a:endParaRPr>
          </a:p>
          <a:p>
            <a:pPr marL="857250" lvl="1" indent="-457200">
              <a:defRPr/>
            </a:pPr>
            <a:r>
              <a:rPr lang="zh-CN" altLang="en-US" dirty="0">
                <a:solidFill>
                  <a:srgbClr val="C00000"/>
                </a:solidFill>
              </a:rPr>
              <a:t>光纤</a:t>
            </a:r>
            <a:endParaRPr lang="en-US" altLang="zh-CN" dirty="0" smtClean="0">
              <a:solidFill>
                <a:srgbClr val="C00000"/>
              </a:solidFill>
            </a:endParaRPr>
          </a:p>
          <a:p>
            <a:pPr marL="0" indent="0">
              <a:buFont typeface="Wingdings" pitchFamily="2" charset="2"/>
              <a:buNone/>
              <a:defRPr/>
            </a:pPr>
            <a:r>
              <a:rPr lang="en-US" altLang="zh-CN" dirty="0"/>
              <a:t> </a:t>
            </a:r>
            <a:r>
              <a:rPr lang="en-US" altLang="zh-CN" dirty="0" smtClean="0"/>
              <a:t>   </a:t>
            </a:r>
            <a:r>
              <a:rPr lang="zh-CN" altLang="en-US" b="1" dirty="0" smtClean="0">
                <a:solidFill>
                  <a:srgbClr val="FF0000"/>
                </a:solidFill>
              </a:rPr>
              <a:t>无线传输介质</a:t>
            </a:r>
            <a:endParaRPr lang="en-US" altLang="zh-CN" b="1" dirty="0" smtClean="0">
              <a:solidFill>
                <a:srgbClr val="FF0000"/>
              </a:solidFill>
            </a:endParaRPr>
          </a:p>
          <a:p>
            <a:pPr marL="857250" lvl="1" indent="-457200">
              <a:defRPr/>
            </a:pPr>
            <a:r>
              <a:rPr lang="zh-CN" altLang="en-US" dirty="0" smtClean="0">
                <a:solidFill>
                  <a:srgbClr val="C00000"/>
                </a:solidFill>
              </a:rPr>
              <a:t>无线电波</a:t>
            </a:r>
            <a:endParaRPr lang="en-US" altLang="zh-CN" dirty="0" smtClean="0">
              <a:solidFill>
                <a:srgbClr val="C00000"/>
              </a:solidFill>
            </a:endParaRPr>
          </a:p>
          <a:p>
            <a:pPr marL="857250" lvl="1" indent="-457200">
              <a:defRPr/>
            </a:pPr>
            <a:r>
              <a:rPr lang="zh-CN" altLang="en-US" dirty="0" smtClean="0">
                <a:solidFill>
                  <a:srgbClr val="C00000"/>
                </a:solidFill>
              </a:rPr>
              <a:t>微波</a:t>
            </a:r>
            <a:endParaRPr lang="en-US" altLang="zh-CN" dirty="0" smtClean="0">
              <a:solidFill>
                <a:srgbClr val="C00000"/>
              </a:solidFill>
            </a:endParaRPr>
          </a:p>
          <a:p>
            <a:pPr marL="857250" lvl="1" indent="-457200">
              <a:defRPr/>
            </a:pPr>
            <a:r>
              <a:rPr lang="zh-CN" altLang="en-US" dirty="0" smtClean="0">
                <a:solidFill>
                  <a:srgbClr val="C00000"/>
                </a:solidFill>
              </a:rPr>
              <a:t>红外</a:t>
            </a:r>
            <a:endParaRPr lang="en-US" altLang="zh-CN" dirty="0" smtClean="0">
              <a:solidFill>
                <a:srgbClr val="C00000"/>
              </a:solidFill>
            </a:endParaRPr>
          </a:p>
          <a:p>
            <a:pPr marL="857250" lvl="1" indent="-457200">
              <a:defRPr/>
            </a:pPr>
            <a:r>
              <a:rPr lang="zh-CN" altLang="en-US" dirty="0" smtClean="0">
                <a:solidFill>
                  <a:srgbClr val="C00000"/>
                </a:solidFill>
              </a:rPr>
              <a:t>激光</a:t>
            </a:r>
            <a:endParaRPr lang="zh-CN" altLang="en-US" dirty="0">
              <a:solidFill>
                <a:srgbClr val="C00000"/>
              </a:solidFill>
            </a:endParaRPr>
          </a:p>
        </p:txBody>
      </p:sp>
      <p:sp>
        <p:nvSpPr>
          <p:cNvPr id="4" name="灯片编号占位符 3"/>
          <p:cNvSpPr>
            <a:spLocks noGrp="1"/>
          </p:cNvSpPr>
          <p:nvPr>
            <p:ph type="sldNum" sz="quarter" idx="12"/>
          </p:nvPr>
        </p:nvSpPr>
        <p:spPr/>
        <p:txBody>
          <a:bodyPr/>
          <a:lstStyle/>
          <a:p>
            <a:pPr>
              <a:defRPr/>
            </a:pPr>
            <a:fld id="{9F6A9937-B1BC-45FC-BE97-19B6B4AC2DB7}" type="slidenum">
              <a:rPr lang="zh-CN" altLang="en-US" smtClean="0"/>
              <a:pPr>
                <a:defRPr/>
              </a:pPr>
              <a:t>37</a:t>
            </a:fld>
            <a:endParaRPr lang="zh-CN" altLang="en-US"/>
          </a:p>
        </p:txBody>
      </p:sp>
    </p:spTree>
  </p:cSld>
  <p:clrMapOvr>
    <a:masterClrMapping/>
  </p:clrMapOvr>
  <p:transition spd="slow">
    <p:push dir="u"/>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fade">
                                      <p:cBhvr>
                                        <p:cTn id="7" dur="500"/>
                                        <p:tgtEl>
                                          <p:spTgt spid="3">
                                            <p:txEl>
                                              <p:pRg st="1" end="1"/>
                                            </p:txEl>
                                          </p:spTgt>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2" presetClass="entr" presetSubtype="4"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 calcmode="lin" valueType="num">
                                      <p:cBhvr additive="base">
                                        <p:cTn id="12"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13" dur="500" fill="hold"/>
                                        <p:tgtEl>
                                          <p:spTgt spid="3">
                                            <p:txEl>
                                              <p:pRg st="2" end="2"/>
                                            </p:txEl>
                                          </p:spTgt>
                                        </p:tgtEl>
                                        <p:attrNameLst>
                                          <p:attrName>ppt_y</p:attrName>
                                        </p:attrNameLst>
                                      </p:cBhvr>
                                      <p:tavLst>
                                        <p:tav tm="0">
                                          <p:val>
                                            <p:strVal val="1+#ppt_h/2"/>
                                          </p:val>
                                        </p:tav>
                                        <p:tav tm="100000">
                                          <p:val>
                                            <p:strVal val="#ppt_y"/>
                                          </p:val>
                                        </p:tav>
                                      </p:tavLst>
                                    </p:anim>
                                  </p:childTnLst>
                                </p:cTn>
                              </p:par>
                              <p:par>
                                <p:cTn id="14" presetID="2" presetClass="entr" presetSubtype="4" fill="hold" nodeType="withEffect">
                                  <p:stCondLst>
                                    <p:cond delay="0"/>
                                  </p:stCondLst>
                                  <p:childTnLst>
                                    <p:set>
                                      <p:cBhvr>
                                        <p:cTn id="15" dur="1" fill="hold">
                                          <p:stCondLst>
                                            <p:cond delay="0"/>
                                          </p:stCondLst>
                                        </p:cTn>
                                        <p:tgtEl>
                                          <p:spTgt spid="3">
                                            <p:txEl>
                                              <p:pRg st="3" end="3"/>
                                            </p:txEl>
                                          </p:spTgt>
                                        </p:tgtEl>
                                        <p:attrNameLst>
                                          <p:attrName>style.visibility</p:attrName>
                                        </p:attrNameLst>
                                      </p:cBhvr>
                                      <p:to>
                                        <p:strVal val="visible"/>
                                      </p:to>
                                    </p:set>
                                    <p:anim calcmode="lin" valueType="num">
                                      <p:cBhvr additive="base">
                                        <p:cTn id="16"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17" dur="500" fill="hold"/>
                                        <p:tgtEl>
                                          <p:spTgt spid="3">
                                            <p:txEl>
                                              <p:pRg st="3" end="3"/>
                                            </p:txEl>
                                          </p:spTgt>
                                        </p:tgtEl>
                                        <p:attrNameLst>
                                          <p:attrName>ppt_y</p:attrName>
                                        </p:attrNameLst>
                                      </p:cBhvr>
                                      <p:tavLst>
                                        <p:tav tm="0">
                                          <p:val>
                                            <p:strVal val="1+#ppt_h/2"/>
                                          </p:val>
                                        </p:tav>
                                        <p:tav tm="100000">
                                          <p:val>
                                            <p:strVal val="#ppt_y"/>
                                          </p:val>
                                        </p:tav>
                                      </p:tavLst>
                                    </p:anim>
                                  </p:childTnLst>
                                </p:cTn>
                              </p:par>
                              <p:par>
                                <p:cTn id="18" presetID="2" presetClass="entr" presetSubtype="4" fill="hold" nodeType="withEffect">
                                  <p:stCondLst>
                                    <p:cond delay="0"/>
                                  </p:stCondLst>
                                  <p:childTnLst>
                                    <p:set>
                                      <p:cBhvr>
                                        <p:cTn id="19" dur="1" fill="hold">
                                          <p:stCondLst>
                                            <p:cond delay="0"/>
                                          </p:stCondLst>
                                        </p:cTn>
                                        <p:tgtEl>
                                          <p:spTgt spid="3">
                                            <p:txEl>
                                              <p:pRg st="4" end="4"/>
                                            </p:txEl>
                                          </p:spTgt>
                                        </p:tgtEl>
                                        <p:attrNameLst>
                                          <p:attrName>style.visibility</p:attrName>
                                        </p:attrNameLst>
                                      </p:cBhvr>
                                      <p:to>
                                        <p:strVal val="visible"/>
                                      </p:to>
                                    </p:set>
                                    <p:anim calcmode="lin" valueType="num">
                                      <p:cBhvr additive="base">
                                        <p:cTn id="20"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21"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22" fill="hold" nodeType="clickPar">
                      <p:stCondLst>
                        <p:cond delay="indefinite"/>
                      </p:stCondLst>
                      <p:childTnLst>
                        <p:par>
                          <p:cTn id="23" fill="hold" nodeType="withGroup">
                            <p:stCondLst>
                              <p:cond delay="0"/>
                            </p:stCondLst>
                            <p:childTnLst>
                              <p:par>
                                <p:cTn id="24" presetID="10" presetClass="entr" presetSubtype="0" fill="hold" nodeType="clickEffect">
                                  <p:stCondLst>
                                    <p:cond delay="0"/>
                                  </p:stCondLst>
                                  <p:childTnLst>
                                    <p:set>
                                      <p:cBhvr>
                                        <p:cTn id="25" dur="1" fill="hold">
                                          <p:stCondLst>
                                            <p:cond delay="0"/>
                                          </p:stCondLst>
                                        </p:cTn>
                                        <p:tgtEl>
                                          <p:spTgt spid="3">
                                            <p:txEl>
                                              <p:pRg st="5" end="5"/>
                                            </p:txEl>
                                          </p:spTgt>
                                        </p:tgtEl>
                                        <p:attrNameLst>
                                          <p:attrName>style.visibility</p:attrName>
                                        </p:attrNameLst>
                                      </p:cBhvr>
                                      <p:to>
                                        <p:strVal val="visible"/>
                                      </p:to>
                                    </p:set>
                                    <p:animEffect transition="in" filter="fade">
                                      <p:cBhvr>
                                        <p:cTn id="26" dur="500"/>
                                        <p:tgtEl>
                                          <p:spTgt spid="3">
                                            <p:txEl>
                                              <p:pRg st="5" end="5"/>
                                            </p:txEl>
                                          </p:spTgt>
                                        </p:tgtEl>
                                      </p:cBhvr>
                                    </p:animEffect>
                                  </p:childTnLst>
                                </p:cTn>
                              </p:par>
                            </p:childTnLst>
                          </p:cTn>
                        </p:par>
                      </p:childTnLst>
                    </p:cTn>
                  </p:par>
                  <p:par>
                    <p:cTn id="27" fill="hold" nodeType="clickPar">
                      <p:stCondLst>
                        <p:cond delay="indefinite"/>
                      </p:stCondLst>
                      <p:childTnLst>
                        <p:par>
                          <p:cTn id="28" fill="hold" nodeType="withGroup">
                            <p:stCondLst>
                              <p:cond delay="0"/>
                            </p:stCondLst>
                            <p:childTnLst>
                              <p:par>
                                <p:cTn id="29" presetID="2" presetClass="entr" presetSubtype="4" fill="hold"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anim calcmode="lin" valueType="num">
                                      <p:cBhvr additive="base">
                                        <p:cTn id="31"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6" end="6"/>
                                            </p:txEl>
                                          </p:spTgt>
                                        </p:tgtEl>
                                        <p:attrNameLst>
                                          <p:attrName>ppt_y</p:attrName>
                                        </p:attrNameLst>
                                      </p:cBhvr>
                                      <p:tavLst>
                                        <p:tav tm="0">
                                          <p:val>
                                            <p:strVal val="1+#ppt_h/2"/>
                                          </p:val>
                                        </p:tav>
                                        <p:tav tm="100000">
                                          <p:val>
                                            <p:strVal val="#ppt_y"/>
                                          </p:val>
                                        </p:tav>
                                      </p:tavLst>
                                    </p:anim>
                                  </p:childTnLst>
                                </p:cTn>
                              </p:par>
                              <p:par>
                                <p:cTn id="33" presetID="2" presetClass="entr" presetSubtype="4" fill="hold" nodeType="with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anim calcmode="lin" valueType="num">
                                      <p:cBhvr additive="base">
                                        <p:cTn id="35"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36" dur="500" fill="hold"/>
                                        <p:tgtEl>
                                          <p:spTgt spid="3">
                                            <p:txEl>
                                              <p:pRg st="7" end="7"/>
                                            </p:txEl>
                                          </p:spTgt>
                                        </p:tgtEl>
                                        <p:attrNameLst>
                                          <p:attrName>ppt_y</p:attrName>
                                        </p:attrNameLst>
                                      </p:cBhvr>
                                      <p:tavLst>
                                        <p:tav tm="0">
                                          <p:val>
                                            <p:strVal val="1+#ppt_h/2"/>
                                          </p:val>
                                        </p:tav>
                                        <p:tav tm="100000">
                                          <p:val>
                                            <p:strVal val="#ppt_y"/>
                                          </p:val>
                                        </p:tav>
                                      </p:tavLst>
                                    </p:anim>
                                  </p:childTnLst>
                                </p:cTn>
                              </p:par>
                              <p:par>
                                <p:cTn id="37" presetID="2" presetClass="entr" presetSubtype="4" fill="hold" nodeType="with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anim calcmode="lin" valueType="num">
                                      <p:cBhvr additive="base">
                                        <p:cTn id="39" dur="500" fill="hold"/>
                                        <p:tgtEl>
                                          <p:spTgt spid="3">
                                            <p:txEl>
                                              <p:pRg st="8" end="8"/>
                                            </p:txEl>
                                          </p:spTgt>
                                        </p:tgtEl>
                                        <p:attrNameLst>
                                          <p:attrName>ppt_x</p:attrName>
                                        </p:attrNameLst>
                                      </p:cBhvr>
                                      <p:tavLst>
                                        <p:tav tm="0">
                                          <p:val>
                                            <p:strVal val="#ppt_x"/>
                                          </p:val>
                                        </p:tav>
                                        <p:tav tm="100000">
                                          <p:val>
                                            <p:strVal val="#ppt_x"/>
                                          </p:val>
                                        </p:tav>
                                      </p:tavLst>
                                    </p:anim>
                                    <p:anim calcmode="lin" valueType="num">
                                      <p:cBhvr additive="base">
                                        <p:cTn id="40" dur="500" fill="hold"/>
                                        <p:tgtEl>
                                          <p:spTgt spid="3">
                                            <p:txEl>
                                              <p:pRg st="8" end="8"/>
                                            </p:txEl>
                                          </p:spTgt>
                                        </p:tgtEl>
                                        <p:attrNameLst>
                                          <p:attrName>ppt_y</p:attrName>
                                        </p:attrNameLst>
                                      </p:cBhvr>
                                      <p:tavLst>
                                        <p:tav tm="0">
                                          <p:val>
                                            <p:strVal val="1+#ppt_h/2"/>
                                          </p:val>
                                        </p:tav>
                                        <p:tav tm="100000">
                                          <p:val>
                                            <p:strVal val="#ppt_y"/>
                                          </p:val>
                                        </p:tav>
                                      </p:tavLst>
                                    </p:anim>
                                  </p:childTnLst>
                                </p:cTn>
                              </p:par>
                              <p:par>
                                <p:cTn id="41" presetID="2" presetClass="entr" presetSubtype="4" fill="hold" nodeType="withEffect">
                                  <p:stCondLst>
                                    <p:cond delay="0"/>
                                  </p:stCondLst>
                                  <p:childTnLst>
                                    <p:set>
                                      <p:cBhvr>
                                        <p:cTn id="42" dur="1" fill="hold">
                                          <p:stCondLst>
                                            <p:cond delay="0"/>
                                          </p:stCondLst>
                                        </p:cTn>
                                        <p:tgtEl>
                                          <p:spTgt spid="3">
                                            <p:txEl>
                                              <p:pRg st="9" end="9"/>
                                            </p:txEl>
                                          </p:spTgt>
                                        </p:tgtEl>
                                        <p:attrNameLst>
                                          <p:attrName>style.visibility</p:attrName>
                                        </p:attrNameLst>
                                      </p:cBhvr>
                                      <p:to>
                                        <p:strVal val="visible"/>
                                      </p:to>
                                    </p:set>
                                    <p:anim calcmode="lin" valueType="num">
                                      <p:cBhvr additive="base">
                                        <p:cTn id="43" dur="500" fill="hold"/>
                                        <p:tgtEl>
                                          <p:spTgt spid="3">
                                            <p:txEl>
                                              <p:pRg st="9" end="9"/>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9" end="9"/>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50" name="标题 1"/>
          <p:cNvSpPr>
            <a:spLocks noGrp="1"/>
          </p:cNvSpPr>
          <p:nvPr>
            <p:ph type="title"/>
          </p:nvPr>
        </p:nvSpPr>
        <p:spPr>
          <a:xfrm>
            <a:off x="107950" y="44450"/>
            <a:ext cx="7343775" cy="792163"/>
          </a:xfrm>
        </p:spPr>
        <p:txBody>
          <a:bodyPr/>
          <a:lstStyle/>
          <a:p>
            <a:r>
              <a:rPr lang="en-US" altLang="zh-CN" smtClean="0"/>
              <a:t>2.8 </a:t>
            </a:r>
            <a:r>
              <a:rPr lang="zh-CN" altLang="en-US" smtClean="0"/>
              <a:t>网络的传输介质</a:t>
            </a:r>
          </a:p>
        </p:txBody>
      </p:sp>
      <p:sp>
        <p:nvSpPr>
          <p:cNvPr id="3" name="内容占位符 2"/>
          <p:cNvSpPr>
            <a:spLocks noGrp="1"/>
          </p:cNvSpPr>
          <p:nvPr>
            <p:ph idx="1"/>
          </p:nvPr>
        </p:nvSpPr>
        <p:spPr>
          <a:xfrm>
            <a:off x="107950" y="981075"/>
            <a:ext cx="8928100" cy="5102225"/>
          </a:xfrm>
        </p:spPr>
        <p:txBody>
          <a:bodyPr/>
          <a:lstStyle/>
          <a:p>
            <a:pPr>
              <a:defRPr/>
            </a:pPr>
            <a:r>
              <a:rPr lang="zh-CN" altLang="en-US" b="1" dirty="0" smtClean="0">
                <a:solidFill>
                  <a:srgbClr val="FF0000"/>
                </a:solidFill>
              </a:rPr>
              <a:t>双绞线</a:t>
            </a:r>
            <a:endParaRPr lang="en-US" altLang="zh-CN" b="1" dirty="0" smtClean="0">
              <a:solidFill>
                <a:srgbClr val="FF0000"/>
              </a:solidFill>
            </a:endParaRPr>
          </a:p>
          <a:p>
            <a:pPr marL="0" indent="0">
              <a:buFont typeface="Wingdings" pitchFamily="2" charset="2"/>
              <a:buNone/>
              <a:defRPr/>
            </a:pPr>
            <a:r>
              <a:rPr lang="zh-CN" altLang="en-US" sz="2800" dirty="0" smtClean="0">
                <a:latin typeface="楷体_GB2312" pitchFamily="49" charset="-122"/>
              </a:rPr>
              <a:t>    无论</a:t>
            </a:r>
            <a:r>
              <a:rPr lang="zh-CN" altLang="en-US" sz="2800" dirty="0">
                <a:latin typeface="楷体_GB2312" pitchFamily="49" charset="-122"/>
              </a:rPr>
              <a:t>对于模拟数据还是对于数字数据，双绞线都是最通用的传输介质</a:t>
            </a:r>
            <a:endParaRPr lang="zh-CN" altLang="en-US" sz="2800" dirty="0"/>
          </a:p>
        </p:txBody>
      </p:sp>
      <p:sp>
        <p:nvSpPr>
          <p:cNvPr id="4" name="灯片编号占位符 3"/>
          <p:cNvSpPr>
            <a:spLocks noGrp="1"/>
          </p:cNvSpPr>
          <p:nvPr>
            <p:ph type="sldNum" sz="quarter" idx="12"/>
          </p:nvPr>
        </p:nvSpPr>
        <p:spPr/>
        <p:txBody>
          <a:bodyPr/>
          <a:lstStyle/>
          <a:p>
            <a:pPr>
              <a:defRPr/>
            </a:pPr>
            <a:fld id="{C97A4267-1B55-4D4A-8673-30EA73788597}" type="slidenum">
              <a:rPr lang="zh-CN" altLang="en-US" smtClean="0"/>
              <a:pPr>
                <a:defRPr/>
              </a:pPr>
              <a:t>38</a:t>
            </a:fld>
            <a:endParaRPr lang="zh-CN" altLang="en-US"/>
          </a:p>
        </p:txBody>
      </p:sp>
      <p:grpSp>
        <p:nvGrpSpPr>
          <p:cNvPr id="5" name="Group 7"/>
          <p:cNvGrpSpPr>
            <a:grpSpLocks/>
          </p:cNvGrpSpPr>
          <p:nvPr/>
        </p:nvGrpSpPr>
        <p:grpSpPr bwMode="auto">
          <a:xfrm>
            <a:off x="2182813" y="2763838"/>
            <a:ext cx="4400550" cy="3373437"/>
            <a:chOff x="340" y="1570"/>
            <a:chExt cx="2772" cy="2125"/>
          </a:xfrm>
        </p:grpSpPr>
        <p:grpSp>
          <p:nvGrpSpPr>
            <p:cNvPr id="53254" name="Group 8"/>
            <p:cNvGrpSpPr>
              <a:grpSpLocks/>
            </p:cNvGrpSpPr>
            <p:nvPr/>
          </p:nvGrpSpPr>
          <p:grpSpPr bwMode="auto">
            <a:xfrm>
              <a:off x="1963" y="2547"/>
              <a:ext cx="1149" cy="1148"/>
              <a:chOff x="1963" y="2547"/>
              <a:chExt cx="1149" cy="1148"/>
            </a:xfrm>
          </p:grpSpPr>
          <p:sp>
            <p:nvSpPr>
              <p:cNvPr id="53282" name="Freeform 9"/>
              <p:cNvSpPr>
                <a:spLocks noChangeArrowheads="1"/>
              </p:cNvSpPr>
              <p:nvPr/>
            </p:nvSpPr>
            <p:spPr bwMode="auto">
              <a:xfrm>
                <a:off x="1963" y="2834"/>
                <a:ext cx="1150" cy="862"/>
              </a:xfrm>
              <a:custGeom>
                <a:avLst/>
                <a:gdLst>
                  <a:gd name="T0" fmla="*/ 0 w 5072"/>
                  <a:gd name="T1" fmla="*/ 2 h 3801"/>
                  <a:gd name="T2" fmla="*/ 0 w 5072"/>
                  <a:gd name="T3" fmla="*/ 2 h 3801"/>
                  <a:gd name="T4" fmla="*/ 0 w 5072"/>
                  <a:gd name="T5" fmla="*/ 2 h 3801"/>
                  <a:gd name="T6" fmla="*/ 0 w 5072"/>
                  <a:gd name="T7" fmla="*/ 2 h 3801"/>
                  <a:gd name="T8" fmla="*/ 0 w 5072"/>
                  <a:gd name="T9" fmla="*/ 2 h 3801"/>
                  <a:gd name="T10" fmla="*/ 1 w 5072"/>
                  <a:gd name="T11" fmla="*/ 2 h 3801"/>
                  <a:gd name="T12" fmla="*/ 1 w 5072"/>
                  <a:gd name="T13" fmla="*/ 2 h 3801"/>
                  <a:gd name="T14" fmla="*/ 1 w 5072"/>
                  <a:gd name="T15" fmla="*/ 2 h 3801"/>
                  <a:gd name="T16" fmla="*/ 1 w 5072"/>
                  <a:gd name="T17" fmla="*/ 2 h 3801"/>
                  <a:gd name="T18" fmla="*/ 1 w 5072"/>
                  <a:gd name="T19" fmla="*/ 2 h 3801"/>
                  <a:gd name="T20" fmla="*/ 1 w 5072"/>
                  <a:gd name="T21" fmla="*/ 2 h 3801"/>
                  <a:gd name="T22" fmla="*/ 2 w 5072"/>
                  <a:gd name="T23" fmla="*/ 2 h 3801"/>
                  <a:gd name="T24" fmla="*/ 2 w 5072"/>
                  <a:gd name="T25" fmla="*/ 2 h 3801"/>
                  <a:gd name="T26" fmla="*/ 2 w 5072"/>
                  <a:gd name="T27" fmla="*/ 2 h 3801"/>
                  <a:gd name="T28" fmla="*/ 2 w 5072"/>
                  <a:gd name="T29" fmla="*/ 2 h 3801"/>
                  <a:gd name="T30" fmla="*/ 2 w 5072"/>
                  <a:gd name="T31" fmla="*/ 2 h 3801"/>
                  <a:gd name="T32" fmla="*/ 2 w 5072"/>
                  <a:gd name="T33" fmla="*/ 2 h 3801"/>
                  <a:gd name="T34" fmla="*/ 2 w 5072"/>
                  <a:gd name="T35" fmla="*/ 2 h 3801"/>
                  <a:gd name="T36" fmla="*/ 2 w 5072"/>
                  <a:gd name="T37" fmla="*/ 2 h 3801"/>
                  <a:gd name="T38" fmla="*/ 2 w 5072"/>
                  <a:gd name="T39" fmla="*/ 2 h 3801"/>
                  <a:gd name="T40" fmla="*/ 2 w 5072"/>
                  <a:gd name="T41" fmla="*/ 2 h 3801"/>
                  <a:gd name="T42" fmla="*/ 3 w 5072"/>
                  <a:gd name="T43" fmla="*/ 2 h 3801"/>
                  <a:gd name="T44" fmla="*/ 3 w 5072"/>
                  <a:gd name="T45" fmla="*/ 2 h 3801"/>
                  <a:gd name="T46" fmla="*/ 3 w 5072"/>
                  <a:gd name="T47" fmla="*/ 2 h 3801"/>
                  <a:gd name="T48" fmla="*/ 3 w 5072"/>
                  <a:gd name="T49" fmla="*/ 2 h 3801"/>
                  <a:gd name="T50" fmla="*/ 3 w 5072"/>
                  <a:gd name="T51" fmla="*/ 0 h 3801"/>
                  <a:gd name="T52" fmla="*/ 0 w 5072"/>
                  <a:gd name="T53" fmla="*/ 0 h 3801"/>
                  <a:gd name="T54" fmla="*/ 0 w 5072"/>
                  <a:gd name="T55" fmla="*/ 2 h 3801"/>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5072" h="3801">
                    <a:moveTo>
                      <a:pt x="0" y="3280"/>
                    </a:moveTo>
                    <a:lnTo>
                      <a:pt x="180" y="3421"/>
                    </a:lnTo>
                    <a:lnTo>
                      <a:pt x="383" y="3540"/>
                    </a:lnTo>
                    <a:lnTo>
                      <a:pt x="595" y="3632"/>
                    </a:lnTo>
                    <a:lnTo>
                      <a:pt x="830" y="3707"/>
                    </a:lnTo>
                    <a:lnTo>
                      <a:pt x="1063" y="3760"/>
                    </a:lnTo>
                    <a:lnTo>
                      <a:pt x="1302" y="3796"/>
                    </a:lnTo>
                    <a:lnTo>
                      <a:pt x="1549" y="3800"/>
                    </a:lnTo>
                    <a:lnTo>
                      <a:pt x="1787" y="3778"/>
                    </a:lnTo>
                    <a:lnTo>
                      <a:pt x="2026" y="3738"/>
                    </a:lnTo>
                    <a:lnTo>
                      <a:pt x="2260" y="3672"/>
                    </a:lnTo>
                    <a:lnTo>
                      <a:pt x="2480" y="3588"/>
                    </a:lnTo>
                    <a:lnTo>
                      <a:pt x="2687" y="3483"/>
                    </a:lnTo>
                    <a:lnTo>
                      <a:pt x="2859" y="3359"/>
                    </a:lnTo>
                    <a:lnTo>
                      <a:pt x="3040" y="3253"/>
                    </a:lnTo>
                    <a:lnTo>
                      <a:pt x="3240" y="3169"/>
                    </a:lnTo>
                    <a:lnTo>
                      <a:pt x="3443" y="3111"/>
                    </a:lnTo>
                    <a:lnTo>
                      <a:pt x="3663" y="3076"/>
                    </a:lnTo>
                    <a:lnTo>
                      <a:pt x="3879" y="3063"/>
                    </a:lnTo>
                    <a:lnTo>
                      <a:pt x="4100" y="3076"/>
                    </a:lnTo>
                    <a:lnTo>
                      <a:pt x="4307" y="3111"/>
                    </a:lnTo>
                    <a:lnTo>
                      <a:pt x="4520" y="3169"/>
                    </a:lnTo>
                    <a:lnTo>
                      <a:pt x="4718" y="3253"/>
                    </a:lnTo>
                    <a:lnTo>
                      <a:pt x="4903" y="3359"/>
                    </a:lnTo>
                    <a:lnTo>
                      <a:pt x="5071" y="3483"/>
                    </a:lnTo>
                    <a:lnTo>
                      <a:pt x="5071" y="0"/>
                    </a:lnTo>
                    <a:lnTo>
                      <a:pt x="0" y="0"/>
                    </a:lnTo>
                    <a:lnTo>
                      <a:pt x="0" y="3280"/>
                    </a:lnTo>
                  </a:path>
                </a:pathLst>
              </a:custGeom>
              <a:gradFill rotWithShape="0">
                <a:gsLst>
                  <a:gs pos="0">
                    <a:srgbClr val="008DB1"/>
                  </a:gs>
                  <a:gs pos="100000">
                    <a:srgbClr val="00CCFF"/>
                  </a:gs>
                </a:gsLst>
                <a:lin ang="0" scaled="1"/>
              </a:gradFill>
              <a:ln w="12600">
                <a:solidFill>
                  <a:srgbClr val="000000"/>
                </a:solidFill>
                <a:round/>
                <a:headEnd/>
                <a:tailEnd/>
              </a:ln>
            </p:spPr>
            <p:txBody>
              <a:bodyPr wrap="none" anchor="ctr"/>
              <a:lstStyle/>
              <a:p>
                <a:endParaRPr lang="zh-CN" altLang="en-US"/>
              </a:p>
            </p:txBody>
          </p:sp>
          <p:sp>
            <p:nvSpPr>
              <p:cNvPr id="53283" name="Freeform 10"/>
              <p:cNvSpPr>
                <a:spLocks noChangeArrowheads="1"/>
              </p:cNvSpPr>
              <p:nvPr/>
            </p:nvSpPr>
            <p:spPr bwMode="auto">
              <a:xfrm>
                <a:off x="1963" y="2547"/>
                <a:ext cx="1150" cy="575"/>
              </a:xfrm>
              <a:custGeom>
                <a:avLst/>
                <a:gdLst>
                  <a:gd name="T0" fmla="*/ 0 w 5072"/>
                  <a:gd name="T1" fmla="*/ 1 h 2535"/>
                  <a:gd name="T2" fmla="*/ 0 w 5072"/>
                  <a:gd name="T3" fmla="*/ 1 h 2535"/>
                  <a:gd name="T4" fmla="*/ 0 w 5072"/>
                  <a:gd name="T5" fmla="*/ 1 h 2535"/>
                  <a:gd name="T6" fmla="*/ 0 w 5072"/>
                  <a:gd name="T7" fmla="*/ 0 h 2535"/>
                  <a:gd name="T8" fmla="*/ 0 w 5072"/>
                  <a:gd name="T9" fmla="*/ 0 h 2535"/>
                  <a:gd name="T10" fmla="*/ 0 w 5072"/>
                  <a:gd name="T11" fmla="*/ 0 h 2535"/>
                  <a:gd name="T12" fmla="*/ 0 w 5072"/>
                  <a:gd name="T13" fmla="*/ 0 h 2535"/>
                  <a:gd name="T14" fmla="*/ 0 w 5072"/>
                  <a:gd name="T15" fmla="*/ 0 h 2535"/>
                  <a:gd name="T16" fmla="*/ 0 w 5072"/>
                  <a:gd name="T17" fmla="*/ 0 h 2535"/>
                  <a:gd name="T18" fmla="*/ 1 w 5072"/>
                  <a:gd name="T19" fmla="*/ 0 h 2535"/>
                  <a:gd name="T20" fmla="*/ 1 w 5072"/>
                  <a:gd name="T21" fmla="*/ 0 h 2535"/>
                  <a:gd name="T22" fmla="*/ 1 w 5072"/>
                  <a:gd name="T23" fmla="*/ 0 h 2535"/>
                  <a:gd name="T24" fmla="*/ 1 w 5072"/>
                  <a:gd name="T25" fmla="*/ 0 h 2535"/>
                  <a:gd name="T26" fmla="*/ 1 w 5072"/>
                  <a:gd name="T27" fmla="*/ 0 h 2535"/>
                  <a:gd name="T28" fmla="*/ 1 w 5072"/>
                  <a:gd name="T29" fmla="*/ 0 h 2535"/>
                  <a:gd name="T30" fmla="*/ 2 w 5072"/>
                  <a:gd name="T31" fmla="*/ 0 h 2535"/>
                  <a:gd name="T32" fmla="*/ 2 w 5072"/>
                  <a:gd name="T33" fmla="*/ 0 h 2535"/>
                  <a:gd name="T34" fmla="*/ 2 w 5072"/>
                  <a:gd name="T35" fmla="*/ 0 h 2535"/>
                  <a:gd name="T36" fmla="*/ 2 w 5072"/>
                  <a:gd name="T37" fmla="*/ 0 h 2535"/>
                  <a:gd name="T38" fmla="*/ 2 w 5072"/>
                  <a:gd name="T39" fmla="*/ 0 h 2535"/>
                  <a:gd name="T40" fmla="*/ 2 w 5072"/>
                  <a:gd name="T41" fmla="*/ 0 h 2535"/>
                  <a:gd name="T42" fmla="*/ 2 w 5072"/>
                  <a:gd name="T43" fmla="*/ 0 h 2535"/>
                  <a:gd name="T44" fmla="*/ 2 w 5072"/>
                  <a:gd name="T45" fmla="*/ 0 h 2535"/>
                  <a:gd name="T46" fmla="*/ 3 w 5072"/>
                  <a:gd name="T47" fmla="*/ 0 h 2535"/>
                  <a:gd name="T48" fmla="*/ 3 w 5072"/>
                  <a:gd name="T49" fmla="*/ 0 h 2535"/>
                  <a:gd name="T50" fmla="*/ 3 w 5072"/>
                  <a:gd name="T51" fmla="*/ 0 h 2535"/>
                  <a:gd name="T52" fmla="*/ 3 w 5072"/>
                  <a:gd name="T53" fmla="*/ 0 h 2535"/>
                  <a:gd name="T54" fmla="*/ 3 w 5072"/>
                  <a:gd name="T55" fmla="*/ 0 h 2535"/>
                  <a:gd name="T56" fmla="*/ 3 w 5072"/>
                  <a:gd name="T57" fmla="*/ 1 h 2535"/>
                  <a:gd name="T58" fmla="*/ 3 w 5072"/>
                  <a:gd name="T59" fmla="*/ 1 h 2535"/>
                  <a:gd name="T60" fmla="*/ 3 w 5072"/>
                  <a:gd name="T61" fmla="*/ 1 h 2535"/>
                  <a:gd name="T62" fmla="*/ 3 w 5072"/>
                  <a:gd name="T63" fmla="*/ 1 h 2535"/>
                  <a:gd name="T64" fmla="*/ 3 w 5072"/>
                  <a:gd name="T65" fmla="*/ 1 h 2535"/>
                  <a:gd name="T66" fmla="*/ 3 w 5072"/>
                  <a:gd name="T67" fmla="*/ 1 h 2535"/>
                  <a:gd name="T68" fmla="*/ 3 w 5072"/>
                  <a:gd name="T69" fmla="*/ 1 h 2535"/>
                  <a:gd name="T70" fmla="*/ 3 w 5072"/>
                  <a:gd name="T71" fmla="*/ 1 h 2535"/>
                  <a:gd name="T72" fmla="*/ 3 w 5072"/>
                  <a:gd name="T73" fmla="*/ 1 h 2535"/>
                  <a:gd name="T74" fmla="*/ 3 w 5072"/>
                  <a:gd name="T75" fmla="*/ 1 h 2535"/>
                  <a:gd name="T76" fmla="*/ 2 w 5072"/>
                  <a:gd name="T77" fmla="*/ 1 h 2535"/>
                  <a:gd name="T78" fmla="*/ 2 w 5072"/>
                  <a:gd name="T79" fmla="*/ 1 h 2535"/>
                  <a:gd name="T80" fmla="*/ 2 w 5072"/>
                  <a:gd name="T81" fmla="*/ 1 h 2535"/>
                  <a:gd name="T82" fmla="*/ 2 w 5072"/>
                  <a:gd name="T83" fmla="*/ 1 h 2535"/>
                  <a:gd name="T84" fmla="*/ 2 w 5072"/>
                  <a:gd name="T85" fmla="*/ 2 h 2535"/>
                  <a:gd name="T86" fmla="*/ 2 w 5072"/>
                  <a:gd name="T87" fmla="*/ 2 h 2535"/>
                  <a:gd name="T88" fmla="*/ 2 w 5072"/>
                  <a:gd name="T89" fmla="*/ 2 h 2535"/>
                  <a:gd name="T90" fmla="*/ 2 w 5072"/>
                  <a:gd name="T91" fmla="*/ 2 h 2535"/>
                  <a:gd name="T92" fmla="*/ 1 w 5072"/>
                  <a:gd name="T93" fmla="*/ 2 h 2535"/>
                  <a:gd name="T94" fmla="*/ 1 w 5072"/>
                  <a:gd name="T95" fmla="*/ 2 h 2535"/>
                  <a:gd name="T96" fmla="*/ 1 w 5072"/>
                  <a:gd name="T97" fmla="*/ 2 h 2535"/>
                  <a:gd name="T98" fmla="*/ 1 w 5072"/>
                  <a:gd name="T99" fmla="*/ 1 h 2535"/>
                  <a:gd name="T100" fmla="*/ 1 w 5072"/>
                  <a:gd name="T101" fmla="*/ 1 h 2535"/>
                  <a:gd name="T102" fmla="*/ 1 w 5072"/>
                  <a:gd name="T103" fmla="*/ 1 h 2535"/>
                  <a:gd name="T104" fmla="*/ 0 w 5072"/>
                  <a:gd name="T105" fmla="*/ 1 h 2535"/>
                  <a:gd name="T106" fmla="*/ 0 w 5072"/>
                  <a:gd name="T107" fmla="*/ 1 h 2535"/>
                  <a:gd name="T108" fmla="*/ 0 w 5072"/>
                  <a:gd name="T109" fmla="*/ 1 h 2535"/>
                  <a:gd name="T110" fmla="*/ 0 w 5072"/>
                  <a:gd name="T111" fmla="*/ 1 h 2535"/>
                  <a:gd name="T112" fmla="*/ 0 w 5072"/>
                  <a:gd name="T113" fmla="*/ 1 h 2535"/>
                  <a:gd name="T114" fmla="*/ 0 w 5072"/>
                  <a:gd name="T115" fmla="*/ 1 h 2535"/>
                  <a:gd name="T116" fmla="*/ 0 w 5072"/>
                  <a:gd name="T117" fmla="*/ 1 h 2535"/>
                  <a:gd name="T118" fmla="*/ 0 w 5072"/>
                  <a:gd name="T119" fmla="*/ 1 h 2535"/>
                  <a:gd name="T120" fmla="*/ 0 w 5072"/>
                  <a:gd name="T121" fmla="*/ 1 h 2535"/>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5072" h="2535">
                    <a:moveTo>
                      <a:pt x="0" y="1267"/>
                    </a:moveTo>
                    <a:lnTo>
                      <a:pt x="13" y="1134"/>
                    </a:lnTo>
                    <a:lnTo>
                      <a:pt x="48" y="1002"/>
                    </a:lnTo>
                    <a:lnTo>
                      <a:pt x="119" y="874"/>
                    </a:lnTo>
                    <a:lnTo>
                      <a:pt x="216" y="746"/>
                    </a:lnTo>
                    <a:lnTo>
                      <a:pt x="335" y="636"/>
                    </a:lnTo>
                    <a:lnTo>
                      <a:pt x="476" y="520"/>
                    </a:lnTo>
                    <a:lnTo>
                      <a:pt x="649" y="414"/>
                    </a:lnTo>
                    <a:lnTo>
                      <a:pt x="838" y="326"/>
                    </a:lnTo>
                    <a:lnTo>
                      <a:pt x="1041" y="242"/>
                    </a:lnTo>
                    <a:lnTo>
                      <a:pt x="1266" y="172"/>
                    </a:lnTo>
                    <a:lnTo>
                      <a:pt x="1500" y="105"/>
                    </a:lnTo>
                    <a:lnTo>
                      <a:pt x="1747" y="57"/>
                    </a:lnTo>
                    <a:lnTo>
                      <a:pt x="2008" y="30"/>
                    </a:lnTo>
                    <a:lnTo>
                      <a:pt x="2268" y="8"/>
                    </a:lnTo>
                    <a:lnTo>
                      <a:pt x="2533" y="0"/>
                    </a:lnTo>
                    <a:lnTo>
                      <a:pt x="2793" y="8"/>
                    </a:lnTo>
                    <a:lnTo>
                      <a:pt x="3054" y="30"/>
                    </a:lnTo>
                    <a:lnTo>
                      <a:pt x="3315" y="57"/>
                    </a:lnTo>
                    <a:lnTo>
                      <a:pt x="3562" y="105"/>
                    </a:lnTo>
                    <a:lnTo>
                      <a:pt x="3804" y="172"/>
                    </a:lnTo>
                    <a:lnTo>
                      <a:pt x="4020" y="242"/>
                    </a:lnTo>
                    <a:lnTo>
                      <a:pt x="4232" y="326"/>
                    </a:lnTo>
                    <a:lnTo>
                      <a:pt x="4413" y="414"/>
                    </a:lnTo>
                    <a:lnTo>
                      <a:pt x="4586" y="520"/>
                    </a:lnTo>
                    <a:lnTo>
                      <a:pt x="4727" y="636"/>
                    </a:lnTo>
                    <a:lnTo>
                      <a:pt x="4851" y="746"/>
                    </a:lnTo>
                    <a:lnTo>
                      <a:pt x="4943" y="874"/>
                    </a:lnTo>
                    <a:lnTo>
                      <a:pt x="5014" y="1002"/>
                    </a:lnTo>
                    <a:lnTo>
                      <a:pt x="5058" y="1134"/>
                    </a:lnTo>
                    <a:lnTo>
                      <a:pt x="5071" y="1267"/>
                    </a:lnTo>
                    <a:lnTo>
                      <a:pt x="5058" y="1395"/>
                    </a:lnTo>
                    <a:lnTo>
                      <a:pt x="5014" y="1527"/>
                    </a:lnTo>
                    <a:lnTo>
                      <a:pt x="4943" y="1655"/>
                    </a:lnTo>
                    <a:lnTo>
                      <a:pt x="4851" y="1783"/>
                    </a:lnTo>
                    <a:lnTo>
                      <a:pt x="4727" y="1903"/>
                    </a:lnTo>
                    <a:lnTo>
                      <a:pt x="4586" y="2009"/>
                    </a:lnTo>
                    <a:lnTo>
                      <a:pt x="4413" y="2115"/>
                    </a:lnTo>
                    <a:lnTo>
                      <a:pt x="4232" y="2203"/>
                    </a:lnTo>
                    <a:lnTo>
                      <a:pt x="4020" y="2287"/>
                    </a:lnTo>
                    <a:lnTo>
                      <a:pt x="3804" y="2366"/>
                    </a:lnTo>
                    <a:lnTo>
                      <a:pt x="3562" y="2424"/>
                    </a:lnTo>
                    <a:lnTo>
                      <a:pt x="3315" y="2472"/>
                    </a:lnTo>
                    <a:lnTo>
                      <a:pt x="3054" y="2508"/>
                    </a:lnTo>
                    <a:lnTo>
                      <a:pt x="2793" y="2530"/>
                    </a:lnTo>
                    <a:lnTo>
                      <a:pt x="2533" y="2534"/>
                    </a:lnTo>
                    <a:lnTo>
                      <a:pt x="2268" y="2530"/>
                    </a:lnTo>
                    <a:lnTo>
                      <a:pt x="2008" y="2508"/>
                    </a:lnTo>
                    <a:lnTo>
                      <a:pt x="1747" y="2472"/>
                    </a:lnTo>
                    <a:lnTo>
                      <a:pt x="1500" y="2424"/>
                    </a:lnTo>
                    <a:lnTo>
                      <a:pt x="1266" y="2366"/>
                    </a:lnTo>
                    <a:lnTo>
                      <a:pt x="1041" y="2287"/>
                    </a:lnTo>
                    <a:lnTo>
                      <a:pt x="838" y="2203"/>
                    </a:lnTo>
                    <a:lnTo>
                      <a:pt x="649" y="2115"/>
                    </a:lnTo>
                    <a:lnTo>
                      <a:pt x="476" y="2009"/>
                    </a:lnTo>
                    <a:lnTo>
                      <a:pt x="335" y="1903"/>
                    </a:lnTo>
                    <a:lnTo>
                      <a:pt x="216" y="1783"/>
                    </a:lnTo>
                    <a:lnTo>
                      <a:pt x="119" y="1655"/>
                    </a:lnTo>
                    <a:lnTo>
                      <a:pt x="48" y="1527"/>
                    </a:lnTo>
                    <a:lnTo>
                      <a:pt x="13" y="1395"/>
                    </a:lnTo>
                    <a:lnTo>
                      <a:pt x="0" y="1267"/>
                    </a:lnTo>
                  </a:path>
                </a:pathLst>
              </a:custGeom>
              <a:gradFill rotWithShape="0">
                <a:gsLst>
                  <a:gs pos="0">
                    <a:srgbClr val="00CCFF"/>
                  </a:gs>
                  <a:gs pos="100000">
                    <a:srgbClr val="008DB1"/>
                  </a:gs>
                </a:gsLst>
                <a:lin ang="0" scaled="1"/>
              </a:gradFill>
              <a:ln w="12600">
                <a:solidFill>
                  <a:srgbClr val="000000"/>
                </a:solidFill>
                <a:round/>
                <a:headEnd/>
                <a:tailEnd/>
              </a:ln>
            </p:spPr>
            <p:txBody>
              <a:bodyPr wrap="none" anchor="ctr"/>
              <a:lstStyle/>
              <a:p>
                <a:endParaRPr lang="zh-CN" altLang="en-US"/>
              </a:p>
            </p:txBody>
          </p:sp>
        </p:grpSp>
        <p:grpSp>
          <p:nvGrpSpPr>
            <p:cNvPr id="53255" name="Group 11"/>
            <p:cNvGrpSpPr>
              <a:grpSpLocks/>
            </p:cNvGrpSpPr>
            <p:nvPr/>
          </p:nvGrpSpPr>
          <p:grpSpPr bwMode="auto">
            <a:xfrm>
              <a:off x="2106" y="2225"/>
              <a:ext cx="862" cy="802"/>
              <a:chOff x="2106" y="2225"/>
              <a:chExt cx="862" cy="802"/>
            </a:xfrm>
          </p:grpSpPr>
          <p:sp>
            <p:nvSpPr>
              <p:cNvPr id="53280" name="Freeform 12"/>
              <p:cNvSpPr>
                <a:spLocks noChangeArrowheads="1"/>
              </p:cNvSpPr>
              <p:nvPr/>
            </p:nvSpPr>
            <p:spPr bwMode="auto">
              <a:xfrm>
                <a:off x="2106" y="2458"/>
                <a:ext cx="863" cy="570"/>
              </a:xfrm>
              <a:custGeom>
                <a:avLst/>
                <a:gdLst>
                  <a:gd name="T0" fmla="*/ 0 w 3807"/>
                  <a:gd name="T1" fmla="*/ 1 h 2513"/>
                  <a:gd name="T2" fmla="*/ 0 w 3807"/>
                  <a:gd name="T3" fmla="*/ 1 h 2513"/>
                  <a:gd name="T4" fmla="*/ 0 w 3807"/>
                  <a:gd name="T5" fmla="*/ 1 h 2513"/>
                  <a:gd name="T6" fmla="*/ 0 w 3807"/>
                  <a:gd name="T7" fmla="*/ 1 h 2513"/>
                  <a:gd name="T8" fmla="*/ 0 w 3807"/>
                  <a:gd name="T9" fmla="*/ 1 h 2513"/>
                  <a:gd name="T10" fmla="*/ 1 w 3807"/>
                  <a:gd name="T11" fmla="*/ 1 h 2513"/>
                  <a:gd name="T12" fmla="*/ 1 w 3807"/>
                  <a:gd name="T13" fmla="*/ 2 h 2513"/>
                  <a:gd name="T14" fmla="*/ 1 w 3807"/>
                  <a:gd name="T15" fmla="*/ 2 h 2513"/>
                  <a:gd name="T16" fmla="*/ 1 w 3807"/>
                  <a:gd name="T17" fmla="*/ 2 h 2513"/>
                  <a:gd name="T18" fmla="*/ 1 w 3807"/>
                  <a:gd name="T19" fmla="*/ 2 h 2513"/>
                  <a:gd name="T20" fmla="*/ 2 w 3807"/>
                  <a:gd name="T21" fmla="*/ 1 h 2513"/>
                  <a:gd name="T22" fmla="*/ 2 w 3807"/>
                  <a:gd name="T23" fmla="*/ 1 h 2513"/>
                  <a:gd name="T24" fmla="*/ 2 w 3807"/>
                  <a:gd name="T25" fmla="*/ 1 h 2513"/>
                  <a:gd name="T26" fmla="*/ 2 w 3807"/>
                  <a:gd name="T27" fmla="*/ 1 h 2513"/>
                  <a:gd name="T28" fmla="*/ 2 w 3807"/>
                  <a:gd name="T29" fmla="*/ 1 h 2513"/>
                  <a:gd name="T30" fmla="*/ 2 w 3807"/>
                  <a:gd name="T31" fmla="*/ 1 h 2513"/>
                  <a:gd name="T32" fmla="*/ 2 w 3807"/>
                  <a:gd name="T33" fmla="*/ 0 h 2513"/>
                  <a:gd name="T34" fmla="*/ 0 w 3807"/>
                  <a:gd name="T35" fmla="*/ 0 h 2513"/>
                  <a:gd name="T36" fmla="*/ 0 w 3807"/>
                  <a:gd name="T37" fmla="*/ 1 h 2513"/>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3807" h="2513">
                    <a:moveTo>
                      <a:pt x="0" y="1704"/>
                    </a:moveTo>
                    <a:lnTo>
                      <a:pt x="211" y="1894"/>
                    </a:lnTo>
                    <a:lnTo>
                      <a:pt x="436" y="2071"/>
                    </a:lnTo>
                    <a:lnTo>
                      <a:pt x="684" y="2217"/>
                    </a:lnTo>
                    <a:lnTo>
                      <a:pt x="945" y="2327"/>
                    </a:lnTo>
                    <a:lnTo>
                      <a:pt x="1214" y="2419"/>
                    </a:lnTo>
                    <a:lnTo>
                      <a:pt x="1484" y="2481"/>
                    </a:lnTo>
                    <a:lnTo>
                      <a:pt x="1762" y="2512"/>
                    </a:lnTo>
                    <a:lnTo>
                      <a:pt x="2040" y="2512"/>
                    </a:lnTo>
                    <a:lnTo>
                      <a:pt x="2317" y="2481"/>
                    </a:lnTo>
                    <a:lnTo>
                      <a:pt x="2596" y="2419"/>
                    </a:lnTo>
                    <a:lnTo>
                      <a:pt x="2861" y="2327"/>
                    </a:lnTo>
                    <a:lnTo>
                      <a:pt x="3117" y="2217"/>
                    </a:lnTo>
                    <a:lnTo>
                      <a:pt x="3365" y="2071"/>
                    </a:lnTo>
                    <a:lnTo>
                      <a:pt x="3590" y="1894"/>
                    </a:lnTo>
                    <a:lnTo>
                      <a:pt x="3806" y="1704"/>
                    </a:lnTo>
                    <a:lnTo>
                      <a:pt x="3806" y="0"/>
                    </a:lnTo>
                    <a:lnTo>
                      <a:pt x="0" y="0"/>
                    </a:lnTo>
                    <a:lnTo>
                      <a:pt x="0" y="1704"/>
                    </a:lnTo>
                  </a:path>
                </a:pathLst>
              </a:custGeom>
              <a:gradFill rotWithShape="0">
                <a:gsLst>
                  <a:gs pos="0">
                    <a:srgbClr val="FF9900"/>
                  </a:gs>
                  <a:gs pos="100000">
                    <a:srgbClr val="B16A00"/>
                  </a:gs>
                </a:gsLst>
                <a:lin ang="0" scaled="1"/>
              </a:gradFill>
              <a:ln w="12600">
                <a:solidFill>
                  <a:srgbClr val="000000"/>
                </a:solidFill>
                <a:round/>
                <a:headEnd/>
                <a:tailEnd/>
              </a:ln>
            </p:spPr>
            <p:txBody>
              <a:bodyPr wrap="none" anchor="ctr"/>
              <a:lstStyle/>
              <a:p>
                <a:endParaRPr lang="zh-CN" altLang="en-US"/>
              </a:p>
            </p:txBody>
          </p:sp>
          <p:sp>
            <p:nvSpPr>
              <p:cNvPr id="53281" name="Freeform 13"/>
              <p:cNvSpPr>
                <a:spLocks noChangeArrowheads="1"/>
              </p:cNvSpPr>
              <p:nvPr/>
            </p:nvSpPr>
            <p:spPr bwMode="auto">
              <a:xfrm>
                <a:off x="2106" y="2225"/>
                <a:ext cx="863" cy="437"/>
              </a:xfrm>
              <a:custGeom>
                <a:avLst/>
                <a:gdLst>
                  <a:gd name="T0" fmla="*/ 0 w 3807"/>
                  <a:gd name="T1" fmla="*/ 0 h 1926"/>
                  <a:gd name="T2" fmla="*/ 0 w 3807"/>
                  <a:gd name="T3" fmla="*/ 0 h 1926"/>
                  <a:gd name="T4" fmla="*/ 0 w 3807"/>
                  <a:gd name="T5" fmla="*/ 0 h 1926"/>
                  <a:gd name="T6" fmla="*/ 0 w 3807"/>
                  <a:gd name="T7" fmla="*/ 0 h 1926"/>
                  <a:gd name="T8" fmla="*/ 0 w 3807"/>
                  <a:gd name="T9" fmla="*/ 0 h 1926"/>
                  <a:gd name="T10" fmla="*/ 0 w 3807"/>
                  <a:gd name="T11" fmla="*/ 0 h 1926"/>
                  <a:gd name="T12" fmla="*/ 0 w 3807"/>
                  <a:gd name="T13" fmla="*/ 0 h 1926"/>
                  <a:gd name="T14" fmla="*/ 0 w 3807"/>
                  <a:gd name="T15" fmla="*/ 0 h 1926"/>
                  <a:gd name="T16" fmla="*/ 0 w 3807"/>
                  <a:gd name="T17" fmla="*/ 0 h 1926"/>
                  <a:gd name="T18" fmla="*/ 1 w 3807"/>
                  <a:gd name="T19" fmla="*/ 0 h 1926"/>
                  <a:gd name="T20" fmla="*/ 1 w 3807"/>
                  <a:gd name="T21" fmla="*/ 0 h 1926"/>
                  <a:gd name="T22" fmla="*/ 1 w 3807"/>
                  <a:gd name="T23" fmla="*/ 0 h 1926"/>
                  <a:gd name="T24" fmla="*/ 1 w 3807"/>
                  <a:gd name="T25" fmla="*/ 0 h 1926"/>
                  <a:gd name="T26" fmla="*/ 1 w 3807"/>
                  <a:gd name="T27" fmla="*/ 0 h 1926"/>
                  <a:gd name="T28" fmla="*/ 1 w 3807"/>
                  <a:gd name="T29" fmla="*/ 0 h 1926"/>
                  <a:gd name="T30" fmla="*/ 1 w 3807"/>
                  <a:gd name="T31" fmla="*/ 0 h 1926"/>
                  <a:gd name="T32" fmla="*/ 2 w 3807"/>
                  <a:gd name="T33" fmla="*/ 0 h 1926"/>
                  <a:gd name="T34" fmla="*/ 2 w 3807"/>
                  <a:gd name="T35" fmla="*/ 0 h 1926"/>
                  <a:gd name="T36" fmla="*/ 2 w 3807"/>
                  <a:gd name="T37" fmla="*/ 0 h 1926"/>
                  <a:gd name="T38" fmla="*/ 2 w 3807"/>
                  <a:gd name="T39" fmla="*/ 0 h 1926"/>
                  <a:gd name="T40" fmla="*/ 2 w 3807"/>
                  <a:gd name="T41" fmla="*/ 0 h 1926"/>
                  <a:gd name="T42" fmla="*/ 2 w 3807"/>
                  <a:gd name="T43" fmla="*/ 0 h 1926"/>
                  <a:gd name="T44" fmla="*/ 2 w 3807"/>
                  <a:gd name="T45" fmla="*/ 0 h 1926"/>
                  <a:gd name="T46" fmla="*/ 2 w 3807"/>
                  <a:gd name="T47" fmla="*/ 0 h 1926"/>
                  <a:gd name="T48" fmla="*/ 2 w 3807"/>
                  <a:gd name="T49" fmla="*/ 0 h 1926"/>
                  <a:gd name="T50" fmla="*/ 2 w 3807"/>
                  <a:gd name="T51" fmla="*/ 0 h 1926"/>
                  <a:gd name="T52" fmla="*/ 2 w 3807"/>
                  <a:gd name="T53" fmla="*/ 0 h 1926"/>
                  <a:gd name="T54" fmla="*/ 2 w 3807"/>
                  <a:gd name="T55" fmla="*/ 1 h 1926"/>
                  <a:gd name="T56" fmla="*/ 2 w 3807"/>
                  <a:gd name="T57" fmla="*/ 1 h 1926"/>
                  <a:gd name="T58" fmla="*/ 2 w 3807"/>
                  <a:gd name="T59" fmla="*/ 1 h 1926"/>
                  <a:gd name="T60" fmla="*/ 2 w 3807"/>
                  <a:gd name="T61" fmla="*/ 1 h 1926"/>
                  <a:gd name="T62" fmla="*/ 2 w 3807"/>
                  <a:gd name="T63" fmla="*/ 1 h 1926"/>
                  <a:gd name="T64" fmla="*/ 2 w 3807"/>
                  <a:gd name="T65" fmla="*/ 1 h 1926"/>
                  <a:gd name="T66" fmla="*/ 2 w 3807"/>
                  <a:gd name="T67" fmla="*/ 1 h 1926"/>
                  <a:gd name="T68" fmla="*/ 2 w 3807"/>
                  <a:gd name="T69" fmla="*/ 1 h 1926"/>
                  <a:gd name="T70" fmla="*/ 2 w 3807"/>
                  <a:gd name="T71" fmla="*/ 1 h 1926"/>
                  <a:gd name="T72" fmla="*/ 2 w 3807"/>
                  <a:gd name="T73" fmla="*/ 1 h 1926"/>
                  <a:gd name="T74" fmla="*/ 1 w 3807"/>
                  <a:gd name="T75" fmla="*/ 1 h 1926"/>
                  <a:gd name="T76" fmla="*/ 1 w 3807"/>
                  <a:gd name="T77" fmla="*/ 1 h 1926"/>
                  <a:gd name="T78" fmla="*/ 1 w 3807"/>
                  <a:gd name="T79" fmla="*/ 1 h 1926"/>
                  <a:gd name="T80" fmla="*/ 1 w 3807"/>
                  <a:gd name="T81" fmla="*/ 1 h 1926"/>
                  <a:gd name="T82" fmla="*/ 1 w 3807"/>
                  <a:gd name="T83" fmla="*/ 1 h 1926"/>
                  <a:gd name="T84" fmla="*/ 1 w 3807"/>
                  <a:gd name="T85" fmla="*/ 1 h 1926"/>
                  <a:gd name="T86" fmla="*/ 1 w 3807"/>
                  <a:gd name="T87" fmla="*/ 1 h 1926"/>
                  <a:gd name="T88" fmla="*/ 0 w 3807"/>
                  <a:gd name="T89" fmla="*/ 1 h 1926"/>
                  <a:gd name="T90" fmla="*/ 0 w 3807"/>
                  <a:gd name="T91" fmla="*/ 1 h 1926"/>
                  <a:gd name="T92" fmla="*/ 0 w 3807"/>
                  <a:gd name="T93" fmla="*/ 1 h 1926"/>
                  <a:gd name="T94" fmla="*/ 0 w 3807"/>
                  <a:gd name="T95" fmla="*/ 1 h 1926"/>
                  <a:gd name="T96" fmla="*/ 0 w 3807"/>
                  <a:gd name="T97" fmla="*/ 1 h 1926"/>
                  <a:gd name="T98" fmla="*/ 0 w 3807"/>
                  <a:gd name="T99" fmla="*/ 1 h 1926"/>
                  <a:gd name="T100" fmla="*/ 0 w 3807"/>
                  <a:gd name="T101" fmla="*/ 1 h 1926"/>
                  <a:gd name="T102" fmla="*/ 0 w 3807"/>
                  <a:gd name="T103" fmla="*/ 1 h 1926"/>
                  <a:gd name="T104" fmla="*/ 0 w 3807"/>
                  <a:gd name="T105" fmla="*/ 0 h 192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Lst>
                <a:ahLst/>
                <a:cxnLst>
                  <a:cxn ang="T106">
                    <a:pos x="T0" y="T1"/>
                  </a:cxn>
                  <a:cxn ang="T107">
                    <a:pos x="T2" y="T3"/>
                  </a:cxn>
                  <a:cxn ang="T108">
                    <a:pos x="T4" y="T5"/>
                  </a:cxn>
                  <a:cxn ang="T109">
                    <a:pos x="T6" y="T7"/>
                  </a:cxn>
                  <a:cxn ang="T110">
                    <a:pos x="T8" y="T9"/>
                  </a:cxn>
                  <a:cxn ang="T111">
                    <a:pos x="T10" y="T11"/>
                  </a:cxn>
                  <a:cxn ang="T112">
                    <a:pos x="T12" y="T13"/>
                  </a:cxn>
                  <a:cxn ang="T113">
                    <a:pos x="T14" y="T15"/>
                  </a:cxn>
                  <a:cxn ang="T114">
                    <a:pos x="T16" y="T17"/>
                  </a:cxn>
                  <a:cxn ang="T115">
                    <a:pos x="T18" y="T19"/>
                  </a:cxn>
                  <a:cxn ang="T116">
                    <a:pos x="T20" y="T21"/>
                  </a:cxn>
                  <a:cxn ang="T117">
                    <a:pos x="T22" y="T23"/>
                  </a:cxn>
                  <a:cxn ang="T118">
                    <a:pos x="T24" y="T25"/>
                  </a:cxn>
                  <a:cxn ang="T119">
                    <a:pos x="T26" y="T27"/>
                  </a:cxn>
                  <a:cxn ang="T120">
                    <a:pos x="T28" y="T29"/>
                  </a:cxn>
                  <a:cxn ang="T121">
                    <a:pos x="T30" y="T31"/>
                  </a:cxn>
                  <a:cxn ang="T122">
                    <a:pos x="T32" y="T33"/>
                  </a:cxn>
                  <a:cxn ang="T123">
                    <a:pos x="T34" y="T35"/>
                  </a:cxn>
                  <a:cxn ang="T124">
                    <a:pos x="T36" y="T37"/>
                  </a:cxn>
                  <a:cxn ang="T125">
                    <a:pos x="T38" y="T39"/>
                  </a:cxn>
                  <a:cxn ang="T126">
                    <a:pos x="T40" y="T41"/>
                  </a:cxn>
                  <a:cxn ang="T127">
                    <a:pos x="T42" y="T43"/>
                  </a:cxn>
                  <a:cxn ang="T128">
                    <a:pos x="T44" y="T45"/>
                  </a:cxn>
                  <a:cxn ang="T129">
                    <a:pos x="T46" y="T47"/>
                  </a:cxn>
                  <a:cxn ang="T130">
                    <a:pos x="T48" y="T49"/>
                  </a:cxn>
                  <a:cxn ang="T131">
                    <a:pos x="T50" y="T51"/>
                  </a:cxn>
                  <a:cxn ang="T132">
                    <a:pos x="T52" y="T53"/>
                  </a:cxn>
                  <a:cxn ang="T133">
                    <a:pos x="T54" y="T55"/>
                  </a:cxn>
                  <a:cxn ang="T134">
                    <a:pos x="T56" y="T57"/>
                  </a:cxn>
                  <a:cxn ang="T135">
                    <a:pos x="T58" y="T59"/>
                  </a:cxn>
                  <a:cxn ang="T136">
                    <a:pos x="T60" y="T61"/>
                  </a:cxn>
                  <a:cxn ang="T137">
                    <a:pos x="T62" y="T63"/>
                  </a:cxn>
                  <a:cxn ang="T138">
                    <a:pos x="T64" y="T65"/>
                  </a:cxn>
                  <a:cxn ang="T139">
                    <a:pos x="T66" y="T67"/>
                  </a:cxn>
                  <a:cxn ang="T140">
                    <a:pos x="T68" y="T69"/>
                  </a:cxn>
                  <a:cxn ang="T141">
                    <a:pos x="T70" y="T71"/>
                  </a:cxn>
                  <a:cxn ang="T142">
                    <a:pos x="T72" y="T73"/>
                  </a:cxn>
                  <a:cxn ang="T143">
                    <a:pos x="T74" y="T75"/>
                  </a:cxn>
                  <a:cxn ang="T144">
                    <a:pos x="T76" y="T77"/>
                  </a:cxn>
                  <a:cxn ang="T145">
                    <a:pos x="T78" y="T79"/>
                  </a:cxn>
                  <a:cxn ang="T146">
                    <a:pos x="T80" y="T81"/>
                  </a:cxn>
                  <a:cxn ang="T147">
                    <a:pos x="T82" y="T83"/>
                  </a:cxn>
                  <a:cxn ang="T148">
                    <a:pos x="T84" y="T85"/>
                  </a:cxn>
                  <a:cxn ang="T149">
                    <a:pos x="T86" y="T87"/>
                  </a:cxn>
                  <a:cxn ang="T150">
                    <a:pos x="T88" y="T89"/>
                  </a:cxn>
                  <a:cxn ang="T151">
                    <a:pos x="T90" y="T91"/>
                  </a:cxn>
                  <a:cxn ang="T152">
                    <a:pos x="T92" y="T93"/>
                  </a:cxn>
                  <a:cxn ang="T153">
                    <a:pos x="T94" y="T95"/>
                  </a:cxn>
                  <a:cxn ang="T154">
                    <a:pos x="T96" y="T97"/>
                  </a:cxn>
                  <a:cxn ang="T155">
                    <a:pos x="T98" y="T99"/>
                  </a:cxn>
                  <a:cxn ang="T156">
                    <a:pos x="T100" y="T101"/>
                  </a:cxn>
                  <a:cxn ang="T157">
                    <a:pos x="T102" y="T103"/>
                  </a:cxn>
                  <a:cxn ang="T158">
                    <a:pos x="T104" y="T105"/>
                  </a:cxn>
                </a:cxnLst>
                <a:rect l="0" t="0" r="r" b="b"/>
                <a:pathLst>
                  <a:path w="3807" h="1926">
                    <a:moveTo>
                      <a:pt x="0" y="953"/>
                    </a:moveTo>
                    <a:lnTo>
                      <a:pt x="17" y="843"/>
                    </a:lnTo>
                    <a:lnTo>
                      <a:pt x="52" y="728"/>
                    </a:lnTo>
                    <a:lnTo>
                      <a:pt x="119" y="618"/>
                    </a:lnTo>
                    <a:lnTo>
                      <a:pt x="220" y="508"/>
                    </a:lnTo>
                    <a:lnTo>
                      <a:pt x="330" y="410"/>
                    </a:lnTo>
                    <a:lnTo>
                      <a:pt x="481" y="317"/>
                    </a:lnTo>
                    <a:lnTo>
                      <a:pt x="645" y="233"/>
                    </a:lnTo>
                    <a:lnTo>
                      <a:pt x="817" y="167"/>
                    </a:lnTo>
                    <a:lnTo>
                      <a:pt x="1015" y="105"/>
                    </a:lnTo>
                    <a:lnTo>
                      <a:pt x="1227" y="61"/>
                    </a:lnTo>
                    <a:lnTo>
                      <a:pt x="1448" y="22"/>
                    </a:lnTo>
                    <a:lnTo>
                      <a:pt x="1673" y="8"/>
                    </a:lnTo>
                    <a:lnTo>
                      <a:pt x="1903" y="0"/>
                    </a:lnTo>
                    <a:lnTo>
                      <a:pt x="2128" y="8"/>
                    </a:lnTo>
                    <a:lnTo>
                      <a:pt x="2353" y="22"/>
                    </a:lnTo>
                    <a:lnTo>
                      <a:pt x="2574" y="61"/>
                    </a:lnTo>
                    <a:lnTo>
                      <a:pt x="2786" y="105"/>
                    </a:lnTo>
                    <a:lnTo>
                      <a:pt x="2980" y="167"/>
                    </a:lnTo>
                    <a:lnTo>
                      <a:pt x="3165" y="233"/>
                    </a:lnTo>
                    <a:lnTo>
                      <a:pt x="3329" y="317"/>
                    </a:lnTo>
                    <a:lnTo>
                      <a:pt x="3471" y="410"/>
                    </a:lnTo>
                    <a:lnTo>
                      <a:pt x="3590" y="508"/>
                    </a:lnTo>
                    <a:lnTo>
                      <a:pt x="3678" y="618"/>
                    </a:lnTo>
                    <a:lnTo>
                      <a:pt x="3749" y="728"/>
                    </a:lnTo>
                    <a:lnTo>
                      <a:pt x="3793" y="843"/>
                    </a:lnTo>
                    <a:lnTo>
                      <a:pt x="3806" y="953"/>
                    </a:lnTo>
                    <a:lnTo>
                      <a:pt x="3793" y="1068"/>
                    </a:lnTo>
                    <a:lnTo>
                      <a:pt x="3749" y="1183"/>
                    </a:lnTo>
                    <a:lnTo>
                      <a:pt x="3678" y="1298"/>
                    </a:lnTo>
                    <a:lnTo>
                      <a:pt x="3590" y="1404"/>
                    </a:lnTo>
                    <a:lnTo>
                      <a:pt x="3471" y="1506"/>
                    </a:lnTo>
                    <a:lnTo>
                      <a:pt x="3329" y="1594"/>
                    </a:lnTo>
                    <a:lnTo>
                      <a:pt x="3165" y="1678"/>
                    </a:lnTo>
                    <a:lnTo>
                      <a:pt x="2980" y="1749"/>
                    </a:lnTo>
                    <a:lnTo>
                      <a:pt x="2786" y="1810"/>
                    </a:lnTo>
                    <a:lnTo>
                      <a:pt x="2574" y="1859"/>
                    </a:lnTo>
                    <a:lnTo>
                      <a:pt x="2353" y="1890"/>
                    </a:lnTo>
                    <a:lnTo>
                      <a:pt x="2128" y="1912"/>
                    </a:lnTo>
                    <a:lnTo>
                      <a:pt x="1903" y="1925"/>
                    </a:lnTo>
                    <a:lnTo>
                      <a:pt x="1673" y="1912"/>
                    </a:lnTo>
                    <a:lnTo>
                      <a:pt x="1448" y="1890"/>
                    </a:lnTo>
                    <a:lnTo>
                      <a:pt x="1227" y="1859"/>
                    </a:lnTo>
                    <a:lnTo>
                      <a:pt x="1015" y="1810"/>
                    </a:lnTo>
                    <a:lnTo>
                      <a:pt x="817" y="1749"/>
                    </a:lnTo>
                    <a:lnTo>
                      <a:pt x="645" y="1678"/>
                    </a:lnTo>
                    <a:lnTo>
                      <a:pt x="481" y="1594"/>
                    </a:lnTo>
                    <a:lnTo>
                      <a:pt x="330" y="1506"/>
                    </a:lnTo>
                    <a:lnTo>
                      <a:pt x="220" y="1404"/>
                    </a:lnTo>
                    <a:lnTo>
                      <a:pt x="119" y="1298"/>
                    </a:lnTo>
                    <a:lnTo>
                      <a:pt x="52" y="1183"/>
                    </a:lnTo>
                    <a:lnTo>
                      <a:pt x="17" y="1068"/>
                    </a:lnTo>
                    <a:lnTo>
                      <a:pt x="0" y="953"/>
                    </a:lnTo>
                  </a:path>
                </a:pathLst>
              </a:custGeom>
              <a:gradFill rotWithShape="0">
                <a:gsLst>
                  <a:gs pos="0">
                    <a:srgbClr val="B16A00"/>
                  </a:gs>
                  <a:gs pos="100000">
                    <a:srgbClr val="FF9900"/>
                  </a:gs>
                </a:gsLst>
                <a:lin ang="0" scaled="1"/>
              </a:gradFill>
              <a:ln w="12600">
                <a:solidFill>
                  <a:srgbClr val="000000"/>
                </a:solidFill>
                <a:round/>
                <a:headEnd/>
                <a:tailEnd/>
              </a:ln>
            </p:spPr>
            <p:txBody>
              <a:bodyPr wrap="none" anchor="ctr"/>
              <a:lstStyle/>
              <a:p>
                <a:endParaRPr lang="zh-CN" altLang="en-US"/>
              </a:p>
            </p:txBody>
          </p:sp>
        </p:grpSp>
        <p:grpSp>
          <p:nvGrpSpPr>
            <p:cNvPr id="53256" name="Group 14"/>
            <p:cNvGrpSpPr>
              <a:grpSpLocks/>
            </p:cNvGrpSpPr>
            <p:nvPr/>
          </p:nvGrpSpPr>
          <p:grpSpPr bwMode="auto">
            <a:xfrm>
              <a:off x="2603" y="2015"/>
              <a:ext cx="218" cy="491"/>
              <a:chOff x="2603" y="2015"/>
              <a:chExt cx="218" cy="491"/>
            </a:xfrm>
          </p:grpSpPr>
          <p:sp>
            <p:nvSpPr>
              <p:cNvPr id="53278" name="Freeform 15"/>
              <p:cNvSpPr>
                <a:spLocks noChangeArrowheads="1"/>
              </p:cNvSpPr>
              <p:nvPr/>
            </p:nvSpPr>
            <p:spPr bwMode="auto">
              <a:xfrm>
                <a:off x="2603" y="2095"/>
                <a:ext cx="219" cy="412"/>
              </a:xfrm>
              <a:custGeom>
                <a:avLst/>
                <a:gdLst>
                  <a:gd name="T0" fmla="*/ 0 w 967"/>
                  <a:gd name="T1" fmla="*/ 1 h 1817"/>
                  <a:gd name="T2" fmla="*/ 0 w 967"/>
                  <a:gd name="T3" fmla="*/ 1 h 1817"/>
                  <a:gd name="T4" fmla="*/ 0 w 967"/>
                  <a:gd name="T5" fmla="*/ 1 h 1817"/>
                  <a:gd name="T6" fmla="*/ 0 w 967"/>
                  <a:gd name="T7" fmla="*/ 1 h 1817"/>
                  <a:gd name="T8" fmla="*/ 0 w 967"/>
                  <a:gd name="T9" fmla="*/ 1 h 1817"/>
                  <a:gd name="T10" fmla="*/ 0 w 967"/>
                  <a:gd name="T11" fmla="*/ 1 h 1817"/>
                  <a:gd name="T12" fmla="*/ 0 w 967"/>
                  <a:gd name="T13" fmla="*/ 1 h 1817"/>
                  <a:gd name="T14" fmla="*/ 0 w 967"/>
                  <a:gd name="T15" fmla="*/ 1 h 1817"/>
                  <a:gd name="T16" fmla="*/ 0 w 967"/>
                  <a:gd name="T17" fmla="*/ 1 h 1817"/>
                  <a:gd name="T18" fmla="*/ 0 w 967"/>
                  <a:gd name="T19" fmla="*/ 1 h 1817"/>
                  <a:gd name="T20" fmla="*/ 0 w 967"/>
                  <a:gd name="T21" fmla="*/ 1 h 1817"/>
                  <a:gd name="T22" fmla="*/ 0 w 967"/>
                  <a:gd name="T23" fmla="*/ 1 h 1817"/>
                  <a:gd name="T24" fmla="*/ 0 w 967"/>
                  <a:gd name="T25" fmla="*/ 0 h 1817"/>
                  <a:gd name="T26" fmla="*/ 0 w 967"/>
                  <a:gd name="T27" fmla="*/ 0 h 1817"/>
                  <a:gd name="T28" fmla="*/ 0 w 967"/>
                  <a:gd name="T29" fmla="*/ 1 h 1817"/>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967" h="1817">
                    <a:moveTo>
                      <a:pt x="0" y="1560"/>
                    </a:moveTo>
                    <a:lnTo>
                      <a:pt x="48" y="1640"/>
                    </a:lnTo>
                    <a:lnTo>
                      <a:pt x="119" y="1697"/>
                    </a:lnTo>
                    <a:lnTo>
                      <a:pt x="212" y="1754"/>
                    </a:lnTo>
                    <a:lnTo>
                      <a:pt x="310" y="1798"/>
                    </a:lnTo>
                    <a:lnTo>
                      <a:pt x="421" y="1816"/>
                    </a:lnTo>
                    <a:lnTo>
                      <a:pt x="536" y="1816"/>
                    </a:lnTo>
                    <a:lnTo>
                      <a:pt x="647" y="1798"/>
                    </a:lnTo>
                    <a:lnTo>
                      <a:pt x="744" y="1754"/>
                    </a:lnTo>
                    <a:lnTo>
                      <a:pt x="837" y="1697"/>
                    </a:lnTo>
                    <a:lnTo>
                      <a:pt x="909" y="1640"/>
                    </a:lnTo>
                    <a:lnTo>
                      <a:pt x="966" y="1560"/>
                    </a:lnTo>
                    <a:lnTo>
                      <a:pt x="966" y="0"/>
                    </a:lnTo>
                    <a:lnTo>
                      <a:pt x="0" y="0"/>
                    </a:lnTo>
                    <a:lnTo>
                      <a:pt x="0" y="1560"/>
                    </a:lnTo>
                  </a:path>
                </a:pathLst>
              </a:custGeom>
              <a:gradFill rotWithShape="0">
                <a:gsLst>
                  <a:gs pos="0">
                    <a:srgbClr val="FFCC00"/>
                  </a:gs>
                  <a:gs pos="100000">
                    <a:srgbClr val="B18D00"/>
                  </a:gs>
                </a:gsLst>
                <a:lin ang="0" scaled="1"/>
              </a:gradFill>
              <a:ln w="12600">
                <a:solidFill>
                  <a:srgbClr val="000000"/>
                </a:solidFill>
                <a:round/>
                <a:headEnd/>
                <a:tailEnd/>
              </a:ln>
            </p:spPr>
            <p:txBody>
              <a:bodyPr wrap="none" anchor="ctr"/>
              <a:lstStyle/>
              <a:p>
                <a:endParaRPr lang="zh-CN" altLang="en-US"/>
              </a:p>
            </p:txBody>
          </p:sp>
          <p:sp>
            <p:nvSpPr>
              <p:cNvPr id="53279" name="Freeform 16"/>
              <p:cNvSpPr>
                <a:spLocks noChangeArrowheads="1"/>
              </p:cNvSpPr>
              <p:nvPr/>
            </p:nvSpPr>
            <p:spPr bwMode="auto">
              <a:xfrm>
                <a:off x="2603" y="2015"/>
                <a:ext cx="219" cy="141"/>
              </a:xfrm>
              <a:custGeom>
                <a:avLst/>
                <a:gdLst>
                  <a:gd name="T0" fmla="*/ 0 w 967"/>
                  <a:gd name="T1" fmla="*/ 0 h 620"/>
                  <a:gd name="T2" fmla="*/ 0 w 967"/>
                  <a:gd name="T3" fmla="*/ 0 h 620"/>
                  <a:gd name="T4" fmla="*/ 0 w 967"/>
                  <a:gd name="T5" fmla="*/ 0 h 620"/>
                  <a:gd name="T6" fmla="*/ 0 w 967"/>
                  <a:gd name="T7" fmla="*/ 0 h 620"/>
                  <a:gd name="T8" fmla="*/ 0 w 967"/>
                  <a:gd name="T9" fmla="*/ 0 h 620"/>
                  <a:gd name="T10" fmla="*/ 0 w 967"/>
                  <a:gd name="T11" fmla="*/ 0 h 620"/>
                  <a:gd name="T12" fmla="*/ 0 w 967"/>
                  <a:gd name="T13" fmla="*/ 0 h 620"/>
                  <a:gd name="T14" fmla="*/ 0 w 967"/>
                  <a:gd name="T15" fmla="*/ 0 h 620"/>
                  <a:gd name="T16" fmla="*/ 0 w 967"/>
                  <a:gd name="T17" fmla="*/ 0 h 620"/>
                  <a:gd name="T18" fmla="*/ 0 w 967"/>
                  <a:gd name="T19" fmla="*/ 0 h 620"/>
                  <a:gd name="T20" fmla="*/ 0 w 967"/>
                  <a:gd name="T21" fmla="*/ 0 h 620"/>
                  <a:gd name="T22" fmla="*/ 0 w 967"/>
                  <a:gd name="T23" fmla="*/ 0 h 620"/>
                  <a:gd name="T24" fmla="*/ 0 w 967"/>
                  <a:gd name="T25" fmla="*/ 0 h 620"/>
                  <a:gd name="T26" fmla="*/ 0 w 967"/>
                  <a:gd name="T27" fmla="*/ 0 h 620"/>
                  <a:gd name="T28" fmla="*/ 0 w 967"/>
                  <a:gd name="T29" fmla="*/ 0 h 620"/>
                  <a:gd name="T30" fmla="*/ 0 w 967"/>
                  <a:gd name="T31" fmla="*/ 0 h 620"/>
                  <a:gd name="T32" fmla="*/ 0 w 967"/>
                  <a:gd name="T33" fmla="*/ 0 h 620"/>
                  <a:gd name="T34" fmla="*/ 0 w 967"/>
                  <a:gd name="T35" fmla="*/ 0 h 620"/>
                  <a:gd name="T36" fmla="*/ 0 w 967"/>
                  <a:gd name="T37" fmla="*/ 0 h 620"/>
                  <a:gd name="T38" fmla="*/ 0 w 967"/>
                  <a:gd name="T39" fmla="*/ 0 h 620"/>
                  <a:gd name="T40" fmla="*/ 0 w 967"/>
                  <a:gd name="T41" fmla="*/ 0 h 620"/>
                  <a:gd name="T42" fmla="*/ 0 w 967"/>
                  <a:gd name="T43" fmla="*/ 0 h 620"/>
                  <a:gd name="T44" fmla="*/ 0 w 967"/>
                  <a:gd name="T45" fmla="*/ 0 h 620"/>
                  <a:gd name="T46" fmla="*/ 0 w 967"/>
                  <a:gd name="T47" fmla="*/ 0 h 620"/>
                  <a:gd name="T48" fmla="*/ 0 w 967"/>
                  <a:gd name="T49" fmla="*/ 0 h 620"/>
                  <a:gd name="T50" fmla="*/ 0 w 967"/>
                  <a:gd name="T51" fmla="*/ 0 h 620"/>
                  <a:gd name="T52" fmla="*/ 0 w 967"/>
                  <a:gd name="T53" fmla="*/ 0 h 620"/>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967" h="620">
                    <a:moveTo>
                      <a:pt x="0" y="310"/>
                    </a:moveTo>
                    <a:lnTo>
                      <a:pt x="13" y="225"/>
                    </a:lnTo>
                    <a:lnTo>
                      <a:pt x="48" y="159"/>
                    </a:lnTo>
                    <a:lnTo>
                      <a:pt x="119" y="97"/>
                    </a:lnTo>
                    <a:lnTo>
                      <a:pt x="204" y="53"/>
                    </a:lnTo>
                    <a:lnTo>
                      <a:pt x="305" y="13"/>
                    </a:lnTo>
                    <a:lnTo>
                      <a:pt x="421" y="0"/>
                    </a:lnTo>
                    <a:lnTo>
                      <a:pt x="536" y="0"/>
                    </a:lnTo>
                    <a:lnTo>
                      <a:pt x="652" y="13"/>
                    </a:lnTo>
                    <a:lnTo>
                      <a:pt x="753" y="53"/>
                    </a:lnTo>
                    <a:lnTo>
                      <a:pt x="841" y="97"/>
                    </a:lnTo>
                    <a:lnTo>
                      <a:pt x="909" y="159"/>
                    </a:lnTo>
                    <a:lnTo>
                      <a:pt x="948" y="225"/>
                    </a:lnTo>
                    <a:lnTo>
                      <a:pt x="966" y="310"/>
                    </a:lnTo>
                    <a:lnTo>
                      <a:pt x="948" y="380"/>
                    </a:lnTo>
                    <a:lnTo>
                      <a:pt x="909" y="447"/>
                    </a:lnTo>
                    <a:lnTo>
                      <a:pt x="841" y="509"/>
                    </a:lnTo>
                    <a:lnTo>
                      <a:pt x="753" y="562"/>
                    </a:lnTo>
                    <a:lnTo>
                      <a:pt x="652" y="597"/>
                    </a:lnTo>
                    <a:lnTo>
                      <a:pt x="536" y="619"/>
                    </a:lnTo>
                    <a:lnTo>
                      <a:pt x="421" y="619"/>
                    </a:lnTo>
                    <a:lnTo>
                      <a:pt x="305" y="597"/>
                    </a:lnTo>
                    <a:lnTo>
                      <a:pt x="204" y="562"/>
                    </a:lnTo>
                    <a:lnTo>
                      <a:pt x="119" y="509"/>
                    </a:lnTo>
                    <a:lnTo>
                      <a:pt x="48" y="447"/>
                    </a:lnTo>
                    <a:lnTo>
                      <a:pt x="13" y="380"/>
                    </a:lnTo>
                    <a:lnTo>
                      <a:pt x="0" y="310"/>
                    </a:lnTo>
                  </a:path>
                </a:pathLst>
              </a:custGeom>
              <a:gradFill rotWithShape="0">
                <a:gsLst>
                  <a:gs pos="0">
                    <a:srgbClr val="B18D00"/>
                  </a:gs>
                  <a:gs pos="100000">
                    <a:srgbClr val="FFCC00"/>
                  </a:gs>
                </a:gsLst>
                <a:lin ang="0" scaled="1"/>
              </a:gradFill>
              <a:ln w="12600">
                <a:solidFill>
                  <a:srgbClr val="000000"/>
                </a:solidFill>
                <a:round/>
                <a:headEnd/>
                <a:tailEnd/>
              </a:ln>
            </p:spPr>
            <p:txBody>
              <a:bodyPr wrap="none" anchor="ctr"/>
              <a:lstStyle/>
              <a:p>
                <a:endParaRPr lang="zh-CN" altLang="en-US"/>
              </a:p>
            </p:txBody>
          </p:sp>
        </p:grpSp>
        <p:grpSp>
          <p:nvGrpSpPr>
            <p:cNvPr id="53257" name="Group 17"/>
            <p:cNvGrpSpPr>
              <a:grpSpLocks/>
            </p:cNvGrpSpPr>
            <p:nvPr/>
          </p:nvGrpSpPr>
          <p:grpSpPr bwMode="auto">
            <a:xfrm>
              <a:off x="2250" y="2022"/>
              <a:ext cx="218" cy="491"/>
              <a:chOff x="2250" y="2022"/>
              <a:chExt cx="218" cy="491"/>
            </a:xfrm>
          </p:grpSpPr>
          <p:sp>
            <p:nvSpPr>
              <p:cNvPr id="53276" name="Freeform 18"/>
              <p:cNvSpPr>
                <a:spLocks noChangeArrowheads="1"/>
              </p:cNvSpPr>
              <p:nvPr/>
            </p:nvSpPr>
            <p:spPr bwMode="auto">
              <a:xfrm>
                <a:off x="2250" y="2102"/>
                <a:ext cx="219" cy="412"/>
              </a:xfrm>
              <a:custGeom>
                <a:avLst/>
                <a:gdLst>
                  <a:gd name="T0" fmla="*/ 0 w 967"/>
                  <a:gd name="T1" fmla="*/ 1 h 1817"/>
                  <a:gd name="T2" fmla="*/ 0 w 967"/>
                  <a:gd name="T3" fmla="*/ 1 h 1817"/>
                  <a:gd name="T4" fmla="*/ 0 w 967"/>
                  <a:gd name="T5" fmla="*/ 1 h 1817"/>
                  <a:gd name="T6" fmla="*/ 0 w 967"/>
                  <a:gd name="T7" fmla="*/ 1 h 1817"/>
                  <a:gd name="T8" fmla="*/ 0 w 967"/>
                  <a:gd name="T9" fmla="*/ 1 h 1817"/>
                  <a:gd name="T10" fmla="*/ 0 w 967"/>
                  <a:gd name="T11" fmla="*/ 1 h 1817"/>
                  <a:gd name="T12" fmla="*/ 0 w 967"/>
                  <a:gd name="T13" fmla="*/ 1 h 1817"/>
                  <a:gd name="T14" fmla="*/ 0 w 967"/>
                  <a:gd name="T15" fmla="*/ 1 h 1817"/>
                  <a:gd name="T16" fmla="*/ 0 w 967"/>
                  <a:gd name="T17" fmla="*/ 1 h 1817"/>
                  <a:gd name="T18" fmla="*/ 0 w 967"/>
                  <a:gd name="T19" fmla="*/ 1 h 1817"/>
                  <a:gd name="T20" fmla="*/ 0 w 967"/>
                  <a:gd name="T21" fmla="*/ 1 h 1817"/>
                  <a:gd name="T22" fmla="*/ 0 w 967"/>
                  <a:gd name="T23" fmla="*/ 1 h 1817"/>
                  <a:gd name="T24" fmla="*/ 0 w 967"/>
                  <a:gd name="T25" fmla="*/ 0 h 1817"/>
                  <a:gd name="T26" fmla="*/ 0 w 967"/>
                  <a:gd name="T27" fmla="*/ 0 h 1817"/>
                  <a:gd name="T28" fmla="*/ 0 w 967"/>
                  <a:gd name="T29" fmla="*/ 1 h 1817"/>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967" h="1817">
                    <a:moveTo>
                      <a:pt x="0" y="1560"/>
                    </a:moveTo>
                    <a:lnTo>
                      <a:pt x="48" y="1640"/>
                    </a:lnTo>
                    <a:lnTo>
                      <a:pt x="119" y="1697"/>
                    </a:lnTo>
                    <a:lnTo>
                      <a:pt x="212" y="1754"/>
                    </a:lnTo>
                    <a:lnTo>
                      <a:pt x="310" y="1798"/>
                    </a:lnTo>
                    <a:lnTo>
                      <a:pt x="421" y="1816"/>
                    </a:lnTo>
                    <a:lnTo>
                      <a:pt x="536" y="1816"/>
                    </a:lnTo>
                    <a:lnTo>
                      <a:pt x="647" y="1798"/>
                    </a:lnTo>
                    <a:lnTo>
                      <a:pt x="744" y="1754"/>
                    </a:lnTo>
                    <a:lnTo>
                      <a:pt x="837" y="1697"/>
                    </a:lnTo>
                    <a:lnTo>
                      <a:pt x="909" y="1640"/>
                    </a:lnTo>
                    <a:lnTo>
                      <a:pt x="966" y="1560"/>
                    </a:lnTo>
                    <a:lnTo>
                      <a:pt x="966" y="0"/>
                    </a:lnTo>
                    <a:lnTo>
                      <a:pt x="0" y="0"/>
                    </a:lnTo>
                    <a:lnTo>
                      <a:pt x="0" y="1560"/>
                    </a:lnTo>
                  </a:path>
                </a:pathLst>
              </a:custGeom>
              <a:gradFill rotWithShape="0">
                <a:gsLst>
                  <a:gs pos="0">
                    <a:srgbClr val="FFCC00"/>
                  </a:gs>
                  <a:gs pos="100000">
                    <a:srgbClr val="B18D00"/>
                  </a:gs>
                </a:gsLst>
                <a:lin ang="0" scaled="1"/>
              </a:gradFill>
              <a:ln w="12600">
                <a:solidFill>
                  <a:srgbClr val="000000"/>
                </a:solidFill>
                <a:round/>
                <a:headEnd/>
                <a:tailEnd/>
              </a:ln>
            </p:spPr>
            <p:txBody>
              <a:bodyPr wrap="none" anchor="ctr"/>
              <a:lstStyle/>
              <a:p>
                <a:endParaRPr lang="zh-CN" altLang="en-US"/>
              </a:p>
            </p:txBody>
          </p:sp>
          <p:sp>
            <p:nvSpPr>
              <p:cNvPr id="53277" name="Freeform 19"/>
              <p:cNvSpPr>
                <a:spLocks noChangeArrowheads="1"/>
              </p:cNvSpPr>
              <p:nvPr/>
            </p:nvSpPr>
            <p:spPr bwMode="auto">
              <a:xfrm>
                <a:off x="2250" y="2022"/>
                <a:ext cx="219" cy="141"/>
              </a:xfrm>
              <a:custGeom>
                <a:avLst/>
                <a:gdLst>
                  <a:gd name="T0" fmla="*/ 0 w 967"/>
                  <a:gd name="T1" fmla="*/ 0 h 620"/>
                  <a:gd name="T2" fmla="*/ 0 w 967"/>
                  <a:gd name="T3" fmla="*/ 0 h 620"/>
                  <a:gd name="T4" fmla="*/ 0 w 967"/>
                  <a:gd name="T5" fmla="*/ 0 h 620"/>
                  <a:gd name="T6" fmla="*/ 0 w 967"/>
                  <a:gd name="T7" fmla="*/ 0 h 620"/>
                  <a:gd name="T8" fmla="*/ 0 w 967"/>
                  <a:gd name="T9" fmla="*/ 0 h 620"/>
                  <a:gd name="T10" fmla="*/ 0 w 967"/>
                  <a:gd name="T11" fmla="*/ 0 h 620"/>
                  <a:gd name="T12" fmla="*/ 0 w 967"/>
                  <a:gd name="T13" fmla="*/ 0 h 620"/>
                  <a:gd name="T14" fmla="*/ 0 w 967"/>
                  <a:gd name="T15" fmla="*/ 0 h 620"/>
                  <a:gd name="T16" fmla="*/ 0 w 967"/>
                  <a:gd name="T17" fmla="*/ 0 h 620"/>
                  <a:gd name="T18" fmla="*/ 0 w 967"/>
                  <a:gd name="T19" fmla="*/ 0 h 620"/>
                  <a:gd name="T20" fmla="*/ 0 w 967"/>
                  <a:gd name="T21" fmla="*/ 0 h 620"/>
                  <a:gd name="T22" fmla="*/ 0 w 967"/>
                  <a:gd name="T23" fmla="*/ 0 h 620"/>
                  <a:gd name="T24" fmla="*/ 0 w 967"/>
                  <a:gd name="T25" fmla="*/ 0 h 620"/>
                  <a:gd name="T26" fmla="*/ 0 w 967"/>
                  <a:gd name="T27" fmla="*/ 0 h 620"/>
                  <a:gd name="T28" fmla="*/ 0 w 967"/>
                  <a:gd name="T29" fmla="*/ 0 h 620"/>
                  <a:gd name="T30" fmla="*/ 0 w 967"/>
                  <a:gd name="T31" fmla="*/ 0 h 620"/>
                  <a:gd name="T32" fmla="*/ 0 w 967"/>
                  <a:gd name="T33" fmla="*/ 0 h 620"/>
                  <a:gd name="T34" fmla="*/ 0 w 967"/>
                  <a:gd name="T35" fmla="*/ 0 h 620"/>
                  <a:gd name="T36" fmla="*/ 0 w 967"/>
                  <a:gd name="T37" fmla="*/ 0 h 620"/>
                  <a:gd name="T38" fmla="*/ 0 w 967"/>
                  <a:gd name="T39" fmla="*/ 0 h 620"/>
                  <a:gd name="T40" fmla="*/ 0 w 967"/>
                  <a:gd name="T41" fmla="*/ 0 h 620"/>
                  <a:gd name="T42" fmla="*/ 0 w 967"/>
                  <a:gd name="T43" fmla="*/ 0 h 620"/>
                  <a:gd name="T44" fmla="*/ 0 w 967"/>
                  <a:gd name="T45" fmla="*/ 0 h 620"/>
                  <a:gd name="T46" fmla="*/ 0 w 967"/>
                  <a:gd name="T47" fmla="*/ 0 h 620"/>
                  <a:gd name="T48" fmla="*/ 0 w 967"/>
                  <a:gd name="T49" fmla="*/ 0 h 620"/>
                  <a:gd name="T50" fmla="*/ 0 w 967"/>
                  <a:gd name="T51" fmla="*/ 0 h 620"/>
                  <a:gd name="T52" fmla="*/ 0 w 967"/>
                  <a:gd name="T53" fmla="*/ 0 h 620"/>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967" h="620">
                    <a:moveTo>
                      <a:pt x="0" y="310"/>
                    </a:moveTo>
                    <a:lnTo>
                      <a:pt x="13" y="225"/>
                    </a:lnTo>
                    <a:lnTo>
                      <a:pt x="48" y="159"/>
                    </a:lnTo>
                    <a:lnTo>
                      <a:pt x="119" y="97"/>
                    </a:lnTo>
                    <a:lnTo>
                      <a:pt x="204" y="53"/>
                    </a:lnTo>
                    <a:lnTo>
                      <a:pt x="305" y="13"/>
                    </a:lnTo>
                    <a:lnTo>
                      <a:pt x="421" y="0"/>
                    </a:lnTo>
                    <a:lnTo>
                      <a:pt x="536" y="0"/>
                    </a:lnTo>
                    <a:lnTo>
                      <a:pt x="652" y="13"/>
                    </a:lnTo>
                    <a:lnTo>
                      <a:pt x="753" y="53"/>
                    </a:lnTo>
                    <a:lnTo>
                      <a:pt x="841" y="97"/>
                    </a:lnTo>
                    <a:lnTo>
                      <a:pt x="909" y="159"/>
                    </a:lnTo>
                    <a:lnTo>
                      <a:pt x="948" y="225"/>
                    </a:lnTo>
                    <a:lnTo>
                      <a:pt x="966" y="310"/>
                    </a:lnTo>
                    <a:lnTo>
                      <a:pt x="948" y="380"/>
                    </a:lnTo>
                    <a:lnTo>
                      <a:pt x="909" y="447"/>
                    </a:lnTo>
                    <a:lnTo>
                      <a:pt x="841" y="509"/>
                    </a:lnTo>
                    <a:lnTo>
                      <a:pt x="753" y="562"/>
                    </a:lnTo>
                    <a:lnTo>
                      <a:pt x="652" y="597"/>
                    </a:lnTo>
                    <a:lnTo>
                      <a:pt x="536" y="619"/>
                    </a:lnTo>
                    <a:lnTo>
                      <a:pt x="421" y="619"/>
                    </a:lnTo>
                    <a:lnTo>
                      <a:pt x="305" y="597"/>
                    </a:lnTo>
                    <a:lnTo>
                      <a:pt x="204" y="562"/>
                    </a:lnTo>
                    <a:lnTo>
                      <a:pt x="119" y="509"/>
                    </a:lnTo>
                    <a:lnTo>
                      <a:pt x="48" y="447"/>
                    </a:lnTo>
                    <a:lnTo>
                      <a:pt x="13" y="380"/>
                    </a:lnTo>
                    <a:lnTo>
                      <a:pt x="0" y="310"/>
                    </a:lnTo>
                  </a:path>
                </a:pathLst>
              </a:custGeom>
              <a:gradFill rotWithShape="0">
                <a:gsLst>
                  <a:gs pos="0">
                    <a:srgbClr val="B18D00"/>
                  </a:gs>
                  <a:gs pos="100000">
                    <a:srgbClr val="FFCC00"/>
                  </a:gs>
                </a:gsLst>
                <a:lin ang="0" scaled="1"/>
              </a:gradFill>
              <a:ln w="12600">
                <a:solidFill>
                  <a:srgbClr val="000000"/>
                </a:solidFill>
                <a:round/>
                <a:headEnd/>
                <a:tailEnd/>
              </a:ln>
            </p:spPr>
            <p:txBody>
              <a:bodyPr wrap="none" anchor="ctr"/>
              <a:lstStyle/>
              <a:p>
                <a:endParaRPr lang="zh-CN" altLang="en-US"/>
              </a:p>
            </p:txBody>
          </p:sp>
        </p:grpSp>
        <p:grpSp>
          <p:nvGrpSpPr>
            <p:cNvPr id="53258" name="Group 20"/>
            <p:cNvGrpSpPr>
              <a:grpSpLocks/>
            </p:cNvGrpSpPr>
            <p:nvPr/>
          </p:nvGrpSpPr>
          <p:grpSpPr bwMode="auto">
            <a:xfrm>
              <a:off x="2284" y="1663"/>
              <a:ext cx="137" cy="439"/>
              <a:chOff x="2284" y="1663"/>
              <a:chExt cx="137" cy="439"/>
            </a:xfrm>
          </p:grpSpPr>
          <p:sp>
            <p:nvSpPr>
              <p:cNvPr id="53274" name="Freeform 21"/>
              <p:cNvSpPr>
                <a:spLocks noChangeArrowheads="1"/>
              </p:cNvSpPr>
              <p:nvPr/>
            </p:nvSpPr>
            <p:spPr bwMode="auto">
              <a:xfrm>
                <a:off x="2303" y="1663"/>
                <a:ext cx="92" cy="432"/>
              </a:xfrm>
              <a:custGeom>
                <a:avLst/>
                <a:gdLst>
                  <a:gd name="T0" fmla="*/ 0 w 405"/>
                  <a:gd name="T1" fmla="*/ 1 h 1906"/>
                  <a:gd name="T2" fmla="*/ 0 w 405"/>
                  <a:gd name="T3" fmla="*/ 1 h 1906"/>
                  <a:gd name="T4" fmla="*/ 0 w 405"/>
                  <a:gd name="T5" fmla="*/ 1 h 1906"/>
                  <a:gd name="T6" fmla="*/ 0 w 405"/>
                  <a:gd name="T7" fmla="*/ 1 h 1906"/>
                  <a:gd name="T8" fmla="*/ 0 w 405"/>
                  <a:gd name="T9" fmla="*/ 1 h 1906"/>
                  <a:gd name="T10" fmla="*/ 0 w 405"/>
                  <a:gd name="T11" fmla="*/ 0 h 1906"/>
                  <a:gd name="T12" fmla="*/ 0 w 405"/>
                  <a:gd name="T13" fmla="*/ 0 h 1906"/>
                  <a:gd name="T14" fmla="*/ 0 w 405"/>
                  <a:gd name="T15" fmla="*/ 0 h 1906"/>
                  <a:gd name="T16" fmla="*/ 0 w 405"/>
                  <a:gd name="T17" fmla="*/ 0 h 1906"/>
                  <a:gd name="T18" fmla="*/ 0 w 405"/>
                  <a:gd name="T19" fmla="*/ 0 h 1906"/>
                  <a:gd name="T20" fmla="*/ 0 w 405"/>
                  <a:gd name="T21" fmla="*/ 0 h 1906"/>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405" h="1906">
                    <a:moveTo>
                      <a:pt x="404" y="1905"/>
                    </a:moveTo>
                    <a:lnTo>
                      <a:pt x="404" y="1586"/>
                    </a:lnTo>
                    <a:lnTo>
                      <a:pt x="386" y="1432"/>
                    </a:lnTo>
                    <a:lnTo>
                      <a:pt x="369" y="1278"/>
                    </a:lnTo>
                    <a:lnTo>
                      <a:pt x="316" y="1127"/>
                    </a:lnTo>
                    <a:lnTo>
                      <a:pt x="262" y="981"/>
                    </a:lnTo>
                    <a:lnTo>
                      <a:pt x="106" y="684"/>
                    </a:lnTo>
                    <a:lnTo>
                      <a:pt x="48" y="543"/>
                    </a:lnTo>
                    <a:lnTo>
                      <a:pt x="13" y="389"/>
                    </a:lnTo>
                    <a:lnTo>
                      <a:pt x="0" y="233"/>
                    </a:lnTo>
                    <a:lnTo>
                      <a:pt x="0" y="0"/>
                    </a:lnTo>
                  </a:path>
                </a:pathLst>
              </a:custGeom>
              <a:noFill/>
              <a:ln w="25560">
                <a:solidFill>
                  <a:srgbClr val="FF9900"/>
                </a:solidFill>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a:p>
            </p:txBody>
          </p:sp>
          <p:sp>
            <p:nvSpPr>
              <p:cNvPr id="53275" name="Freeform 22"/>
              <p:cNvSpPr>
                <a:spLocks noChangeArrowheads="1"/>
              </p:cNvSpPr>
              <p:nvPr/>
            </p:nvSpPr>
            <p:spPr bwMode="auto">
              <a:xfrm>
                <a:off x="2284" y="1761"/>
                <a:ext cx="138" cy="342"/>
              </a:xfrm>
              <a:custGeom>
                <a:avLst/>
                <a:gdLst>
                  <a:gd name="T0" fmla="*/ 0 w 610"/>
                  <a:gd name="T1" fmla="*/ 0 h 1508"/>
                  <a:gd name="T2" fmla="*/ 0 w 610"/>
                  <a:gd name="T3" fmla="*/ 0 h 1508"/>
                  <a:gd name="T4" fmla="*/ 0 w 610"/>
                  <a:gd name="T5" fmla="*/ 0 h 1508"/>
                  <a:gd name="T6" fmla="*/ 0 w 610"/>
                  <a:gd name="T7" fmla="*/ 0 h 1508"/>
                  <a:gd name="T8" fmla="*/ 0 w 610"/>
                  <a:gd name="T9" fmla="*/ 0 h 1508"/>
                  <a:gd name="T10" fmla="*/ 0 w 610"/>
                  <a:gd name="T11" fmla="*/ 0 h 1508"/>
                  <a:gd name="T12" fmla="*/ 0 w 610"/>
                  <a:gd name="T13" fmla="*/ 0 h 1508"/>
                  <a:gd name="T14" fmla="*/ 0 w 610"/>
                  <a:gd name="T15" fmla="*/ 0 h 1508"/>
                  <a:gd name="T16" fmla="*/ 0 w 610"/>
                  <a:gd name="T17" fmla="*/ 0 h 1508"/>
                  <a:gd name="T18" fmla="*/ 0 w 610"/>
                  <a:gd name="T19" fmla="*/ 1 h 1508"/>
                  <a:gd name="T20" fmla="*/ 0 w 610"/>
                  <a:gd name="T21" fmla="*/ 1 h 1508"/>
                  <a:gd name="T22" fmla="*/ 0 w 610"/>
                  <a:gd name="T23" fmla="*/ 1 h 1508"/>
                  <a:gd name="T24" fmla="*/ 0 w 610"/>
                  <a:gd name="T25" fmla="*/ 1 h 1508"/>
                  <a:gd name="T26" fmla="*/ 0 w 610"/>
                  <a:gd name="T27" fmla="*/ 1 h 1508"/>
                  <a:gd name="T28" fmla="*/ 0 w 610"/>
                  <a:gd name="T29" fmla="*/ 1 h 1508"/>
                  <a:gd name="T30" fmla="*/ 0 w 610"/>
                  <a:gd name="T31" fmla="*/ 1 h 1508"/>
                  <a:gd name="T32" fmla="*/ 0 w 610"/>
                  <a:gd name="T33" fmla="*/ 1 h 1508"/>
                  <a:gd name="T34" fmla="*/ 0 w 610"/>
                  <a:gd name="T35" fmla="*/ 1 h 1508"/>
                  <a:gd name="T36" fmla="*/ 0 w 610"/>
                  <a:gd name="T37" fmla="*/ 1 h 1508"/>
                  <a:gd name="T38" fmla="*/ 0 w 610"/>
                  <a:gd name="T39" fmla="*/ 1 h 1508"/>
                  <a:gd name="T40" fmla="*/ 0 w 610"/>
                  <a:gd name="T41" fmla="*/ 1 h 1508"/>
                  <a:gd name="T42" fmla="*/ 0 w 610"/>
                  <a:gd name="T43" fmla="*/ 1 h 1508"/>
                  <a:gd name="T44" fmla="*/ 0 w 610"/>
                  <a:gd name="T45" fmla="*/ 1 h 1508"/>
                  <a:gd name="T46" fmla="*/ 0 w 610"/>
                  <a:gd name="T47" fmla="*/ 0 h 1508"/>
                  <a:gd name="T48" fmla="*/ 0 w 610"/>
                  <a:gd name="T49" fmla="*/ 0 h 1508"/>
                  <a:gd name="T50" fmla="*/ 0 w 610"/>
                  <a:gd name="T51" fmla="*/ 0 h 1508"/>
                  <a:gd name="T52" fmla="*/ 0 w 610"/>
                  <a:gd name="T53" fmla="*/ 0 h 1508"/>
                  <a:gd name="T54" fmla="*/ 0 w 610"/>
                  <a:gd name="T55" fmla="*/ 0 h 1508"/>
                  <a:gd name="T56" fmla="*/ 0 w 610"/>
                  <a:gd name="T57" fmla="*/ 0 h 1508"/>
                  <a:gd name="T58" fmla="*/ 0 w 610"/>
                  <a:gd name="T59" fmla="*/ 0 h 1508"/>
                  <a:gd name="T60" fmla="*/ 0 w 610"/>
                  <a:gd name="T61" fmla="*/ 0 h 1508"/>
                  <a:gd name="T62" fmla="*/ 0 w 610"/>
                  <a:gd name="T63" fmla="*/ 0 h 1508"/>
                  <a:gd name="T64" fmla="*/ 0 w 610"/>
                  <a:gd name="T65" fmla="*/ 0 h 1508"/>
                  <a:gd name="T66" fmla="*/ 0 w 610"/>
                  <a:gd name="T67" fmla="*/ 0 h 1508"/>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0" t="0" r="r" b="b"/>
                <a:pathLst>
                  <a:path w="610" h="1508">
                    <a:moveTo>
                      <a:pt x="84" y="4"/>
                    </a:moveTo>
                    <a:lnTo>
                      <a:pt x="133" y="0"/>
                    </a:lnTo>
                    <a:lnTo>
                      <a:pt x="182" y="4"/>
                    </a:lnTo>
                    <a:lnTo>
                      <a:pt x="226" y="35"/>
                    </a:lnTo>
                    <a:lnTo>
                      <a:pt x="253" y="75"/>
                    </a:lnTo>
                    <a:lnTo>
                      <a:pt x="445" y="504"/>
                    </a:lnTo>
                    <a:lnTo>
                      <a:pt x="515" y="693"/>
                    </a:lnTo>
                    <a:lnTo>
                      <a:pt x="565" y="902"/>
                    </a:lnTo>
                    <a:lnTo>
                      <a:pt x="596" y="1105"/>
                    </a:lnTo>
                    <a:lnTo>
                      <a:pt x="609" y="1300"/>
                    </a:lnTo>
                    <a:lnTo>
                      <a:pt x="609" y="1388"/>
                    </a:lnTo>
                    <a:lnTo>
                      <a:pt x="596" y="1436"/>
                    </a:lnTo>
                    <a:lnTo>
                      <a:pt x="574" y="1472"/>
                    </a:lnTo>
                    <a:lnTo>
                      <a:pt x="529" y="1498"/>
                    </a:lnTo>
                    <a:lnTo>
                      <a:pt x="489" y="1507"/>
                    </a:lnTo>
                    <a:lnTo>
                      <a:pt x="436" y="1498"/>
                    </a:lnTo>
                    <a:lnTo>
                      <a:pt x="400" y="1472"/>
                    </a:lnTo>
                    <a:lnTo>
                      <a:pt x="373" y="1436"/>
                    </a:lnTo>
                    <a:lnTo>
                      <a:pt x="368" y="1388"/>
                    </a:lnTo>
                    <a:lnTo>
                      <a:pt x="368" y="1269"/>
                    </a:lnTo>
                    <a:lnTo>
                      <a:pt x="351" y="1105"/>
                    </a:lnTo>
                    <a:lnTo>
                      <a:pt x="324" y="937"/>
                    </a:lnTo>
                    <a:lnTo>
                      <a:pt x="280" y="782"/>
                    </a:lnTo>
                    <a:lnTo>
                      <a:pt x="217" y="618"/>
                    </a:lnTo>
                    <a:lnTo>
                      <a:pt x="84" y="286"/>
                    </a:lnTo>
                    <a:lnTo>
                      <a:pt x="4" y="123"/>
                    </a:lnTo>
                    <a:lnTo>
                      <a:pt x="0" y="83"/>
                    </a:lnTo>
                    <a:lnTo>
                      <a:pt x="13" y="39"/>
                    </a:lnTo>
                    <a:lnTo>
                      <a:pt x="53" y="13"/>
                    </a:lnTo>
                    <a:lnTo>
                      <a:pt x="84" y="4"/>
                    </a:lnTo>
                  </a:path>
                </a:pathLst>
              </a:custGeom>
              <a:gradFill rotWithShape="0">
                <a:gsLst>
                  <a:gs pos="0">
                    <a:srgbClr val="33CC33"/>
                  </a:gs>
                  <a:gs pos="100000">
                    <a:srgbClr val="238D23"/>
                  </a:gs>
                </a:gsLst>
                <a:lin ang="16200000" scaled="1"/>
              </a:gradFill>
              <a:ln w="12600">
                <a:solidFill>
                  <a:srgbClr val="000000"/>
                </a:solidFill>
                <a:round/>
                <a:headEnd/>
                <a:tailEnd/>
              </a:ln>
            </p:spPr>
            <p:txBody>
              <a:bodyPr wrap="none" anchor="ctr"/>
              <a:lstStyle/>
              <a:p>
                <a:endParaRPr lang="zh-CN" altLang="en-US"/>
              </a:p>
            </p:txBody>
          </p:sp>
        </p:grpSp>
        <p:grpSp>
          <p:nvGrpSpPr>
            <p:cNvPr id="53259" name="Group 23"/>
            <p:cNvGrpSpPr>
              <a:grpSpLocks/>
            </p:cNvGrpSpPr>
            <p:nvPr/>
          </p:nvGrpSpPr>
          <p:grpSpPr bwMode="auto">
            <a:xfrm>
              <a:off x="2295" y="1663"/>
              <a:ext cx="135" cy="439"/>
              <a:chOff x="2295" y="1663"/>
              <a:chExt cx="135" cy="439"/>
            </a:xfrm>
          </p:grpSpPr>
          <p:sp>
            <p:nvSpPr>
              <p:cNvPr id="53272" name="Freeform 24"/>
              <p:cNvSpPr>
                <a:spLocks noChangeArrowheads="1"/>
              </p:cNvSpPr>
              <p:nvPr/>
            </p:nvSpPr>
            <p:spPr bwMode="auto">
              <a:xfrm>
                <a:off x="2322" y="1663"/>
                <a:ext cx="90" cy="432"/>
              </a:xfrm>
              <a:custGeom>
                <a:avLst/>
                <a:gdLst>
                  <a:gd name="T0" fmla="*/ 0 w 396"/>
                  <a:gd name="T1" fmla="*/ 1 h 1906"/>
                  <a:gd name="T2" fmla="*/ 0 w 396"/>
                  <a:gd name="T3" fmla="*/ 1 h 1906"/>
                  <a:gd name="T4" fmla="*/ 0 w 396"/>
                  <a:gd name="T5" fmla="*/ 1 h 1906"/>
                  <a:gd name="T6" fmla="*/ 0 w 396"/>
                  <a:gd name="T7" fmla="*/ 1 h 1906"/>
                  <a:gd name="T8" fmla="*/ 0 w 396"/>
                  <a:gd name="T9" fmla="*/ 1 h 1906"/>
                  <a:gd name="T10" fmla="*/ 0 w 396"/>
                  <a:gd name="T11" fmla="*/ 0 h 1906"/>
                  <a:gd name="T12" fmla="*/ 0 w 396"/>
                  <a:gd name="T13" fmla="*/ 0 h 1906"/>
                  <a:gd name="T14" fmla="*/ 0 w 396"/>
                  <a:gd name="T15" fmla="*/ 0 h 1906"/>
                  <a:gd name="T16" fmla="*/ 0 w 396"/>
                  <a:gd name="T17" fmla="*/ 0 h 1906"/>
                  <a:gd name="T18" fmla="*/ 0 w 396"/>
                  <a:gd name="T19" fmla="*/ 0 h 1906"/>
                  <a:gd name="T20" fmla="*/ 0 w 396"/>
                  <a:gd name="T21" fmla="*/ 0 h 1906"/>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396" h="1906">
                    <a:moveTo>
                      <a:pt x="0" y="1905"/>
                    </a:moveTo>
                    <a:lnTo>
                      <a:pt x="0" y="1586"/>
                    </a:lnTo>
                    <a:lnTo>
                      <a:pt x="4" y="1432"/>
                    </a:lnTo>
                    <a:lnTo>
                      <a:pt x="35" y="1278"/>
                    </a:lnTo>
                    <a:lnTo>
                      <a:pt x="75" y="1127"/>
                    </a:lnTo>
                    <a:lnTo>
                      <a:pt x="142" y="981"/>
                    </a:lnTo>
                    <a:lnTo>
                      <a:pt x="289" y="684"/>
                    </a:lnTo>
                    <a:lnTo>
                      <a:pt x="346" y="543"/>
                    </a:lnTo>
                    <a:lnTo>
                      <a:pt x="382" y="389"/>
                    </a:lnTo>
                    <a:lnTo>
                      <a:pt x="395" y="233"/>
                    </a:lnTo>
                    <a:lnTo>
                      <a:pt x="395" y="0"/>
                    </a:lnTo>
                  </a:path>
                </a:pathLst>
              </a:custGeom>
              <a:noFill/>
              <a:ln w="25560">
                <a:solidFill>
                  <a:srgbClr val="FF9900"/>
                </a:solidFill>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a:p>
            </p:txBody>
          </p:sp>
          <p:sp>
            <p:nvSpPr>
              <p:cNvPr id="53273" name="Freeform 25"/>
              <p:cNvSpPr>
                <a:spLocks noChangeArrowheads="1"/>
              </p:cNvSpPr>
              <p:nvPr/>
            </p:nvSpPr>
            <p:spPr bwMode="auto">
              <a:xfrm>
                <a:off x="2295" y="1761"/>
                <a:ext cx="136" cy="342"/>
              </a:xfrm>
              <a:custGeom>
                <a:avLst/>
                <a:gdLst>
                  <a:gd name="T0" fmla="*/ 0 w 601"/>
                  <a:gd name="T1" fmla="*/ 0 h 1508"/>
                  <a:gd name="T2" fmla="*/ 0 w 601"/>
                  <a:gd name="T3" fmla="*/ 0 h 1508"/>
                  <a:gd name="T4" fmla="*/ 0 w 601"/>
                  <a:gd name="T5" fmla="*/ 0 h 1508"/>
                  <a:gd name="T6" fmla="*/ 0 w 601"/>
                  <a:gd name="T7" fmla="*/ 0 h 1508"/>
                  <a:gd name="T8" fmla="*/ 0 w 601"/>
                  <a:gd name="T9" fmla="*/ 0 h 1508"/>
                  <a:gd name="T10" fmla="*/ 0 w 601"/>
                  <a:gd name="T11" fmla="*/ 0 h 1508"/>
                  <a:gd name="T12" fmla="*/ 0 w 601"/>
                  <a:gd name="T13" fmla="*/ 0 h 1508"/>
                  <a:gd name="T14" fmla="*/ 0 w 601"/>
                  <a:gd name="T15" fmla="*/ 0 h 1508"/>
                  <a:gd name="T16" fmla="*/ 0 w 601"/>
                  <a:gd name="T17" fmla="*/ 0 h 1508"/>
                  <a:gd name="T18" fmla="*/ 0 w 601"/>
                  <a:gd name="T19" fmla="*/ 1 h 1508"/>
                  <a:gd name="T20" fmla="*/ 0 w 601"/>
                  <a:gd name="T21" fmla="*/ 1 h 1508"/>
                  <a:gd name="T22" fmla="*/ 0 w 601"/>
                  <a:gd name="T23" fmla="*/ 1 h 1508"/>
                  <a:gd name="T24" fmla="*/ 0 w 601"/>
                  <a:gd name="T25" fmla="*/ 1 h 1508"/>
                  <a:gd name="T26" fmla="*/ 0 w 601"/>
                  <a:gd name="T27" fmla="*/ 1 h 1508"/>
                  <a:gd name="T28" fmla="*/ 0 w 601"/>
                  <a:gd name="T29" fmla="*/ 1 h 1508"/>
                  <a:gd name="T30" fmla="*/ 0 w 601"/>
                  <a:gd name="T31" fmla="*/ 1 h 1508"/>
                  <a:gd name="T32" fmla="*/ 0 w 601"/>
                  <a:gd name="T33" fmla="*/ 1 h 1508"/>
                  <a:gd name="T34" fmla="*/ 0 w 601"/>
                  <a:gd name="T35" fmla="*/ 1 h 1508"/>
                  <a:gd name="T36" fmla="*/ 0 w 601"/>
                  <a:gd name="T37" fmla="*/ 1 h 1508"/>
                  <a:gd name="T38" fmla="*/ 0 w 601"/>
                  <a:gd name="T39" fmla="*/ 1 h 1508"/>
                  <a:gd name="T40" fmla="*/ 0 w 601"/>
                  <a:gd name="T41" fmla="*/ 1 h 1508"/>
                  <a:gd name="T42" fmla="*/ 0 w 601"/>
                  <a:gd name="T43" fmla="*/ 1 h 1508"/>
                  <a:gd name="T44" fmla="*/ 0 w 601"/>
                  <a:gd name="T45" fmla="*/ 1 h 1508"/>
                  <a:gd name="T46" fmla="*/ 0 w 601"/>
                  <a:gd name="T47" fmla="*/ 0 h 1508"/>
                  <a:gd name="T48" fmla="*/ 0 w 601"/>
                  <a:gd name="T49" fmla="*/ 0 h 1508"/>
                  <a:gd name="T50" fmla="*/ 0 w 601"/>
                  <a:gd name="T51" fmla="*/ 0 h 1508"/>
                  <a:gd name="T52" fmla="*/ 0 w 601"/>
                  <a:gd name="T53" fmla="*/ 0 h 1508"/>
                  <a:gd name="T54" fmla="*/ 0 w 601"/>
                  <a:gd name="T55" fmla="*/ 0 h 1508"/>
                  <a:gd name="T56" fmla="*/ 0 w 601"/>
                  <a:gd name="T57" fmla="*/ 0 h 1508"/>
                  <a:gd name="T58" fmla="*/ 0 w 601"/>
                  <a:gd name="T59" fmla="*/ 0 h 1508"/>
                  <a:gd name="T60" fmla="*/ 0 w 601"/>
                  <a:gd name="T61" fmla="*/ 0 h 1508"/>
                  <a:gd name="T62" fmla="*/ 0 w 601"/>
                  <a:gd name="T63" fmla="*/ 0 h 1508"/>
                  <a:gd name="T64" fmla="*/ 0 w 601"/>
                  <a:gd name="T65" fmla="*/ 0 h 1508"/>
                  <a:gd name="T66" fmla="*/ 0 w 601"/>
                  <a:gd name="T67" fmla="*/ 0 h 1508"/>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0" t="0" r="r" b="b"/>
                <a:pathLst>
                  <a:path w="601" h="1508">
                    <a:moveTo>
                      <a:pt x="515" y="4"/>
                    </a:moveTo>
                    <a:lnTo>
                      <a:pt x="467" y="0"/>
                    </a:lnTo>
                    <a:lnTo>
                      <a:pt x="418" y="4"/>
                    </a:lnTo>
                    <a:lnTo>
                      <a:pt x="373" y="35"/>
                    </a:lnTo>
                    <a:lnTo>
                      <a:pt x="346" y="75"/>
                    </a:lnTo>
                    <a:lnTo>
                      <a:pt x="160" y="504"/>
                    </a:lnTo>
                    <a:lnTo>
                      <a:pt x="89" y="693"/>
                    </a:lnTo>
                    <a:lnTo>
                      <a:pt x="35" y="902"/>
                    </a:lnTo>
                    <a:lnTo>
                      <a:pt x="4" y="1105"/>
                    </a:lnTo>
                    <a:lnTo>
                      <a:pt x="0" y="1300"/>
                    </a:lnTo>
                    <a:lnTo>
                      <a:pt x="0" y="1388"/>
                    </a:lnTo>
                    <a:lnTo>
                      <a:pt x="4" y="1436"/>
                    </a:lnTo>
                    <a:lnTo>
                      <a:pt x="35" y="1472"/>
                    </a:lnTo>
                    <a:lnTo>
                      <a:pt x="70" y="1498"/>
                    </a:lnTo>
                    <a:lnTo>
                      <a:pt x="120" y="1507"/>
                    </a:lnTo>
                    <a:lnTo>
                      <a:pt x="160" y="1498"/>
                    </a:lnTo>
                    <a:lnTo>
                      <a:pt x="204" y="1472"/>
                    </a:lnTo>
                    <a:lnTo>
                      <a:pt x="227" y="1436"/>
                    </a:lnTo>
                    <a:lnTo>
                      <a:pt x="240" y="1388"/>
                    </a:lnTo>
                    <a:lnTo>
                      <a:pt x="240" y="1269"/>
                    </a:lnTo>
                    <a:lnTo>
                      <a:pt x="249" y="1105"/>
                    </a:lnTo>
                    <a:lnTo>
                      <a:pt x="275" y="937"/>
                    </a:lnTo>
                    <a:lnTo>
                      <a:pt x="324" y="782"/>
                    </a:lnTo>
                    <a:lnTo>
                      <a:pt x="383" y="618"/>
                    </a:lnTo>
                    <a:lnTo>
                      <a:pt x="524" y="286"/>
                    </a:lnTo>
                    <a:lnTo>
                      <a:pt x="596" y="123"/>
                    </a:lnTo>
                    <a:lnTo>
                      <a:pt x="600" y="83"/>
                    </a:lnTo>
                    <a:lnTo>
                      <a:pt x="587" y="39"/>
                    </a:lnTo>
                    <a:lnTo>
                      <a:pt x="551" y="13"/>
                    </a:lnTo>
                    <a:lnTo>
                      <a:pt x="515" y="4"/>
                    </a:lnTo>
                  </a:path>
                </a:pathLst>
              </a:custGeom>
              <a:gradFill rotWithShape="0">
                <a:gsLst>
                  <a:gs pos="0">
                    <a:srgbClr val="FF0033"/>
                  </a:gs>
                  <a:gs pos="100000">
                    <a:srgbClr val="B10023"/>
                  </a:gs>
                </a:gsLst>
                <a:lin ang="16200000" scaled="1"/>
              </a:gradFill>
              <a:ln w="12600">
                <a:solidFill>
                  <a:srgbClr val="FFFFFF"/>
                </a:solidFill>
                <a:round/>
                <a:headEnd/>
                <a:tailEnd/>
              </a:ln>
            </p:spPr>
            <p:txBody>
              <a:bodyPr wrap="none" anchor="ctr"/>
              <a:lstStyle/>
              <a:p>
                <a:endParaRPr lang="zh-CN" altLang="en-US"/>
              </a:p>
            </p:txBody>
          </p:sp>
        </p:grpSp>
        <p:grpSp>
          <p:nvGrpSpPr>
            <p:cNvPr id="53260" name="Group 26"/>
            <p:cNvGrpSpPr>
              <a:grpSpLocks/>
            </p:cNvGrpSpPr>
            <p:nvPr/>
          </p:nvGrpSpPr>
          <p:grpSpPr bwMode="auto">
            <a:xfrm>
              <a:off x="2644" y="1663"/>
              <a:ext cx="137" cy="439"/>
              <a:chOff x="2644" y="1663"/>
              <a:chExt cx="137" cy="439"/>
            </a:xfrm>
          </p:grpSpPr>
          <p:sp>
            <p:nvSpPr>
              <p:cNvPr id="53270" name="Freeform 27"/>
              <p:cNvSpPr>
                <a:spLocks noChangeArrowheads="1"/>
              </p:cNvSpPr>
              <p:nvPr/>
            </p:nvSpPr>
            <p:spPr bwMode="auto">
              <a:xfrm>
                <a:off x="2671" y="1663"/>
                <a:ext cx="91" cy="432"/>
              </a:xfrm>
              <a:custGeom>
                <a:avLst/>
                <a:gdLst>
                  <a:gd name="T0" fmla="*/ 0 w 400"/>
                  <a:gd name="T1" fmla="*/ 1 h 1906"/>
                  <a:gd name="T2" fmla="*/ 0 w 400"/>
                  <a:gd name="T3" fmla="*/ 1 h 1906"/>
                  <a:gd name="T4" fmla="*/ 0 w 400"/>
                  <a:gd name="T5" fmla="*/ 1 h 1906"/>
                  <a:gd name="T6" fmla="*/ 0 w 400"/>
                  <a:gd name="T7" fmla="*/ 1 h 1906"/>
                  <a:gd name="T8" fmla="*/ 0 w 400"/>
                  <a:gd name="T9" fmla="*/ 1 h 1906"/>
                  <a:gd name="T10" fmla="*/ 0 w 400"/>
                  <a:gd name="T11" fmla="*/ 0 h 1906"/>
                  <a:gd name="T12" fmla="*/ 0 w 400"/>
                  <a:gd name="T13" fmla="*/ 0 h 1906"/>
                  <a:gd name="T14" fmla="*/ 0 w 400"/>
                  <a:gd name="T15" fmla="*/ 0 h 1906"/>
                  <a:gd name="T16" fmla="*/ 0 w 400"/>
                  <a:gd name="T17" fmla="*/ 0 h 1906"/>
                  <a:gd name="T18" fmla="*/ 0 w 400"/>
                  <a:gd name="T19" fmla="*/ 0 h 1906"/>
                  <a:gd name="T20" fmla="*/ 0 w 400"/>
                  <a:gd name="T21" fmla="*/ 0 h 1906"/>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400" h="1906">
                    <a:moveTo>
                      <a:pt x="0" y="1905"/>
                    </a:moveTo>
                    <a:lnTo>
                      <a:pt x="0" y="1586"/>
                    </a:lnTo>
                    <a:lnTo>
                      <a:pt x="8" y="1432"/>
                    </a:lnTo>
                    <a:lnTo>
                      <a:pt x="35" y="1278"/>
                    </a:lnTo>
                    <a:lnTo>
                      <a:pt x="79" y="1127"/>
                    </a:lnTo>
                    <a:lnTo>
                      <a:pt x="142" y="981"/>
                    </a:lnTo>
                    <a:lnTo>
                      <a:pt x="293" y="684"/>
                    </a:lnTo>
                    <a:lnTo>
                      <a:pt x="350" y="543"/>
                    </a:lnTo>
                    <a:lnTo>
                      <a:pt x="390" y="389"/>
                    </a:lnTo>
                    <a:lnTo>
                      <a:pt x="399" y="233"/>
                    </a:lnTo>
                    <a:lnTo>
                      <a:pt x="399" y="0"/>
                    </a:lnTo>
                  </a:path>
                </a:pathLst>
              </a:custGeom>
              <a:noFill/>
              <a:ln w="25560">
                <a:solidFill>
                  <a:srgbClr val="FF9900"/>
                </a:solidFill>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a:p>
            </p:txBody>
          </p:sp>
          <p:sp>
            <p:nvSpPr>
              <p:cNvPr id="53271" name="Freeform 28"/>
              <p:cNvSpPr>
                <a:spLocks noChangeArrowheads="1"/>
              </p:cNvSpPr>
              <p:nvPr/>
            </p:nvSpPr>
            <p:spPr bwMode="auto">
              <a:xfrm>
                <a:off x="2644" y="1761"/>
                <a:ext cx="138" cy="342"/>
              </a:xfrm>
              <a:custGeom>
                <a:avLst/>
                <a:gdLst>
                  <a:gd name="T0" fmla="*/ 0 w 609"/>
                  <a:gd name="T1" fmla="*/ 0 h 1508"/>
                  <a:gd name="T2" fmla="*/ 0 w 609"/>
                  <a:gd name="T3" fmla="*/ 0 h 1508"/>
                  <a:gd name="T4" fmla="*/ 0 w 609"/>
                  <a:gd name="T5" fmla="*/ 0 h 1508"/>
                  <a:gd name="T6" fmla="*/ 0 w 609"/>
                  <a:gd name="T7" fmla="*/ 0 h 1508"/>
                  <a:gd name="T8" fmla="*/ 0 w 609"/>
                  <a:gd name="T9" fmla="*/ 0 h 1508"/>
                  <a:gd name="T10" fmla="*/ 0 w 609"/>
                  <a:gd name="T11" fmla="*/ 0 h 1508"/>
                  <a:gd name="T12" fmla="*/ 0 w 609"/>
                  <a:gd name="T13" fmla="*/ 0 h 1508"/>
                  <a:gd name="T14" fmla="*/ 0 w 609"/>
                  <a:gd name="T15" fmla="*/ 0 h 1508"/>
                  <a:gd name="T16" fmla="*/ 0 w 609"/>
                  <a:gd name="T17" fmla="*/ 0 h 1508"/>
                  <a:gd name="T18" fmla="*/ 0 w 609"/>
                  <a:gd name="T19" fmla="*/ 1 h 1508"/>
                  <a:gd name="T20" fmla="*/ 0 w 609"/>
                  <a:gd name="T21" fmla="*/ 1 h 1508"/>
                  <a:gd name="T22" fmla="*/ 0 w 609"/>
                  <a:gd name="T23" fmla="*/ 1 h 1508"/>
                  <a:gd name="T24" fmla="*/ 0 w 609"/>
                  <a:gd name="T25" fmla="*/ 1 h 1508"/>
                  <a:gd name="T26" fmla="*/ 0 w 609"/>
                  <a:gd name="T27" fmla="*/ 1 h 1508"/>
                  <a:gd name="T28" fmla="*/ 0 w 609"/>
                  <a:gd name="T29" fmla="*/ 1 h 1508"/>
                  <a:gd name="T30" fmla="*/ 0 w 609"/>
                  <a:gd name="T31" fmla="*/ 1 h 1508"/>
                  <a:gd name="T32" fmla="*/ 0 w 609"/>
                  <a:gd name="T33" fmla="*/ 1 h 1508"/>
                  <a:gd name="T34" fmla="*/ 0 w 609"/>
                  <a:gd name="T35" fmla="*/ 1 h 1508"/>
                  <a:gd name="T36" fmla="*/ 0 w 609"/>
                  <a:gd name="T37" fmla="*/ 1 h 1508"/>
                  <a:gd name="T38" fmla="*/ 0 w 609"/>
                  <a:gd name="T39" fmla="*/ 1 h 1508"/>
                  <a:gd name="T40" fmla="*/ 0 w 609"/>
                  <a:gd name="T41" fmla="*/ 1 h 1508"/>
                  <a:gd name="T42" fmla="*/ 0 w 609"/>
                  <a:gd name="T43" fmla="*/ 1 h 1508"/>
                  <a:gd name="T44" fmla="*/ 0 w 609"/>
                  <a:gd name="T45" fmla="*/ 1 h 1508"/>
                  <a:gd name="T46" fmla="*/ 0 w 609"/>
                  <a:gd name="T47" fmla="*/ 0 h 1508"/>
                  <a:gd name="T48" fmla="*/ 0 w 609"/>
                  <a:gd name="T49" fmla="*/ 0 h 1508"/>
                  <a:gd name="T50" fmla="*/ 0 w 609"/>
                  <a:gd name="T51" fmla="*/ 0 h 1508"/>
                  <a:gd name="T52" fmla="*/ 0 w 609"/>
                  <a:gd name="T53" fmla="*/ 0 h 1508"/>
                  <a:gd name="T54" fmla="*/ 0 w 609"/>
                  <a:gd name="T55" fmla="*/ 0 h 1508"/>
                  <a:gd name="T56" fmla="*/ 0 w 609"/>
                  <a:gd name="T57" fmla="*/ 0 h 1508"/>
                  <a:gd name="T58" fmla="*/ 0 w 609"/>
                  <a:gd name="T59" fmla="*/ 0 h 1508"/>
                  <a:gd name="T60" fmla="*/ 0 w 609"/>
                  <a:gd name="T61" fmla="*/ 0 h 1508"/>
                  <a:gd name="T62" fmla="*/ 0 w 609"/>
                  <a:gd name="T63" fmla="*/ 0 h 1508"/>
                  <a:gd name="T64" fmla="*/ 0 w 609"/>
                  <a:gd name="T65" fmla="*/ 0 h 1508"/>
                  <a:gd name="T66" fmla="*/ 0 w 609"/>
                  <a:gd name="T67" fmla="*/ 0 h 1508"/>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0" t="0" r="r" b="b"/>
                <a:pathLst>
                  <a:path w="609" h="1508">
                    <a:moveTo>
                      <a:pt x="519" y="4"/>
                    </a:moveTo>
                    <a:lnTo>
                      <a:pt x="470" y="0"/>
                    </a:lnTo>
                    <a:lnTo>
                      <a:pt x="417" y="4"/>
                    </a:lnTo>
                    <a:lnTo>
                      <a:pt x="377" y="35"/>
                    </a:lnTo>
                    <a:lnTo>
                      <a:pt x="346" y="75"/>
                    </a:lnTo>
                    <a:lnTo>
                      <a:pt x="164" y="504"/>
                    </a:lnTo>
                    <a:lnTo>
                      <a:pt x="93" y="693"/>
                    </a:lnTo>
                    <a:lnTo>
                      <a:pt x="44" y="902"/>
                    </a:lnTo>
                    <a:lnTo>
                      <a:pt x="13" y="1105"/>
                    </a:lnTo>
                    <a:lnTo>
                      <a:pt x="0" y="1300"/>
                    </a:lnTo>
                    <a:lnTo>
                      <a:pt x="0" y="1388"/>
                    </a:lnTo>
                    <a:lnTo>
                      <a:pt x="8" y="1436"/>
                    </a:lnTo>
                    <a:lnTo>
                      <a:pt x="35" y="1472"/>
                    </a:lnTo>
                    <a:lnTo>
                      <a:pt x="80" y="1498"/>
                    </a:lnTo>
                    <a:lnTo>
                      <a:pt x="120" y="1507"/>
                    </a:lnTo>
                    <a:lnTo>
                      <a:pt x="164" y="1498"/>
                    </a:lnTo>
                    <a:lnTo>
                      <a:pt x="203" y="1472"/>
                    </a:lnTo>
                    <a:lnTo>
                      <a:pt x="235" y="1436"/>
                    </a:lnTo>
                    <a:lnTo>
                      <a:pt x="240" y="1388"/>
                    </a:lnTo>
                    <a:lnTo>
                      <a:pt x="240" y="1269"/>
                    </a:lnTo>
                    <a:lnTo>
                      <a:pt x="249" y="1105"/>
                    </a:lnTo>
                    <a:lnTo>
                      <a:pt x="284" y="937"/>
                    </a:lnTo>
                    <a:lnTo>
                      <a:pt x="328" y="782"/>
                    </a:lnTo>
                    <a:lnTo>
                      <a:pt x="382" y="618"/>
                    </a:lnTo>
                    <a:lnTo>
                      <a:pt x="523" y="286"/>
                    </a:lnTo>
                    <a:lnTo>
                      <a:pt x="604" y="123"/>
                    </a:lnTo>
                    <a:lnTo>
                      <a:pt x="608" y="83"/>
                    </a:lnTo>
                    <a:lnTo>
                      <a:pt x="590" y="39"/>
                    </a:lnTo>
                    <a:lnTo>
                      <a:pt x="555" y="13"/>
                    </a:lnTo>
                    <a:lnTo>
                      <a:pt x="519" y="4"/>
                    </a:lnTo>
                  </a:path>
                </a:pathLst>
              </a:custGeom>
              <a:gradFill rotWithShape="0">
                <a:gsLst>
                  <a:gs pos="0">
                    <a:srgbClr val="FF0033"/>
                  </a:gs>
                  <a:gs pos="100000">
                    <a:srgbClr val="B10023"/>
                  </a:gs>
                </a:gsLst>
                <a:lin ang="16200000" scaled="1"/>
              </a:gradFill>
              <a:ln w="12600">
                <a:solidFill>
                  <a:srgbClr val="FFFFFF"/>
                </a:solidFill>
                <a:round/>
                <a:headEnd/>
                <a:tailEnd/>
              </a:ln>
            </p:spPr>
            <p:txBody>
              <a:bodyPr wrap="none" anchor="ctr"/>
              <a:lstStyle/>
              <a:p>
                <a:endParaRPr lang="zh-CN" altLang="en-US"/>
              </a:p>
            </p:txBody>
          </p:sp>
        </p:grpSp>
        <p:grpSp>
          <p:nvGrpSpPr>
            <p:cNvPr id="53261" name="Group 29"/>
            <p:cNvGrpSpPr>
              <a:grpSpLocks/>
            </p:cNvGrpSpPr>
            <p:nvPr/>
          </p:nvGrpSpPr>
          <p:grpSpPr bwMode="auto">
            <a:xfrm>
              <a:off x="2652" y="1663"/>
              <a:ext cx="136" cy="439"/>
              <a:chOff x="2652" y="1663"/>
              <a:chExt cx="136" cy="439"/>
            </a:xfrm>
          </p:grpSpPr>
          <p:sp>
            <p:nvSpPr>
              <p:cNvPr id="53268" name="Freeform 30"/>
              <p:cNvSpPr>
                <a:spLocks noChangeArrowheads="1"/>
              </p:cNvSpPr>
              <p:nvPr/>
            </p:nvSpPr>
            <p:spPr bwMode="auto">
              <a:xfrm>
                <a:off x="2671" y="1663"/>
                <a:ext cx="91" cy="432"/>
              </a:xfrm>
              <a:custGeom>
                <a:avLst/>
                <a:gdLst>
                  <a:gd name="T0" fmla="*/ 0 w 400"/>
                  <a:gd name="T1" fmla="*/ 1 h 1906"/>
                  <a:gd name="T2" fmla="*/ 0 w 400"/>
                  <a:gd name="T3" fmla="*/ 1 h 1906"/>
                  <a:gd name="T4" fmla="*/ 0 w 400"/>
                  <a:gd name="T5" fmla="*/ 1 h 1906"/>
                  <a:gd name="T6" fmla="*/ 0 w 400"/>
                  <a:gd name="T7" fmla="*/ 1 h 1906"/>
                  <a:gd name="T8" fmla="*/ 0 w 400"/>
                  <a:gd name="T9" fmla="*/ 1 h 1906"/>
                  <a:gd name="T10" fmla="*/ 0 w 400"/>
                  <a:gd name="T11" fmla="*/ 0 h 1906"/>
                  <a:gd name="T12" fmla="*/ 0 w 400"/>
                  <a:gd name="T13" fmla="*/ 0 h 1906"/>
                  <a:gd name="T14" fmla="*/ 0 w 400"/>
                  <a:gd name="T15" fmla="*/ 0 h 1906"/>
                  <a:gd name="T16" fmla="*/ 0 w 400"/>
                  <a:gd name="T17" fmla="*/ 0 h 1906"/>
                  <a:gd name="T18" fmla="*/ 0 w 400"/>
                  <a:gd name="T19" fmla="*/ 0 h 1906"/>
                  <a:gd name="T20" fmla="*/ 0 w 400"/>
                  <a:gd name="T21" fmla="*/ 0 h 1906"/>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400" h="1906">
                    <a:moveTo>
                      <a:pt x="399" y="1905"/>
                    </a:moveTo>
                    <a:lnTo>
                      <a:pt x="399" y="1586"/>
                    </a:lnTo>
                    <a:lnTo>
                      <a:pt x="390" y="1432"/>
                    </a:lnTo>
                    <a:lnTo>
                      <a:pt x="364" y="1278"/>
                    </a:lnTo>
                    <a:lnTo>
                      <a:pt x="320" y="1127"/>
                    </a:lnTo>
                    <a:lnTo>
                      <a:pt x="257" y="981"/>
                    </a:lnTo>
                    <a:lnTo>
                      <a:pt x="106" y="684"/>
                    </a:lnTo>
                    <a:lnTo>
                      <a:pt x="53" y="543"/>
                    </a:lnTo>
                    <a:lnTo>
                      <a:pt x="17" y="389"/>
                    </a:lnTo>
                    <a:lnTo>
                      <a:pt x="0" y="233"/>
                    </a:lnTo>
                    <a:lnTo>
                      <a:pt x="0" y="0"/>
                    </a:lnTo>
                  </a:path>
                </a:pathLst>
              </a:custGeom>
              <a:noFill/>
              <a:ln w="25560">
                <a:solidFill>
                  <a:srgbClr val="FF9900"/>
                </a:solidFill>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a:p>
            </p:txBody>
          </p:sp>
          <p:sp>
            <p:nvSpPr>
              <p:cNvPr id="53269" name="Freeform 31"/>
              <p:cNvSpPr>
                <a:spLocks noChangeArrowheads="1"/>
              </p:cNvSpPr>
              <p:nvPr/>
            </p:nvSpPr>
            <p:spPr bwMode="auto">
              <a:xfrm>
                <a:off x="2652" y="1761"/>
                <a:ext cx="137" cy="342"/>
              </a:xfrm>
              <a:custGeom>
                <a:avLst/>
                <a:gdLst>
                  <a:gd name="T0" fmla="*/ 0 w 605"/>
                  <a:gd name="T1" fmla="*/ 0 h 1508"/>
                  <a:gd name="T2" fmla="*/ 0 w 605"/>
                  <a:gd name="T3" fmla="*/ 0 h 1508"/>
                  <a:gd name="T4" fmla="*/ 0 w 605"/>
                  <a:gd name="T5" fmla="*/ 0 h 1508"/>
                  <a:gd name="T6" fmla="*/ 0 w 605"/>
                  <a:gd name="T7" fmla="*/ 0 h 1508"/>
                  <a:gd name="T8" fmla="*/ 0 w 605"/>
                  <a:gd name="T9" fmla="*/ 0 h 1508"/>
                  <a:gd name="T10" fmla="*/ 0 w 605"/>
                  <a:gd name="T11" fmla="*/ 0 h 1508"/>
                  <a:gd name="T12" fmla="*/ 0 w 605"/>
                  <a:gd name="T13" fmla="*/ 0 h 1508"/>
                  <a:gd name="T14" fmla="*/ 0 w 605"/>
                  <a:gd name="T15" fmla="*/ 0 h 1508"/>
                  <a:gd name="T16" fmla="*/ 0 w 605"/>
                  <a:gd name="T17" fmla="*/ 0 h 1508"/>
                  <a:gd name="T18" fmla="*/ 0 w 605"/>
                  <a:gd name="T19" fmla="*/ 1 h 1508"/>
                  <a:gd name="T20" fmla="*/ 0 w 605"/>
                  <a:gd name="T21" fmla="*/ 1 h 1508"/>
                  <a:gd name="T22" fmla="*/ 0 w 605"/>
                  <a:gd name="T23" fmla="*/ 1 h 1508"/>
                  <a:gd name="T24" fmla="*/ 0 w 605"/>
                  <a:gd name="T25" fmla="*/ 1 h 1508"/>
                  <a:gd name="T26" fmla="*/ 0 w 605"/>
                  <a:gd name="T27" fmla="*/ 1 h 1508"/>
                  <a:gd name="T28" fmla="*/ 0 w 605"/>
                  <a:gd name="T29" fmla="*/ 1 h 1508"/>
                  <a:gd name="T30" fmla="*/ 0 w 605"/>
                  <a:gd name="T31" fmla="*/ 1 h 1508"/>
                  <a:gd name="T32" fmla="*/ 0 w 605"/>
                  <a:gd name="T33" fmla="*/ 1 h 1508"/>
                  <a:gd name="T34" fmla="*/ 0 w 605"/>
                  <a:gd name="T35" fmla="*/ 1 h 1508"/>
                  <a:gd name="T36" fmla="*/ 0 w 605"/>
                  <a:gd name="T37" fmla="*/ 1 h 1508"/>
                  <a:gd name="T38" fmla="*/ 0 w 605"/>
                  <a:gd name="T39" fmla="*/ 1 h 1508"/>
                  <a:gd name="T40" fmla="*/ 0 w 605"/>
                  <a:gd name="T41" fmla="*/ 1 h 1508"/>
                  <a:gd name="T42" fmla="*/ 0 w 605"/>
                  <a:gd name="T43" fmla="*/ 1 h 1508"/>
                  <a:gd name="T44" fmla="*/ 0 w 605"/>
                  <a:gd name="T45" fmla="*/ 1 h 1508"/>
                  <a:gd name="T46" fmla="*/ 0 w 605"/>
                  <a:gd name="T47" fmla="*/ 0 h 1508"/>
                  <a:gd name="T48" fmla="*/ 0 w 605"/>
                  <a:gd name="T49" fmla="*/ 0 h 1508"/>
                  <a:gd name="T50" fmla="*/ 0 w 605"/>
                  <a:gd name="T51" fmla="*/ 0 h 1508"/>
                  <a:gd name="T52" fmla="*/ 0 w 605"/>
                  <a:gd name="T53" fmla="*/ 0 h 1508"/>
                  <a:gd name="T54" fmla="*/ 0 w 605"/>
                  <a:gd name="T55" fmla="*/ 0 h 1508"/>
                  <a:gd name="T56" fmla="*/ 0 w 605"/>
                  <a:gd name="T57" fmla="*/ 0 h 1508"/>
                  <a:gd name="T58" fmla="*/ 0 w 605"/>
                  <a:gd name="T59" fmla="*/ 0 h 1508"/>
                  <a:gd name="T60" fmla="*/ 0 w 605"/>
                  <a:gd name="T61" fmla="*/ 0 h 1508"/>
                  <a:gd name="T62" fmla="*/ 0 w 605"/>
                  <a:gd name="T63" fmla="*/ 0 h 1508"/>
                  <a:gd name="T64" fmla="*/ 0 w 605"/>
                  <a:gd name="T65" fmla="*/ 0 h 1508"/>
                  <a:gd name="T66" fmla="*/ 0 w 605"/>
                  <a:gd name="T67" fmla="*/ 0 h 1508"/>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0" t="0" r="r" b="b"/>
                <a:pathLst>
                  <a:path w="605" h="1508">
                    <a:moveTo>
                      <a:pt x="84" y="4"/>
                    </a:moveTo>
                    <a:lnTo>
                      <a:pt x="137" y="0"/>
                    </a:lnTo>
                    <a:lnTo>
                      <a:pt x="186" y="4"/>
                    </a:lnTo>
                    <a:lnTo>
                      <a:pt x="227" y="35"/>
                    </a:lnTo>
                    <a:lnTo>
                      <a:pt x="258" y="75"/>
                    </a:lnTo>
                    <a:lnTo>
                      <a:pt x="440" y="504"/>
                    </a:lnTo>
                    <a:lnTo>
                      <a:pt x="510" y="693"/>
                    </a:lnTo>
                    <a:lnTo>
                      <a:pt x="569" y="902"/>
                    </a:lnTo>
                    <a:lnTo>
                      <a:pt x="595" y="1105"/>
                    </a:lnTo>
                    <a:lnTo>
                      <a:pt x="604" y="1300"/>
                    </a:lnTo>
                    <a:lnTo>
                      <a:pt x="604" y="1388"/>
                    </a:lnTo>
                    <a:lnTo>
                      <a:pt x="595" y="1436"/>
                    </a:lnTo>
                    <a:lnTo>
                      <a:pt x="569" y="1472"/>
                    </a:lnTo>
                    <a:lnTo>
                      <a:pt x="533" y="1498"/>
                    </a:lnTo>
                    <a:lnTo>
                      <a:pt x="484" y="1507"/>
                    </a:lnTo>
                    <a:lnTo>
                      <a:pt x="440" y="1498"/>
                    </a:lnTo>
                    <a:lnTo>
                      <a:pt x="400" y="1472"/>
                    </a:lnTo>
                    <a:lnTo>
                      <a:pt x="378" y="1436"/>
                    </a:lnTo>
                    <a:lnTo>
                      <a:pt x="364" y="1388"/>
                    </a:lnTo>
                    <a:lnTo>
                      <a:pt x="364" y="1269"/>
                    </a:lnTo>
                    <a:lnTo>
                      <a:pt x="355" y="1105"/>
                    </a:lnTo>
                    <a:lnTo>
                      <a:pt x="328" y="937"/>
                    </a:lnTo>
                    <a:lnTo>
                      <a:pt x="275" y="782"/>
                    </a:lnTo>
                    <a:lnTo>
                      <a:pt x="221" y="618"/>
                    </a:lnTo>
                    <a:lnTo>
                      <a:pt x="80" y="286"/>
                    </a:lnTo>
                    <a:lnTo>
                      <a:pt x="8" y="123"/>
                    </a:lnTo>
                    <a:lnTo>
                      <a:pt x="0" y="83"/>
                    </a:lnTo>
                    <a:lnTo>
                      <a:pt x="13" y="39"/>
                    </a:lnTo>
                    <a:lnTo>
                      <a:pt x="48" y="13"/>
                    </a:lnTo>
                    <a:lnTo>
                      <a:pt x="84" y="4"/>
                    </a:lnTo>
                  </a:path>
                </a:pathLst>
              </a:custGeom>
              <a:gradFill rotWithShape="0">
                <a:gsLst>
                  <a:gs pos="0">
                    <a:srgbClr val="33CC33"/>
                  </a:gs>
                  <a:gs pos="100000">
                    <a:srgbClr val="238D23"/>
                  </a:gs>
                </a:gsLst>
                <a:lin ang="16200000" scaled="1"/>
              </a:gradFill>
              <a:ln w="12600">
                <a:solidFill>
                  <a:srgbClr val="000000"/>
                </a:solidFill>
                <a:round/>
                <a:headEnd/>
                <a:tailEnd/>
              </a:ln>
            </p:spPr>
            <p:txBody>
              <a:bodyPr wrap="none" anchor="ctr"/>
              <a:lstStyle/>
              <a:p>
                <a:endParaRPr lang="zh-CN" altLang="en-US"/>
              </a:p>
            </p:txBody>
          </p:sp>
        </p:grpSp>
        <p:sp>
          <p:nvSpPr>
            <p:cNvPr id="53262" name="Text Box 32"/>
            <p:cNvSpPr txBox="1">
              <a:spLocks noChangeArrowheads="1"/>
            </p:cNvSpPr>
            <p:nvPr/>
          </p:nvSpPr>
          <p:spPr bwMode="auto">
            <a:xfrm>
              <a:off x="340" y="1570"/>
              <a:ext cx="1254" cy="151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160" tIns="46080" rIns="92160" bIns="46080">
              <a:spAutoFit/>
            </a:bodyPr>
            <a:lstStyle>
              <a:lvl1pPr eaLnBrk="0" hangingPunct="0">
                <a:spcBef>
                  <a:spcPct val="20000"/>
                </a:spcBef>
                <a:buFont typeface="Wingdings" pitchFamily="2" charset="2"/>
                <a:buChar char="Ø"/>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4F6228"/>
                  </a:solidFill>
                  <a:latin typeface="Calibri" pitchFamily="34" charset="0"/>
                  <a:ea typeface="楷体_GB2312" pitchFamily="49" charset="-122"/>
                </a:defRPr>
              </a:lvl1pPr>
              <a:lvl2pPr marL="742950" indent="-285750" eaLnBrk="0" hangingPunct="0">
                <a:spcBef>
                  <a:spcPct val="20000"/>
                </a:spcBef>
                <a:buFont typeface="Wingdings" pitchFamily="2" charset="2"/>
                <a:buChar char="ü"/>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4F6228"/>
                  </a:solidFill>
                  <a:latin typeface="Calibri" pitchFamily="34" charset="0"/>
                  <a:ea typeface="楷体_GB2312" pitchFamily="49" charset="-122"/>
                </a:defRPr>
              </a:lvl2pPr>
              <a:lvl3pPr marL="1143000" indent="-228600" eaLnBrk="0" hangingPunct="0">
                <a:spcBef>
                  <a:spcPct val="20000"/>
                </a:spcBef>
                <a:buFont typeface="Arial" charset="0"/>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4F6228"/>
                  </a:solidFill>
                  <a:latin typeface="Calibri" pitchFamily="34" charset="0"/>
                  <a:ea typeface="楷体_GB2312" pitchFamily="49" charset="-122"/>
                </a:defRPr>
              </a:lvl3pPr>
              <a:lvl4pPr marL="1600200" indent="-228600" eaLnBrk="0" hangingPunct="0">
                <a:spcBef>
                  <a:spcPct val="20000"/>
                </a:spcBef>
                <a:buFont typeface="Arial" charset="0"/>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chemeClr val="tx1"/>
                  </a:solidFill>
                  <a:latin typeface="Calibri" pitchFamily="34" charset="0"/>
                  <a:ea typeface="宋体" pitchFamily="2" charset="-122"/>
                </a:defRPr>
              </a:lvl4pPr>
              <a:lvl5pPr marL="2057400" indent="-228600" eaLnBrk="0" hangingPunct="0">
                <a:spcBef>
                  <a:spcPct val="20000"/>
                </a:spcBef>
                <a:buFont typeface="Arial" charset="0"/>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chemeClr val="tx1"/>
                  </a:solidFill>
                  <a:latin typeface="Calibri" pitchFamily="34" charset="0"/>
                  <a:ea typeface="宋体" pitchFamily="2" charset="-122"/>
                </a:defRPr>
              </a:lvl5pPr>
              <a:lvl6pPr marL="2514600" indent="-228600" eaLnBrk="0" fontAlgn="base" hangingPunct="0">
                <a:spcBef>
                  <a:spcPct val="20000"/>
                </a:spcBef>
                <a:spcAft>
                  <a:spcPct val="0"/>
                </a:spcAft>
                <a:buFont typeface="Arial" charset="0"/>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chemeClr val="tx1"/>
                  </a:solidFill>
                  <a:latin typeface="Calibri" pitchFamily="34" charset="0"/>
                  <a:ea typeface="宋体" pitchFamily="2" charset="-122"/>
                </a:defRPr>
              </a:lvl6pPr>
              <a:lvl7pPr marL="2971800" indent="-228600" eaLnBrk="0" fontAlgn="base" hangingPunct="0">
                <a:spcBef>
                  <a:spcPct val="20000"/>
                </a:spcBef>
                <a:spcAft>
                  <a:spcPct val="0"/>
                </a:spcAft>
                <a:buFont typeface="Arial" charset="0"/>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chemeClr val="tx1"/>
                  </a:solidFill>
                  <a:latin typeface="Calibri" pitchFamily="34" charset="0"/>
                  <a:ea typeface="宋体" pitchFamily="2" charset="-122"/>
                </a:defRPr>
              </a:lvl7pPr>
              <a:lvl8pPr marL="3429000" indent="-228600" eaLnBrk="0" fontAlgn="base" hangingPunct="0">
                <a:spcBef>
                  <a:spcPct val="20000"/>
                </a:spcBef>
                <a:spcAft>
                  <a:spcPct val="0"/>
                </a:spcAft>
                <a:buFont typeface="Arial" charset="0"/>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chemeClr val="tx1"/>
                  </a:solidFill>
                  <a:latin typeface="Calibri" pitchFamily="34" charset="0"/>
                  <a:ea typeface="宋体" pitchFamily="2" charset="-122"/>
                </a:defRPr>
              </a:lvl8pPr>
              <a:lvl9pPr marL="3886200" indent="-228600" eaLnBrk="0" fontAlgn="base" hangingPunct="0">
                <a:spcBef>
                  <a:spcPct val="20000"/>
                </a:spcBef>
                <a:spcAft>
                  <a:spcPct val="0"/>
                </a:spcAft>
                <a:buFont typeface="Arial" charset="0"/>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chemeClr val="tx1"/>
                  </a:solidFill>
                  <a:latin typeface="Calibri" pitchFamily="34" charset="0"/>
                  <a:ea typeface="宋体" pitchFamily="2" charset="-122"/>
                </a:defRPr>
              </a:lvl9pPr>
            </a:lstStyle>
            <a:p>
              <a:pPr algn="r">
                <a:lnSpc>
                  <a:spcPct val="85000"/>
                </a:lnSpc>
                <a:spcBef>
                  <a:spcPts val="1488"/>
                </a:spcBef>
                <a:buClr>
                  <a:srgbClr val="FFFFFF"/>
                </a:buClr>
                <a:buSzPct val="133000"/>
                <a:buFont typeface="Times New Roman" pitchFamily="18" charset="0"/>
                <a:buNone/>
              </a:pPr>
              <a:r>
                <a:rPr lang="en-GB" altLang="zh-CN" sz="2400">
                  <a:solidFill>
                    <a:schemeClr val="tx1"/>
                  </a:solidFill>
                  <a:latin typeface="Arial Narrow" pitchFamily="34" charset="0"/>
                </a:rPr>
                <a:t>内导体芯线</a:t>
              </a:r>
            </a:p>
            <a:p>
              <a:pPr algn="r">
                <a:lnSpc>
                  <a:spcPct val="85000"/>
                </a:lnSpc>
                <a:spcBef>
                  <a:spcPts val="1488"/>
                </a:spcBef>
                <a:buClr>
                  <a:srgbClr val="FFFFFF"/>
                </a:buClr>
                <a:buSzPct val="133000"/>
                <a:buFont typeface="Times New Roman" pitchFamily="18" charset="0"/>
                <a:buNone/>
              </a:pPr>
              <a:r>
                <a:rPr lang="en-GB" altLang="zh-CN" sz="2400">
                  <a:solidFill>
                    <a:schemeClr val="tx1"/>
                  </a:solidFill>
                  <a:latin typeface="Arial Narrow" pitchFamily="34" charset="0"/>
                </a:rPr>
                <a:t>绝缘</a:t>
              </a:r>
            </a:p>
            <a:p>
              <a:pPr algn="r">
                <a:lnSpc>
                  <a:spcPct val="85000"/>
                </a:lnSpc>
                <a:spcBef>
                  <a:spcPts val="1488"/>
                </a:spcBef>
                <a:buClr>
                  <a:srgbClr val="FFFFFF"/>
                </a:buClr>
                <a:buSzPct val="133000"/>
                <a:buFont typeface="Times New Roman" pitchFamily="18" charset="0"/>
                <a:buNone/>
              </a:pPr>
              <a:r>
                <a:rPr lang="en-GB" altLang="zh-CN" sz="2400">
                  <a:solidFill>
                    <a:schemeClr val="tx1"/>
                  </a:solidFill>
                  <a:latin typeface="Arial Narrow" pitchFamily="34" charset="0"/>
                </a:rPr>
                <a:t>内屏蔽</a:t>
              </a:r>
            </a:p>
            <a:p>
              <a:pPr algn="r">
                <a:lnSpc>
                  <a:spcPct val="85000"/>
                </a:lnSpc>
                <a:spcBef>
                  <a:spcPts val="1488"/>
                </a:spcBef>
                <a:buClr>
                  <a:srgbClr val="FFFFFF"/>
                </a:buClr>
                <a:buSzPct val="133000"/>
                <a:buFont typeface="Times New Roman" pitchFamily="18" charset="0"/>
                <a:buNone/>
              </a:pPr>
              <a:r>
                <a:rPr lang="en-GB" altLang="zh-CN" sz="2400">
                  <a:solidFill>
                    <a:schemeClr val="tx1"/>
                  </a:solidFill>
                  <a:latin typeface="Arial Narrow" pitchFamily="34" charset="0"/>
                </a:rPr>
                <a:t>外屏蔽</a:t>
              </a:r>
            </a:p>
            <a:p>
              <a:pPr algn="r">
                <a:lnSpc>
                  <a:spcPct val="85000"/>
                </a:lnSpc>
                <a:spcBef>
                  <a:spcPts val="1488"/>
                </a:spcBef>
                <a:buClr>
                  <a:srgbClr val="FFFFFF"/>
                </a:buClr>
                <a:buSzPct val="133000"/>
                <a:buFont typeface="Times New Roman" pitchFamily="18" charset="0"/>
                <a:buNone/>
              </a:pPr>
              <a:r>
                <a:rPr lang="en-GB" altLang="zh-CN" sz="2400">
                  <a:solidFill>
                    <a:schemeClr val="tx1"/>
                  </a:solidFill>
                  <a:latin typeface="Arial Narrow" pitchFamily="34" charset="0"/>
                </a:rPr>
                <a:t>外套</a:t>
              </a:r>
            </a:p>
          </p:txBody>
        </p:sp>
        <p:sp>
          <p:nvSpPr>
            <p:cNvPr id="53263" name="Line 33"/>
            <p:cNvSpPr>
              <a:spLocks noChangeShapeType="1"/>
            </p:cNvSpPr>
            <p:nvPr/>
          </p:nvSpPr>
          <p:spPr bwMode="auto">
            <a:xfrm>
              <a:off x="1611" y="2238"/>
              <a:ext cx="626" cy="9"/>
            </a:xfrm>
            <a:prstGeom prst="line">
              <a:avLst/>
            </a:prstGeom>
            <a:noFill/>
            <a:ln w="50760">
              <a:solidFill>
                <a:srgbClr val="99FF99"/>
              </a:solidFill>
              <a:round/>
              <a:headEnd/>
              <a:tailEnd type="triangle" w="lg" len="lg"/>
            </a:ln>
            <a:extLst>
              <a:ext uri="{909E8E84-426E-40DD-AFC4-6F175D3DCCD1}">
                <a14:hiddenFill xmlns:a14="http://schemas.microsoft.com/office/drawing/2010/main">
                  <a:noFill/>
                </a14:hiddenFill>
              </a:ext>
            </a:extLst>
          </p:spPr>
          <p:txBody>
            <a:bodyPr/>
            <a:lstStyle/>
            <a:p>
              <a:endParaRPr lang="zh-CN" altLang="en-US"/>
            </a:p>
          </p:txBody>
        </p:sp>
        <p:sp>
          <p:nvSpPr>
            <p:cNvPr id="53264" name="Line 34"/>
            <p:cNvSpPr>
              <a:spLocks noChangeShapeType="1"/>
            </p:cNvSpPr>
            <p:nvPr/>
          </p:nvSpPr>
          <p:spPr bwMode="auto">
            <a:xfrm>
              <a:off x="1611" y="2949"/>
              <a:ext cx="283" cy="1"/>
            </a:xfrm>
            <a:prstGeom prst="line">
              <a:avLst/>
            </a:prstGeom>
            <a:noFill/>
            <a:ln w="50760">
              <a:solidFill>
                <a:srgbClr val="99FF99"/>
              </a:solidFill>
              <a:round/>
              <a:headEnd/>
              <a:tailEnd type="triangle" w="lg" len="lg"/>
            </a:ln>
            <a:extLst>
              <a:ext uri="{909E8E84-426E-40DD-AFC4-6F175D3DCCD1}">
                <a14:hiddenFill xmlns:a14="http://schemas.microsoft.com/office/drawing/2010/main">
                  <a:noFill/>
                </a14:hiddenFill>
              </a:ext>
            </a:extLst>
          </p:spPr>
          <p:txBody>
            <a:bodyPr/>
            <a:lstStyle/>
            <a:p>
              <a:endParaRPr lang="zh-CN" altLang="en-US"/>
            </a:p>
          </p:txBody>
        </p:sp>
        <p:sp>
          <p:nvSpPr>
            <p:cNvPr id="53265" name="Line 35"/>
            <p:cNvSpPr>
              <a:spLocks noChangeShapeType="1"/>
            </p:cNvSpPr>
            <p:nvPr/>
          </p:nvSpPr>
          <p:spPr bwMode="auto">
            <a:xfrm>
              <a:off x="1603" y="1990"/>
              <a:ext cx="634" cy="1"/>
            </a:xfrm>
            <a:prstGeom prst="line">
              <a:avLst/>
            </a:prstGeom>
            <a:noFill/>
            <a:ln w="50760">
              <a:solidFill>
                <a:srgbClr val="99FF99"/>
              </a:solidFill>
              <a:round/>
              <a:headEnd/>
              <a:tailEnd type="triangle" w="lg" len="lg"/>
            </a:ln>
            <a:extLst>
              <a:ext uri="{909E8E84-426E-40DD-AFC4-6F175D3DCCD1}">
                <a14:hiddenFill xmlns:a14="http://schemas.microsoft.com/office/drawing/2010/main">
                  <a:noFill/>
                </a14:hiddenFill>
              </a:ext>
            </a:extLst>
          </p:spPr>
          <p:txBody>
            <a:bodyPr/>
            <a:lstStyle/>
            <a:p>
              <a:endParaRPr lang="zh-CN" altLang="en-US"/>
            </a:p>
          </p:txBody>
        </p:sp>
        <p:sp>
          <p:nvSpPr>
            <p:cNvPr id="53266" name="Line 36"/>
            <p:cNvSpPr>
              <a:spLocks noChangeShapeType="1"/>
            </p:cNvSpPr>
            <p:nvPr/>
          </p:nvSpPr>
          <p:spPr bwMode="auto">
            <a:xfrm flipV="1">
              <a:off x="1594" y="2589"/>
              <a:ext cx="480" cy="11"/>
            </a:xfrm>
            <a:prstGeom prst="line">
              <a:avLst/>
            </a:prstGeom>
            <a:noFill/>
            <a:ln w="50760">
              <a:solidFill>
                <a:srgbClr val="99FF99"/>
              </a:solidFill>
              <a:round/>
              <a:headEnd/>
              <a:tailEnd type="triangle" w="lg" len="lg"/>
            </a:ln>
            <a:extLst>
              <a:ext uri="{909E8E84-426E-40DD-AFC4-6F175D3DCCD1}">
                <a14:hiddenFill xmlns:a14="http://schemas.microsoft.com/office/drawing/2010/main">
                  <a:noFill/>
                </a14:hiddenFill>
              </a:ext>
            </a:extLst>
          </p:spPr>
          <p:txBody>
            <a:bodyPr/>
            <a:lstStyle/>
            <a:p>
              <a:endParaRPr lang="zh-CN" altLang="en-US"/>
            </a:p>
          </p:txBody>
        </p:sp>
        <p:sp>
          <p:nvSpPr>
            <p:cNvPr id="53267" name="Line 37"/>
            <p:cNvSpPr>
              <a:spLocks noChangeShapeType="1"/>
            </p:cNvSpPr>
            <p:nvPr/>
          </p:nvSpPr>
          <p:spPr bwMode="auto">
            <a:xfrm flipV="1">
              <a:off x="1604" y="1698"/>
              <a:ext cx="641" cy="5"/>
            </a:xfrm>
            <a:prstGeom prst="line">
              <a:avLst/>
            </a:prstGeom>
            <a:noFill/>
            <a:ln w="50760">
              <a:solidFill>
                <a:srgbClr val="99FF99"/>
              </a:solidFill>
              <a:round/>
              <a:headEnd/>
              <a:tailEnd type="triangle" w="lg" len="lg"/>
            </a:ln>
            <a:extLst>
              <a:ext uri="{909E8E84-426E-40DD-AFC4-6F175D3DCCD1}">
                <a14:hiddenFill xmlns:a14="http://schemas.microsoft.com/office/drawing/2010/main">
                  <a:noFill/>
                </a14:hiddenFill>
              </a:ext>
            </a:extLst>
          </p:spPr>
          <p:txBody>
            <a:bodyPr/>
            <a:lstStyle/>
            <a:p>
              <a:endParaRPr lang="zh-CN" altLang="en-US"/>
            </a:p>
          </p:txBody>
        </p:sp>
      </p:grpSp>
    </p:spTree>
  </p:cSld>
  <p:clrMapOvr>
    <a:masterClrMapping/>
  </p:clrMapOvr>
  <p:transition spd="slow">
    <p:push dir="u"/>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4"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4" name="标题 1"/>
          <p:cNvSpPr>
            <a:spLocks noGrp="1"/>
          </p:cNvSpPr>
          <p:nvPr>
            <p:ph type="title"/>
          </p:nvPr>
        </p:nvSpPr>
        <p:spPr>
          <a:xfrm>
            <a:off x="107950" y="44450"/>
            <a:ext cx="7343775" cy="792163"/>
          </a:xfrm>
        </p:spPr>
        <p:txBody>
          <a:bodyPr/>
          <a:lstStyle/>
          <a:p>
            <a:r>
              <a:rPr lang="en-US" altLang="zh-CN" smtClean="0"/>
              <a:t>2.8 </a:t>
            </a:r>
            <a:r>
              <a:rPr lang="zh-CN" altLang="en-US" smtClean="0"/>
              <a:t>网络的传输介质</a:t>
            </a:r>
          </a:p>
        </p:txBody>
      </p:sp>
      <p:sp>
        <p:nvSpPr>
          <p:cNvPr id="4" name="灯片编号占位符 3"/>
          <p:cNvSpPr>
            <a:spLocks noGrp="1"/>
          </p:cNvSpPr>
          <p:nvPr>
            <p:ph type="sldNum" sz="quarter" idx="12"/>
          </p:nvPr>
        </p:nvSpPr>
        <p:spPr/>
        <p:txBody>
          <a:bodyPr/>
          <a:lstStyle/>
          <a:p>
            <a:pPr>
              <a:defRPr/>
            </a:pPr>
            <a:fld id="{A4B1E430-09EA-427D-94AF-DF0DCED91242}" type="slidenum">
              <a:rPr lang="zh-CN" altLang="en-US" smtClean="0"/>
              <a:pPr>
                <a:defRPr/>
              </a:pPr>
              <a:t>39</a:t>
            </a:fld>
            <a:endParaRPr lang="zh-CN" altLang="en-US"/>
          </a:p>
        </p:txBody>
      </p:sp>
      <p:sp>
        <p:nvSpPr>
          <p:cNvPr id="54276" name="AutoShape 3"/>
          <p:cNvSpPr>
            <a:spLocks noChangeArrowheads="1"/>
          </p:cNvSpPr>
          <p:nvPr/>
        </p:nvSpPr>
        <p:spPr bwMode="auto">
          <a:xfrm>
            <a:off x="468313" y="1196975"/>
            <a:ext cx="8064500" cy="863600"/>
          </a:xfrm>
          <a:prstGeom prst="roundRect">
            <a:avLst>
              <a:gd name="adj" fmla="val 18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spcBef>
                <a:spcPct val="20000"/>
              </a:spcBef>
              <a:buFont typeface="Wingdings" pitchFamily="2" charset="2"/>
              <a:buChar char="Ø"/>
              <a:defRPr sz="3200">
                <a:solidFill>
                  <a:srgbClr val="4F6228"/>
                </a:solidFill>
                <a:latin typeface="Calibri" pitchFamily="34" charset="0"/>
                <a:ea typeface="楷体_GB2312" pitchFamily="49" charset="-122"/>
              </a:defRPr>
            </a:lvl1pPr>
            <a:lvl2pPr marL="742950" indent="-285750" eaLnBrk="0" hangingPunct="0">
              <a:spcBef>
                <a:spcPct val="20000"/>
              </a:spcBef>
              <a:buFont typeface="Wingdings" pitchFamily="2" charset="2"/>
              <a:buChar char="ü"/>
              <a:defRPr sz="2800">
                <a:solidFill>
                  <a:srgbClr val="4F6228"/>
                </a:solidFill>
                <a:latin typeface="Calibri" pitchFamily="34" charset="0"/>
                <a:ea typeface="楷体_GB2312" pitchFamily="49" charset="-122"/>
              </a:defRPr>
            </a:lvl2pPr>
            <a:lvl3pPr marL="1143000" indent="-228600" eaLnBrk="0" hangingPunct="0">
              <a:spcBef>
                <a:spcPct val="20000"/>
              </a:spcBef>
              <a:buFont typeface="Arial" charset="0"/>
              <a:buChar char="•"/>
              <a:defRPr sz="2400">
                <a:solidFill>
                  <a:srgbClr val="4F6228"/>
                </a:solidFill>
                <a:latin typeface="Calibri" pitchFamily="34" charset="0"/>
                <a:ea typeface="楷体_GB2312" pitchFamily="49" charset="-122"/>
              </a:defRPr>
            </a:lvl3pPr>
            <a:lvl4pPr marL="1600200" indent="-228600" eaLnBrk="0" hangingPunct="0">
              <a:spcBef>
                <a:spcPct val="20000"/>
              </a:spcBef>
              <a:buFont typeface="Arial" charset="0"/>
              <a:buChar char="–"/>
              <a:defRPr sz="2000">
                <a:solidFill>
                  <a:schemeClr val="tx1"/>
                </a:solidFill>
                <a:latin typeface="Calibri" pitchFamily="34" charset="0"/>
                <a:ea typeface="宋体" pitchFamily="2" charset="-122"/>
              </a:defRPr>
            </a:lvl4pPr>
            <a:lvl5pPr marL="2057400" indent="-228600" eaLnBrk="0" hangingPunct="0">
              <a:spcBef>
                <a:spcPct val="20000"/>
              </a:spcBef>
              <a:buFont typeface="Arial" charset="0"/>
              <a:buChar char="»"/>
              <a:defRPr sz="2000">
                <a:solidFill>
                  <a:schemeClr val="tx1"/>
                </a:solidFill>
                <a:latin typeface="Calibri" pitchFamily="34" charset="0"/>
                <a:ea typeface="宋体" pitchFamily="2" charset="-122"/>
              </a:defRPr>
            </a:lvl5pPr>
            <a:lvl6pPr marL="2514600" indent="-228600" eaLnBrk="0" fontAlgn="base" hangingPunct="0">
              <a:spcBef>
                <a:spcPct val="20000"/>
              </a:spcBef>
              <a:spcAft>
                <a:spcPct val="0"/>
              </a:spcAft>
              <a:buFont typeface="Arial" charset="0"/>
              <a:buChar char="»"/>
              <a:defRPr sz="2000">
                <a:solidFill>
                  <a:schemeClr val="tx1"/>
                </a:solidFill>
                <a:latin typeface="Calibri" pitchFamily="34" charset="0"/>
                <a:ea typeface="宋体" pitchFamily="2" charset="-122"/>
              </a:defRPr>
            </a:lvl6pPr>
            <a:lvl7pPr marL="2971800" indent="-228600" eaLnBrk="0" fontAlgn="base" hangingPunct="0">
              <a:spcBef>
                <a:spcPct val="20000"/>
              </a:spcBef>
              <a:spcAft>
                <a:spcPct val="0"/>
              </a:spcAft>
              <a:buFont typeface="Arial" charset="0"/>
              <a:buChar char="»"/>
              <a:defRPr sz="2000">
                <a:solidFill>
                  <a:schemeClr val="tx1"/>
                </a:solidFill>
                <a:latin typeface="Calibri" pitchFamily="34" charset="0"/>
                <a:ea typeface="宋体" pitchFamily="2" charset="-122"/>
              </a:defRPr>
            </a:lvl7pPr>
            <a:lvl8pPr marL="3429000" indent="-228600" eaLnBrk="0" fontAlgn="base" hangingPunct="0">
              <a:spcBef>
                <a:spcPct val="20000"/>
              </a:spcBef>
              <a:spcAft>
                <a:spcPct val="0"/>
              </a:spcAft>
              <a:buFont typeface="Arial" charset="0"/>
              <a:buChar char="»"/>
              <a:defRPr sz="2000">
                <a:solidFill>
                  <a:schemeClr val="tx1"/>
                </a:solidFill>
                <a:latin typeface="Calibri" pitchFamily="34" charset="0"/>
                <a:ea typeface="宋体" pitchFamily="2" charset="-122"/>
              </a:defRPr>
            </a:lvl8pPr>
            <a:lvl9pPr marL="3886200" indent="-228600" eaLnBrk="0" fontAlgn="base" hangingPunct="0">
              <a:spcBef>
                <a:spcPct val="20000"/>
              </a:spcBef>
              <a:spcAft>
                <a:spcPct val="0"/>
              </a:spcAft>
              <a:buFont typeface="Arial" charset="0"/>
              <a:buChar char="»"/>
              <a:defRPr sz="2000">
                <a:solidFill>
                  <a:schemeClr val="tx1"/>
                </a:solidFill>
                <a:latin typeface="Calibri" pitchFamily="34" charset="0"/>
                <a:ea typeface="宋体" pitchFamily="2" charset="-122"/>
              </a:defRPr>
            </a:lvl9pPr>
          </a:lstStyle>
          <a:p>
            <a:pPr eaLnBrk="1" hangingPunct="1">
              <a:spcBef>
                <a:spcPct val="0"/>
              </a:spcBef>
              <a:buFontTx/>
              <a:buNone/>
            </a:pPr>
            <a:endParaRPr lang="zh-CN" altLang="en-US" sz="1800">
              <a:solidFill>
                <a:schemeClr val="tx1"/>
              </a:solidFill>
              <a:ea typeface="宋体" pitchFamily="2" charset="-122"/>
            </a:endParaRPr>
          </a:p>
        </p:txBody>
      </p:sp>
      <p:sp>
        <p:nvSpPr>
          <p:cNvPr id="54277" name="AutoShape 6"/>
          <p:cNvSpPr>
            <a:spLocks noChangeArrowheads="1"/>
          </p:cNvSpPr>
          <p:nvPr/>
        </p:nvSpPr>
        <p:spPr bwMode="auto">
          <a:xfrm>
            <a:off x="468313" y="5516563"/>
            <a:ext cx="3743325" cy="896937"/>
          </a:xfrm>
          <a:prstGeom prst="roundRect">
            <a:avLst>
              <a:gd name="adj" fmla="val 176"/>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spcBef>
                <a:spcPct val="20000"/>
              </a:spcBef>
              <a:buFont typeface="Wingdings" pitchFamily="2" charset="2"/>
              <a:buChar char="Ø"/>
              <a:defRPr sz="3200">
                <a:solidFill>
                  <a:srgbClr val="4F6228"/>
                </a:solidFill>
                <a:latin typeface="Calibri" pitchFamily="34" charset="0"/>
                <a:ea typeface="楷体_GB2312" pitchFamily="49" charset="-122"/>
              </a:defRPr>
            </a:lvl1pPr>
            <a:lvl2pPr marL="742950" indent="-285750" eaLnBrk="0" hangingPunct="0">
              <a:spcBef>
                <a:spcPct val="20000"/>
              </a:spcBef>
              <a:buFont typeface="Wingdings" pitchFamily="2" charset="2"/>
              <a:buChar char="ü"/>
              <a:defRPr sz="2800">
                <a:solidFill>
                  <a:srgbClr val="4F6228"/>
                </a:solidFill>
                <a:latin typeface="Calibri" pitchFamily="34" charset="0"/>
                <a:ea typeface="楷体_GB2312" pitchFamily="49" charset="-122"/>
              </a:defRPr>
            </a:lvl2pPr>
            <a:lvl3pPr marL="1143000" indent="-228600" eaLnBrk="0" hangingPunct="0">
              <a:spcBef>
                <a:spcPct val="20000"/>
              </a:spcBef>
              <a:buFont typeface="Arial" charset="0"/>
              <a:buChar char="•"/>
              <a:defRPr sz="2400">
                <a:solidFill>
                  <a:srgbClr val="4F6228"/>
                </a:solidFill>
                <a:latin typeface="Calibri" pitchFamily="34" charset="0"/>
                <a:ea typeface="楷体_GB2312" pitchFamily="49" charset="-122"/>
              </a:defRPr>
            </a:lvl3pPr>
            <a:lvl4pPr marL="1600200" indent="-228600" eaLnBrk="0" hangingPunct="0">
              <a:spcBef>
                <a:spcPct val="20000"/>
              </a:spcBef>
              <a:buFont typeface="Arial" charset="0"/>
              <a:buChar char="–"/>
              <a:defRPr sz="2000">
                <a:solidFill>
                  <a:schemeClr val="tx1"/>
                </a:solidFill>
                <a:latin typeface="Calibri" pitchFamily="34" charset="0"/>
                <a:ea typeface="宋体" pitchFamily="2" charset="-122"/>
              </a:defRPr>
            </a:lvl4pPr>
            <a:lvl5pPr marL="2057400" indent="-228600" eaLnBrk="0" hangingPunct="0">
              <a:spcBef>
                <a:spcPct val="20000"/>
              </a:spcBef>
              <a:buFont typeface="Arial" charset="0"/>
              <a:buChar char="»"/>
              <a:defRPr sz="2000">
                <a:solidFill>
                  <a:schemeClr val="tx1"/>
                </a:solidFill>
                <a:latin typeface="Calibri" pitchFamily="34" charset="0"/>
                <a:ea typeface="宋体" pitchFamily="2" charset="-122"/>
              </a:defRPr>
            </a:lvl5pPr>
            <a:lvl6pPr marL="2514600" indent="-228600" eaLnBrk="0" fontAlgn="base" hangingPunct="0">
              <a:spcBef>
                <a:spcPct val="20000"/>
              </a:spcBef>
              <a:spcAft>
                <a:spcPct val="0"/>
              </a:spcAft>
              <a:buFont typeface="Arial" charset="0"/>
              <a:buChar char="»"/>
              <a:defRPr sz="2000">
                <a:solidFill>
                  <a:schemeClr val="tx1"/>
                </a:solidFill>
                <a:latin typeface="Calibri" pitchFamily="34" charset="0"/>
                <a:ea typeface="宋体" pitchFamily="2" charset="-122"/>
              </a:defRPr>
            </a:lvl6pPr>
            <a:lvl7pPr marL="2971800" indent="-228600" eaLnBrk="0" fontAlgn="base" hangingPunct="0">
              <a:spcBef>
                <a:spcPct val="20000"/>
              </a:spcBef>
              <a:spcAft>
                <a:spcPct val="0"/>
              </a:spcAft>
              <a:buFont typeface="Arial" charset="0"/>
              <a:buChar char="»"/>
              <a:defRPr sz="2000">
                <a:solidFill>
                  <a:schemeClr val="tx1"/>
                </a:solidFill>
                <a:latin typeface="Calibri" pitchFamily="34" charset="0"/>
                <a:ea typeface="宋体" pitchFamily="2" charset="-122"/>
              </a:defRPr>
            </a:lvl7pPr>
            <a:lvl8pPr marL="3429000" indent="-228600" eaLnBrk="0" fontAlgn="base" hangingPunct="0">
              <a:spcBef>
                <a:spcPct val="20000"/>
              </a:spcBef>
              <a:spcAft>
                <a:spcPct val="0"/>
              </a:spcAft>
              <a:buFont typeface="Arial" charset="0"/>
              <a:buChar char="»"/>
              <a:defRPr sz="2000">
                <a:solidFill>
                  <a:schemeClr val="tx1"/>
                </a:solidFill>
                <a:latin typeface="Calibri" pitchFamily="34" charset="0"/>
                <a:ea typeface="宋体" pitchFamily="2" charset="-122"/>
              </a:defRPr>
            </a:lvl8pPr>
            <a:lvl9pPr marL="3886200" indent="-228600" eaLnBrk="0" fontAlgn="base" hangingPunct="0">
              <a:spcBef>
                <a:spcPct val="20000"/>
              </a:spcBef>
              <a:spcAft>
                <a:spcPct val="0"/>
              </a:spcAft>
              <a:buFont typeface="Arial" charset="0"/>
              <a:buChar char="»"/>
              <a:defRPr sz="2000">
                <a:solidFill>
                  <a:schemeClr val="tx1"/>
                </a:solidFill>
                <a:latin typeface="Calibri" pitchFamily="34" charset="0"/>
                <a:ea typeface="宋体" pitchFamily="2" charset="-122"/>
              </a:defRPr>
            </a:lvl9pPr>
          </a:lstStyle>
          <a:p>
            <a:pPr eaLnBrk="1" hangingPunct="1">
              <a:spcBef>
                <a:spcPct val="0"/>
              </a:spcBef>
              <a:buFontTx/>
              <a:buNone/>
            </a:pPr>
            <a:endParaRPr lang="zh-CN" altLang="en-US" sz="1800">
              <a:solidFill>
                <a:schemeClr val="tx1"/>
              </a:solidFill>
              <a:ea typeface="宋体" pitchFamily="2" charset="-122"/>
            </a:endParaRPr>
          </a:p>
        </p:txBody>
      </p:sp>
      <p:grpSp>
        <p:nvGrpSpPr>
          <p:cNvPr id="54278" name="Group 8"/>
          <p:cNvGrpSpPr>
            <a:grpSpLocks/>
          </p:cNvGrpSpPr>
          <p:nvPr/>
        </p:nvGrpSpPr>
        <p:grpSpPr bwMode="auto">
          <a:xfrm>
            <a:off x="323850" y="2060575"/>
            <a:ext cx="3744913" cy="3475038"/>
            <a:chOff x="521" y="1616"/>
            <a:chExt cx="1870" cy="1871"/>
          </a:xfrm>
        </p:grpSpPr>
        <p:pic>
          <p:nvPicPr>
            <p:cNvPr id="54286" name="Picture 9"/>
            <p:cNvPicPr>
              <a:picLocks noChangeAspect="1" noChangeArrowheads="1"/>
            </p:cNvPicPr>
            <p:nvPr/>
          </p:nvPicPr>
          <p:blipFill>
            <a:blip r:embed="rId2">
              <a:lum bright="24000" contrast="18000"/>
              <a:extLst>
                <a:ext uri="{28A0092B-C50C-407E-A947-70E740481C1C}">
                  <a14:useLocalDpi xmlns:a14="http://schemas.microsoft.com/office/drawing/2010/main" val="0"/>
                </a:ext>
              </a:extLst>
            </a:blip>
            <a:srcRect/>
            <a:stretch>
              <a:fillRect/>
            </a:stretch>
          </p:blipFill>
          <p:spPr bwMode="auto">
            <a:xfrm>
              <a:off x="521" y="1616"/>
              <a:ext cx="1871" cy="1872"/>
            </a:xfrm>
            <a:prstGeom prst="rect">
              <a:avLst/>
            </a:prstGeom>
            <a:noFill/>
            <a:ln>
              <a:noFill/>
            </a:ln>
            <a:extLst>
              <a:ext uri="{909E8E84-426E-40DD-AFC4-6F175D3DCCD1}">
                <a14:hiddenFill xmlns:a14="http://schemas.microsoft.com/office/drawing/2010/main">
                  <a:blipFill dpi="0" rotWithShape="0">
                    <a:blip>
                      <a:lum bright="24000" contrast="18000"/>
                    </a:blip>
                    <a:srcRect/>
                    <a:stretch>
                      <a:fillRect/>
                    </a:stretch>
                  </a:blipFill>
                </a14:hiddenFill>
              </a:ext>
              <a:ext uri="{91240B29-F687-4F45-9708-019B960494DF}">
                <a14:hiddenLine xmlns:a14="http://schemas.microsoft.com/office/drawing/2010/main" w="9525">
                  <a:solidFill>
                    <a:srgbClr val="000000"/>
                  </a:solidFill>
                  <a:miter lim="800000"/>
                  <a:headEnd/>
                  <a:tailEnd/>
                </a14:hiddenLine>
              </a:ext>
            </a:extLst>
          </p:spPr>
        </p:pic>
        <p:sp>
          <p:nvSpPr>
            <p:cNvPr id="54287" name="AutoShape 10"/>
            <p:cNvSpPr>
              <a:spLocks noChangeArrowheads="1"/>
            </p:cNvSpPr>
            <p:nvPr/>
          </p:nvSpPr>
          <p:spPr bwMode="auto">
            <a:xfrm>
              <a:off x="521" y="1616"/>
              <a:ext cx="1871" cy="1872"/>
            </a:xfrm>
            <a:prstGeom prst="roundRect">
              <a:avLst>
                <a:gd name="adj" fmla="val 51"/>
              </a:avLst>
            </a:prstGeom>
            <a:noFill/>
            <a:ln w="50760">
              <a:solidFill>
                <a:srgbClr val="FFFFFF"/>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spcBef>
                  <a:spcPct val="20000"/>
                </a:spcBef>
                <a:buFont typeface="Wingdings" pitchFamily="2" charset="2"/>
                <a:buChar char="Ø"/>
                <a:defRPr sz="3200">
                  <a:solidFill>
                    <a:srgbClr val="4F6228"/>
                  </a:solidFill>
                  <a:latin typeface="Calibri" pitchFamily="34" charset="0"/>
                  <a:ea typeface="楷体_GB2312" pitchFamily="49" charset="-122"/>
                </a:defRPr>
              </a:lvl1pPr>
              <a:lvl2pPr marL="742950" indent="-285750" eaLnBrk="0" hangingPunct="0">
                <a:spcBef>
                  <a:spcPct val="20000"/>
                </a:spcBef>
                <a:buFont typeface="Wingdings" pitchFamily="2" charset="2"/>
                <a:buChar char="ü"/>
                <a:defRPr sz="2800">
                  <a:solidFill>
                    <a:srgbClr val="4F6228"/>
                  </a:solidFill>
                  <a:latin typeface="Calibri" pitchFamily="34" charset="0"/>
                  <a:ea typeface="楷体_GB2312" pitchFamily="49" charset="-122"/>
                </a:defRPr>
              </a:lvl2pPr>
              <a:lvl3pPr marL="1143000" indent="-228600" eaLnBrk="0" hangingPunct="0">
                <a:spcBef>
                  <a:spcPct val="20000"/>
                </a:spcBef>
                <a:buFont typeface="Arial" charset="0"/>
                <a:buChar char="•"/>
                <a:defRPr sz="2400">
                  <a:solidFill>
                    <a:srgbClr val="4F6228"/>
                  </a:solidFill>
                  <a:latin typeface="Calibri" pitchFamily="34" charset="0"/>
                  <a:ea typeface="楷体_GB2312" pitchFamily="49" charset="-122"/>
                </a:defRPr>
              </a:lvl3pPr>
              <a:lvl4pPr marL="1600200" indent="-228600" eaLnBrk="0" hangingPunct="0">
                <a:spcBef>
                  <a:spcPct val="20000"/>
                </a:spcBef>
                <a:buFont typeface="Arial" charset="0"/>
                <a:buChar char="–"/>
                <a:defRPr sz="2000">
                  <a:solidFill>
                    <a:schemeClr val="tx1"/>
                  </a:solidFill>
                  <a:latin typeface="Calibri" pitchFamily="34" charset="0"/>
                  <a:ea typeface="宋体" pitchFamily="2" charset="-122"/>
                </a:defRPr>
              </a:lvl4pPr>
              <a:lvl5pPr marL="2057400" indent="-228600" eaLnBrk="0" hangingPunct="0">
                <a:spcBef>
                  <a:spcPct val="20000"/>
                </a:spcBef>
                <a:buFont typeface="Arial" charset="0"/>
                <a:buChar char="»"/>
                <a:defRPr sz="2000">
                  <a:solidFill>
                    <a:schemeClr val="tx1"/>
                  </a:solidFill>
                  <a:latin typeface="Calibri" pitchFamily="34" charset="0"/>
                  <a:ea typeface="宋体" pitchFamily="2" charset="-122"/>
                </a:defRPr>
              </a:lvl5pPr>
              <a:lvl6pPr marL="2514600" indent="-228600" eaLnBrk="0" fontAlgn="base" hangingPunct="0">
                <a:spcBef>
                  <a:spcPct val="20000"/>
                </a:spcBef>
                <a:spcAft>
                  <a:spcPct val="0"/>
                </a:spcAft>
                <a:buFont typeface="Arial" charset="0"/>
                <a:buChar char="»"/>
                <a:defRPr sz="2000">
                  <a:solidFill>
                    <a:schemeClr val="tx1"/>
                  </a:solidFill>
                  <a:latin typeface="Calibri" pitchFamily="34" charset="0"/>
                  <a:ea typeface="宋体" pitchFamily="2" charset="-122"/>
                </a:defRPr>
              </a:lvl6pPr>
              <a:lvl7pPr marL="2971800" indent="-228600" eaLnBrk="0" fontAlgn="base" hangingPunct="0">
                <a:spcBef>
                  <a:spcPct val="20000"/>
                </a:spcBef>
                <a:spcAft>
                  <a:spcPct val="0"/>
                </a:spcAft>
                <a:buFont typeface="Arial" charset="0"/>
                <a:buChar char="»"/>
                <a:defRPr sz="2000">
                  <a:solidFill>
                    <a:schemeClr val="tx1"/>
                  </a:solidFill>
                  <a:latin typeface="Calibri" pitchFamily="34" charset="0"/>
                  <a:ea typeface="宋体" pitchFamily="2" charset="-122"/>
                </a:defRPr>
              </a:lvl7pPr>
              <a:lvl8pPr marL="3429000" indent="-228600" eaLnBrk="0" fontAlgn="base" hangingPunct="0">
                <a:spcBef>
                  <a:spcPct val="20000"/>
                </a:spcBef>
                <a:spcAft>
                  <a:spcPct val="0"/>
                </a:spcAft>
                <a:buFont typeface="Arial" charset="0"/>
                <a:buChar char="»"/>
                <a:defRPr sz="2000">
                  <a:solidFill>
                    <a:schemeClr val="tx1"/>
                  </a:solidFill>
                  <a:latin typeface="Calibri" pitchFamily="34" charset="0"/>
                  <a:ea typeface="宋体" pitchFamily="2" charset="-122"/>
                </a:defRPr>
              </a:lvl8pPr>
              <a:lvl9pPr marL="3886200" indent="-228600" eaLnBrk="0" fontAlgn="base" hangingPunct="0">
                <a:spcBef>
                  <a:spcPct val="20000"/>
                </a:spcBef>
                <a:spcAft>
                  <a:spcPct val="0"/>
                </a:spcAft>
                <a:buFont typeface="Arial" charset="0"/>
                <a:buChar char="»"/>
                <a:defRPr sz="2000">
                  <a:solidFill>
                    <a:schemeClr val="tx1"/>
                  </a:solidFill>
                  <a:latin typeface="Calibri" pitchFamily="34" charset="0"/>
                  <a:ea typeface="宋体" pitchFamily="2" charset="-122"/>
                </a:defRPr>
              </a:lvl9pPr>
            </a:lstStyle>
            <a:p>
              <a:pPr eaLnBrk="1" hangingPunct="1">
                <a:spcBef>
                  <a:spcPct val="0"/>
                </a:spcBef>
                <a:buFontTx/>
                <a:buNone/>
              </a:pPr>
              <a:endParaRPr lang="zh-CN" altLang="en-US" sz="1800">
                <a:solidFill>
                  <a:schemeClr val="tx1"/>
                </a:solidFill>
                <a:ea typeface="宋体" pitchFamily="2" charset="-122"/>
              </a:endParaRPr>
            </a:p>
          </p:txBody>
        </p:sp>
      </p:grpSp>
      <p:grpSp>
        <p:nvGrpSpPr>
          <p:cNvPr id="54279" name="Group 11"/>
          <p:cNvGrpSpPr>
            <a:grpSpLocks/>
          </p:cNvGrpSpPr>
          <p:nvPr/>
        </p:nvGrpSpPr>
        <p:grpSpPr bwMode="auto">
          <a:xfrm>
            <a:off x="4716463" y="2060575"/>
            <a:ext cx="3743325" cy="3444875"/>
            <a:chOff x="3198" y="1616"/>
            <a:chExt cx="1884" cy="1852"/>
          </a:xfrm>
        </p:grpSpPr>
        <p:pic>
          <p:nvPicPr>
            <p:cNvPr id="54284" name="Picture 12"/>
            <p:cNvPicPr>
              <a:picLocks noChangeAspect="1" noChangeArrowheads="1"/>
            </p:cNvPicPr>
            <p:nvPr/>
          </p:nvPicPr>
          <p:blipFill>
            <a:blip r:embed="rId3">
              <a:lum bright="24000" contrast="18000"/>
              <a:extLst>
                <a:ext uri="{28A0092B-C50C-407E-A947-70E740481C1C}">
                  <a14:useLocalDpi xmlns:a14="http://schemas.microsoft.com/office/drawing/2010/main" val="0"/>
                </a:ext>
              </a:extLst>
            </a:blip>
            <a:srcRect/>
            <a:stretch>
              <a:fillRect/>
            </a:stretch>
          </p:blipFill>
          <p:spPr bwMode="auto">
            <a:xfrm>
              <a:off x="3198" y="1616"/>
              <a:ext cx="1885" cy="1853"/>
            </a:xfrm>
            <a:prstGeom prst="rect">
              <a:avLst/>
            </a:prstGeom>
            <a:noFill/>
            <a:ln>
              <a:noFill/>
            </a:ln>
            <a:extLst>
              <a:ext uri="{909E8E84-426E-40DD-AFC4-6F175D3DCCD1}">
                <a14:hiddenFill xmlns:a14="http://schemas.microsoft.com/office/drawing/2010/main">
                  <a:blipFill dpi="0" rotWithShape="0">
                    <a:blip>
                      <a:lum bright="24000" contrast="18000"/>
                    </a:blip>
                    <a:srcRect/>
                    <a:stretch>
                      <a:fillRect/>
                    </a:stretch>
                  </a:blipFill>
                </a14:hiddenFill>
              </a:ext>
              <a:ext uri="{91240B29-F687-4F45-9708-019B960494DF}">
                <a14:hiddenLine xmlns:a14="http://schemas.microsoft.com/office/drawing/2010/main" w="9525">
                  <a:solidFill>
                    <a:srgbClr val="000000"/>
                  </a:solidFill>
                  <a:miter lim="800000"/>
                  <a:headEnd/>
                  <a:tailEnd/>
                </a14:hiddenLine>
              </a:ext>
            </a:extLst>
          </p:spPr>
        </p:pic>
        <p:sp>
          <p:nvSpPr>
            <p:cNvPr id="54285" name="AutoShape 13"/>
            <p:cNvSpPr>
              <a:spLocks noChangeArrowheads="1"/>
            </p:cNvSpPr>
            <p:nvPr/>
          </p:nvSpPr>
          <p:spPr bwMode="auto">
            <a:xfrm>
              <a:off x="3198" y="1616"/>
              <a:ext cx="1885" cy="1853"/>
            </a:xfrm>
            <a:prstGeom prst="roundRect">
              <a:avLst>
                <a:gd name="adj" fmla="val 51"/>
              </a:avLst>
            </a:prstGeom>
            <a:noFill/>
            <a:ln w="50760">
              <a:solidFill>
                <a:srgbClr val="FFFFFF"/>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spcBef>
                  <a:spcPct val="20000"/>
                </a:spcBef>
                <a:buFont typeface="Wingdings" pitchFamily="2" charset="2"/>
                <a:buChar char="Ø"/>
                <a:defRPr sz="3200">
                  <a:solidFill>
                    <a:srgbClr val="4F6228"/>
                  </a:solidFill>
                  <a:latin typeface="Calibri" pitchFamily="34" charset="0"/>
                  <a:ea typeface="楷体_GB2312" pitchFamily="49" charset="-122"/>
                </a:defRPr>
              </a:lvl1pPr>
              <a:lvl2pPr marL="742950" indent="-285750" eaLnBrk="0" hangingPunct="0">
                <a:spcBef>
                  <a:spcPct val="20000"/>
                </a:spcBef>
                <a:buFont typeface="Wingdings" pitchFamily="2" charset="2"/>
                <a:buChar char="ü"/>
                <a:defRPr sz="2800">
                  <a:solidFill>
                    <a:srgbClr val="4F6228"/>
                  </a:solidFill>
                  <a:latin typeface="Calibri" pitchFamily="34" charset="0"/>
                  <a:ea typeface="楷体_GB2312" pitchFamily="49" charset="-122"/>
                </a:defRPr>
              </a:lvl2pPr>
              <a:lvl3pPr marL="1143000" indent="-228600" eaLnBrk="0" hangingPunct="0">
                <a:spcBef>
                  <a:spcPct val="20000"/>
                </a:spcBef>
                <a:buFont typeface="Arial" charset="0"/>
                <a:buChar char="•"/>
                <a:defRPr sz="2400">
                  <a:solidFill>
                    <a:srgbClr val="4F6228"/>
                  </a:solidFill>
                  <a:latin typeface="Calibri" pitchFamily="34" charset="0"/>
                  <a:ea typeface="楷体_GB2312" pitchFamily="49" charset="-122"/>
                </a:defRPr>
              </a:lvl3pPr>
              <a:lvl4pPr marL="1600200" indent="-228600" eaLnBrk="0" hangingPunct="0">
                <a:spcBef>
                  <a:spcPct val="20000"/>
                </a:spcBef>
                <a:buFont typeface="Arial" charset="0"/>
                <a:buChar char="–"/>
                <a:defRPr sz="2000">
                  <a:solidFill>
                    <a:schemeClr val="tx1"/>
                  </a:solidFill>
                  <a:latin typeface="Calibri" pitchFamily="34" charset="0"/>
                  <a:ea typeface="宋体" pitchFamily="2" charset="-122"/>
                </a:defRPr>
              </a:lvl4pPr>
              <a:lvl5pPr marL="2057400" indent="-228600" eaLnBrk="0" hangingPunct="0">
                <a:spcBef>
                  <a:spcPct val="20000"/>
                </a:spcBef>
                <a:buFont typeface="Arial" charset="0"/>
                <a:buChar char="»"/>
                <a:defRPr sz="2000">
                  <a:solidFill>
                    <a:schemeClr val="tx1"/>
                  </a:solidFill>
                  <a:latin typeface="Calibri" pitchFamily="34" charset="0"/>
                  <a:ea typeface="宋体" pitchFamily="2" charset="-122"/>
                </a:defRPr>
              </a:lvl5pPr>
              <a:lvl6pPr marL="2514600" indent="-228600" eaLnBrk="0" fontAlgn="base" hangingPunct="0">
                <a:spcBef>
                  <a:spcPct val="20000"/>
                </a:spcBef>
                <a:spcAft>
                  <a:spcPct val="0"/>
                </a:spcAft>
                <a:buFont typeface="Arial" charset="0"/>
                <a:buChar char="»"/>
                <a:defRPr sz="2000">
                  <a:solidFill>
                    <a:schemeClr val="tx1"/>
                  </a:solidFill>
                  <a:latin typeface="Calibri" pitchFamily="34" charset="0"/>
                  <a:ea typeface="宋体" pitchFamily="2" charset="-122"/>
                </a:defRPr>
              </a:lvl6pPr>
              <a:lvl7pPr marL="2971800" indent="-228600" eaLnBrk="0" fontAlgn="base" hangingPunct="0">
                <a:spcBef>
                  <a:spcPct val="20000"/>
                </a:spcBef>
                <a:spcAft>
                  <a:spcPct val="0"/>
                </a:spcAft>
                <a:buFont typeface="Arial" charset="0"/>
                <a:buChar char="»"/>
                <a:defRPr sz="2000">
                  <a:solidFill>
                    <a:schemeClr val="tx1"/>
                  </a:solidFill>
                  <a:latin typeface="Calibri" pitchFamily="34" charset="0"/>
                  <a:ea typeface="宋体" pitchFamily="2" charset="-122"/>
                </a:defRPr>
              </a:lvl7pPr>
              <a:lvl8pPr marL="3429000" indent="-228600" eaLnBrk="0" fontAlgn="base" hangingPunct="0">
                <a:spcBef>
                  <a:spcPct val="20000"/>
                </a:spcBef>
                <a:spcAft>
                  <a:spcPct val="0"/>
                </a:spcAft>
                <a:buFont typeface="Arial" charset="0"/>
                <a:buChar char="»"/>
                <a:defRPr sz="2000">
                  <a:solidFill>
                    <a:schemeClr val="tx1"/>
                  </a:solidFill>
                  <a:latin typeface="Calibri" pitchFamily="34" charset="0"/>
                  <a:ea typeface="宋体" pitchFamily="2" charset="-122"/>
                </a:defRPr>
              </a:lvl8pPr>
              <a:lvl9pPr marL="3886200" indent="-228600" eaLnBrk="0" fontAlgn="base" hangingPunct="0">
                <a:spcBef>
                  <a:spcPct val="20000"/>
                </a:spcBef>
                <a:spcAft>
                  <a:spcPct val="0"/>
                </a:spcAft>
                <a:buFont typeface="Arial" charset="0"/>
                <a:buChar char="»"/>
                <a:defRPr sz="2000">
                  <a:solidFill>
                    <a:schemeClr val="tx1"/>
                  </a:solidFill>
                  <a:latin typeface="Calibri" pitchFamily="34" charset="0"/>
                  <a:ea typeface="宋体" pitchFamily="2" charset="-122"/>
                </a:defRPr>
              </a:lvl9pPr>
            </a:lstStyle>
            <a:p>
              <a:pPr eaLnBrk="1" hangingPunct="1">
                <a:spcBef>
                  <a:spcPct val="0"/>
                </a:spcBef>
                <a:buFontTx/>
                <a:buNone/>
              </a:pPr>
              <a:endParaRPr lang="zh-CN" altLang="en-US" sz="1800">
                <a:solidFill>
                  <a:schemeClr val="tx1"/>
                </a:solidFill>
                <a:ea typeface="宋体" pitchFamily="2" charset="-122"/>
              </a:endParaRPr>
            </a:p>
          </p:txBody>
        </p:sp>
      </p:grpSp>
      <p:sp>
        <p:nvSpPr>
          <p:cNvPr id="54280" name="AutoShape 15"/>
          <p:cNvSpPr>
            <a:spLocks noChangeArrowheads="1"/>
          </p:cNvSpPr>
          <p:nvPr/>
        </p:nvSpPr>
        <p:spPr bwMode="auto">
          <a:xfrm>
            <a:off x="4572000" y="5578475"/>
            <a:ext cx="3743325" cy="792163"/>
          </a:xfrm>
          <a:prstGeom prst="roundRect">
            <a:avLst>
              <a:gd name="adj" fmla="val 199"/>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spcBef>
                <a:spcPct val="20000"/>
              </a:spcBef>
              <a:buFont typeface="Wingdings" pitchFamily="2" charset="2"/>
              <a:buChar char="Ø"/>
              <a:defRPr sz="3200">
                <a:solidFill>
                  <a:srgbClr val="4F6228"/>
                </a:solidFill>
                <a:latin typeface="Calibri" pitchFamily="34" charset="0"/>
                <a:ea typeface="楷体_GB2312" pitchFamily="49" charset="-122"/>
              </a:defRPr>
            </a:lvl1pPr>
            <a:lvl2pPr marL="742950" indent="-285750" eaLnBrk="0" hangingPunct="0">
              <a:spcBef>
                <a:spcPct val="20000"/>
              </a:spcBef>
              <a:buFont typeface="Wingdings" pitchFamily="2" charset="2"/>
              <a:buChar char="ü"/>
              <a:defRPr sz="2800">
                <a:solidFill>
                  <a:srgbClr val="4F6228"/>
                </a:solidFill>
                <a:latin typeface="Calibri" pitchFamily="34" charset="0"/>
                <a:ea typeface="楷体_GB2312" pitchFamily="49" charset="-122"/>
              </a:defRPr>
            </a:lvl2pPr>
            <a:lvl3pPr marL="1143000" indent="-228600" eaLnBrk="0" hangingPunct="0">
              <a:spcBef>
                <a:spcPct val="20000"/>
              </a:spcBef>
              <a:buFont typeface="Arial" charset="0"/>
              <a:buChar char="•"/>
              <a:defRPr sz="2400">
                <a:solidFill>
                  <a:srgbClr val="4F6228"/>
                </a:solidFill>
                <a:latin typeface="Calibri" pitchFamily="34" charset="0"/>
                <a:ea typeface="楷体_GB2312" pitchFamily="49" charset="-122"/>
              </a:defRPr>
            </a:lvl3pPr>
            <a:lvl4pPr marL="1600200" indent="-228600" eaLnBrk="0" hangingPunct="0">
              <a:spcBef>
                <a:spcPct val="20000"/>
              </a:spcBef>
              <a:buFont typeface="Arial" charset="0"/>
              <a:buChar char="–"/>
              <a:defRPr sz="2000">
                <a:solidFill>
                  <a:schemeClr val="tx1"/>
                </a:solidFill>
                <a:latin typeface="Calibri" pitchFamily="34" charset="0"/>
                <a:ea typeface="宋体" pitchFamily="2" charset="-122"/>
              </a:defRPr>
            </a:lvl4pPr>
            <a:lvl5pPr marL="2057400" indent="-228600" eaLnBrk="0" hangingPunct="0">
              <a:spcBef>
                <a:spcPct val="20000"/>
              </a:spcBef>
              <a:buFont typeface="Arial" charset="0"/>
              <a:buChar char="»"/>
              <a:defRPr sz="2000">
                <a:solidFill>
                  <a:schemeClr val="tx1"/>
                </a:solidFill>
                <a:latin typeface="Calibri" pitchFamily="34" charset="0"/>
                <a:ea typeface="宋体" pitchFamily="2" charset="-122"/>
              </a:defRPr>
            </a:lvl5pPr>
            <a:lvl6pPr marL="2514600" indent="-228600" eaLnBrk="0" fontAlgn="base" hangingPunct="0">
              <a:spcBef>
                <a:spcPct val="20000"/>
              </a:spcBef>
              <a:spcAft>
                <a:spcPct val="0"/>
              </a:spcAft>
              <a:buFont typeface="Arial" charset="0"/>
              <a:buChar char="»"/>
              <a:defRPr sz="2000">
                <a:solidFill>
                  <a:schemeClr val="tx1"/>
                </a:solidFill>
                <a:latin typeface="Calibri" pitchFamily="34" charset="0"/>
                <a:ea typeface="宋体" pitchFamily="2" charset="-122"/>
              </a:defRPr>
            </a:lvl6pPr>
            <a:lvl7pPr marL="2971800" indent="-228600" eaLnBrk="0" fontAlgn="base" hangingPunct="0">
              <a:spcBef>
                <a:spcPct val="20000"/>
              </a:spcBef>
              <a:spcAft>
                <a:spcPct val="0"/>
              </a:spcAft>
              <a:buFont typeface="Arial" charset="0"/>
              <a:buChar char="»"/>
              <a:defRPr sz="2000">
                <a:solidFill>
                  <a:schemeClr val="tx1"/>
                </a:solidFill>
                <a:latin typeface="Calibri" pitchFamily="34" charset="0"/>
                <a:ea typeface="宋体" pitchFamily="2" charset="-122"/>
              </a:defRPr>
            </a:lvl7pPr>
            <a:lvl8pPr marL="3429000" indent="-228600" eaLnBrk="0" fontAlgn="base" hangingPunct="0">
              <a:spcBef>
                <a:spcPct val="20000"/>
              </a:spcBef>
              <a:spcAft>
                <a:spcPct val="0"/>
              </a:spcAft>
              <a:buFont typeface="Arial" charset="0"/>
              <a:buChar char="»"/>
              <a:defRPr sz="2000">
                <a:solidFill>
                  <a:schemeClr val="tx1"/>
                </a:solidFill>
                <a:latin typeface="Calibri" pitchFamily="34" charset="0"/>
                <a:ea typeface="宋体" pitchFamily="2" charset="-122"/>
              </a:defRPr>
            </a:lvl8pPr>
            <a:lvl9pPr marL="3886200" indent="-228600" eaLnBrk="0" fontAlgn="base" hangingPunct="0">
              <a:spcBef>
                <a:spcPct val="20000"/>
              </a:spcBef>
              <a:spcAft>
                <a:spcPct val="0"/>
              </a:spcAft>
              <a:buFont typeface="Arial" charset="0"/>
              <a:buChar char="»"/>
              <a:defRPr sz="2000">
                <a:solidFill>
                  <a:schemeClr val="tx1"/>
                </a:solidFill>
                <a:latin typeface="Calibri" pitchFamily="34" charset="0"/>
                <a:ea typeface="宋体" pitchFamily="2" charset="-122"/>
              </a:defRPr>
            </a:lvl9pPr>
          </a:lstStyle>
          <a:p>
            <a:pPr eaLnBrk="1" hangingPunct="1">
              <a:spcBef>
                <a:spcPct val="0"/>
              </a:spcBef>
              <a:buFontTx/>
              <a:buNone/>
            </a:pPr>
            <a:endParaRPr lang="zh-CN" altLang="en-US" sz="1800">
              <a:solidFill>
                <a:schemeClr val="tx1"/>
              </a:solidFill>
              <a:ea typeface="宋体" pitchFamily="2" charset="-122"/>
            </a:endParaRPr>
          </a:p>
        </p:txBody>
      </p:sp>
      <p:sp>
        <p:nvSpPr>
          <p:cNvPr id="52" name="Text Box 7"/>
          <p:cNvSpPr txBox="1">
            <a:spLocks noChangeArrowheads="1"/>
          </p:cNvSpPr>
          <p:nvPr/>
        </p:nvSpPr>
        <p:spPr bwMode="auto">
          <a:xfrm>
            <a:off x="485775" y="5791200"/>
            <a:ext cx="3743325" cy="523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160" tIns="46080" rIns="92160" bIns="46080">
            <a:spAutoFit/>
          </a:bodyPr>
          <a:lstStyle>
            <a:lvl1pPr marL="341313" indent="-341313">
              <a:spcBef>
                <a:spcPct val="0"/>
              </a:spcBef>
              <a:tabLst>
                <a:tab pos="911225" algn="l"/>
                <a:tab pos="1825625" algn="l"/>
                <a:tab pos="2740025" algn="l"/>
                <a:tab pos="3654425" algn="l"/>
                <a:tab pos="4568825" algn="l"/>
                <a:tab pos="5483225" algn="l"/>
                <a:tab pos="6397625" algn="l"/>
                <a:tab pos="7312025" algn="l"/>
                <a:tab pos="8226425" algn="l"/>
                <a:tab pos="9140825" algn="l"/>
                <a:tab pos="10055225" algn="l"/>
              </a:tabLst>
              <a:defRPr>
                <a:solidFill>
                  <a:schemeClr val="tx1"/>
                </a:solidFill>
                <a:latin typeface="Arial" charset="0"/>
                <a:ea typeface="宋体" pitchFamily="2" charset="-122"/>
              </a:defRPr>
            </a:lvl1pPr>
            <a:lvl2pPr>
              <a:spcBef>
                <a:spcPct val="0"/>
              </a:spcBef>
              <a:tabLst>
                <a:tab pos="911225" algn="l"/>
                <a:tab pos="1825625" algn="l"/>
                <a:tab pos="2740025" algn="l"/>
                <a:tab pos="3654425" algn="l"/>
                <a:tab pos="4568825" algn="l"/>
                <a:tab pos="5483225" algn="l"/>
                <a:tab pos="6397625" algn="l"/>
                <a:tab pos="7312025" algn="l"/>
                <a:tab pos="8226425" algn="l"/>
                <a:tab pos="9140825" algn="l"/>
                <a:tab pos="10055225" algn="l"/>
              </a:tabLst>
              <a:defRPr>
                <a:solidFill>
                  <a:schemeClr val="tx1"/>
                </a:solidFill>
                <a:latin typeface="Arial" charset="0"/>
                <a:ea typeface="宋体" pitchFamily="2" charset="-122"/>
              </a:defRPr>
            </a:lvl2pPr>
            <a:lvl3pPr>
              <a:spcBef>
                <a:spcPct val="0"/>
              </a:spcBef>
              <a:tabLst>
                <a:tab pos="911225" algn="l"/>
                <a:tab pos="1825625" algn="l"/>
                <a:tab pos="2740025" algn="l"/>
                <a:tab pos="3654425" algn="l"/>
                <a:tab pos="4568825" algn="l"/>
                <a:tab pos="5483225" algn="l"/>
                <a:tab pos="6397625" algn="l"/>
                <a:tab pos="7312025" algn="l"/>
                <a:tab pos="8226425" algn="l"/>
                <a:tab pos="9140825" algn="l"/>
                <a:tab pos="10055225" algn="l"/>
              </a:tabLst>
              <a:defRPr>
                <a:solidFill>
                  <a:schemeClr val="tx1"/>
                </a:solidFill>
                <a:latin typeface="Arial" charset="0"/>
                <a:ea typeface="宋体" pitchFamily="2" charset="-122"/>
              </a:defRPr>
            </a:lvl3pPr>
            <a:lvl4pPr>
              <a:spcBef>
                <a:spcPct val="0"/>
              </a:spcBef>
              <a:tabLst>
                <a:tab pos="911225" algn="l"/>
                <a:tab pos="1825625" algn="l"/>
                <a:tab pos="2740025" algn="l"/>
                <a:tab pos="3654425" algn="l"/>
                <a:tab pos="4568825" algn="l"/>
                <a:tab pos="5483225" algn="l"/>
                <a:tab pos="6397625" algn="l"/>
                <a:tab pos="7312025" algn="l"/>
                <a:tab pos="8226425" algn="l"/>
                <a:tab pos="9140825" algn="l"/>
                <a:tab pos="10055225" algn="l"/>
              </a:tabLst>
              <a:defRPr>
                <a:solidFill>
                  <a:schemeClr val="tx1"/>
                </a:solidFill>
                <a:latin typeface="Arial" charset="0"/>
                <a:ea typeface="宋体" pitchFamily="2" charset="-122"/>
              </a:defRPr>
            </a:lvl4pPr>
            <a:lvl5pPr>
              <a:spcBef>
                <a:spcPct val="0"/>
              </a:spcBef>
              <a:tabLst>
                <a:tab pos="911225" algn="l"/>
                <a:tab pos="1825625" algn="l"/>
                <a:tab pos="2740025" algn="l"/>
                <a:tab pos="3654425" algn="l"/>
                <a:tab pos="4568825" algn="l"/>
                <a:tab pos="5483225" algn="l"/>
                <a:tab pos="6397625" algn="l"/>
                <a:tab pos="7312025" algn="l"/>
                <a:tab pos="8226425" algn="l"/>
                <a:tab pos="9140825" algn="l"/>
                <a:tab pos="10055225" algn="l"/>
              </a:tabLst>
              <a:defRPr>
                <a:solidFill>
                  <a:schemeClr val="tx1"/>
                </a:solidFill>
                <a:latin typeface="Arial" charset="0"/>
                <a:ea typeface="宋体" pitchFamily="2" charset="-122"/>
              </a:defRPr>
            </a:lvl5pPr>
            <a:lvl6pPr fontAlgn="base">
              <a:spcBef>
                <a:spcPct val="0"/>
              </a:spcBef>
              <a:spcAft>
                <a:spcPct val="0"/>
              </a:spcAft>
              <a:tabLst>
                <a:tab pos="911225" algn="l"/>
                <a:tab pos="1825625" algn="l"/>
                <a:tab pos="2740025" algn="l"/>
                <a:tab pos="3654425" algn="l"/>
                <a:tab pos="4568825" algn="l"/>
                <a:tab pos="5483225" algn="l"/>
                <a:tab pos="6397625" algn="l"/>
                <a:tab pos="7312025" algn="l"/>
                <a:tab pos="8226425" algn="l"/>
                <a:tab pos="9140825" algn="l"/>
                <a:tab pos="10055225" algn="l"/>
              </a:tabLst>
              <a:defRPr>
                <a:solidFill>
                  <a:schemeClr val="tx1"/>
                </a:solidFill>
                <a:latin typeface="Arial" charset="0"/>
                <a:ea typeface="宋体" pitchFamily="2" charset="-122"/>
              </a:defRPr>
            </a:lvl6pPr>
            <a:lvl7pPr fontAlgn="base">
              <a:spcBef>
                <a:spcPct val="0"/>
              </a:spcBef>
              <a:spcAft>
                <a:spcPct val="0"/>
              </a:spcAft>
              <a:tabLst>
                <a:tab pos="911225" algn="l"/>
                <a:tab pos="1825625" algn="l"/>
                <a:tab pos="2740025" algn="l"/>
                <a:tab pos="3654425" algn="l"/>
                <a:tab pos="4568825" algn="l"/>
                <a:tab pos="5483225" algn="l"/>
                <a:tab pos="6397625" algn="l"/>
                <a:tab pos="7312025" algn="l"/>
                <a:tab pos="8226425" algn="l"/>
                <a:tab pos="9140825" algn="l"/>
                <a:tab pos="10055225" algn="l"/>
              </a:tabLst>
              <a:defRPr>
                <a:solidFill>
                  <a:schemeClr val="tx1"/>
                </a:solidFill>
                <a:latin typeface="Arial" charset="0"/>
                <a:ea typeface="宋体" pitchFamily="2" charset="-122"/>
              </a:defRPr>
            </a:lvl7pPr>
            <a:lvl8pPr fontAlgn="base">
              <a:spcBef>
                <a:spcPct val="0"/>
              </a:spcBef>
              <a:spcAft>
                <a:spcPct val="0"/>
              </a:spcAft>
              <a:tabLst>
                <a:tab pos="911225" algn="l"/>
                <a:tab pos="1825625" algn="l"/>
                <a:tab pos="2740025" algn="l"/>
                <a:tab pos="3654425" algn="l"/>
                <a:tab pos="4568825" algn="l"/>
                <a:tab pos="5483225" algn="l"/>
                <a:tab pos="6397625" algn="l"/>
                <a:tab pos="7312025" algn="l"/>
                <a:tab pos="8226425" algn="l"/>
                <a:tab pos="9140825" algn="l"/>
                <a:tab pos="10055225" algn="l"/>
              </a:tabLst>
              <a:defRPr>
                <a:solidFill>
                  <a:schemeClr val="tx1"/>
                </a:solidFill>
                <a:latin typeface="Arial" charset="0"/>
                <a:ea typeface="宋体" pitchFamily="2" charset="-122"/>
              </a:defRPr>
            </a:lvl8pPr>
            <a:lvl9pPr fontAlgn="base">
              <a:spcBef>
                <a:spcPct val="0"/>
              </a:spcBef>
              <a:spcAft>
                <a:spcPct val="0"/>
              </a:spcAft>
              <a:tabLst>
                <a:tab pos="911225" algn="l"/>
                <a:tab pos="1825625" algn="l"/>
                <a:tab pos="2740025" algn="l"/>
                <a:tab pos="3654425" algn="l"/>
                <a:tab pos="4568825" algn="l"/>
                <a:tab pos="5483225" algn="l"/>
                <a:tab pos="6397625" algn="l"/>
                <a:tab pos="7312025" algn="l"/>
                <a:tab pos="8226425" algn="l"/>
                <a:tab pos="9140825" algn="l"/>
                <a:tab pos="10055225" algn="l"/>
              </a:tabLst>
              <a:defRPr>
                <a:solidFill>
                  <a:schemeClr val="tx1"/>
                </a:solidFill>
                <a:latin typeface="Arial" charset="0"/>
                <a:ea typeface="宋体" pitchFamily="2" charset="-122"/>
              </a:defRPr>
            </a:lvl9pPr>
          </a:lstStyle>
          <a:p>
            <a:pPr marL="0" indent="0">
              <a:spcBef>
                <a:spcPts val="588"/>
              </a:spcBef>
              <a:buClr>
                <a:srgbClr val="86D1EC"/>
              </a:buClr>
              <a:buSzPct val="45000"/>
              <a:defRPr/>
            </a:pPr>
            <a:r>
              <a:rPr lang="zh-CN" altLang="en-US" sz="2800" dirty="0" smtClean="0">
                <a:effectLst>
                  <a:outerShdw blurRad="38100" dist="38100" dir="2700000" algn="tl">
                    <a:srgbClr val="C0C0C0"/>
                  </a:outerShdw>
                </a:effectLst>
                <a:latin typeface="楷体_GB2312" pitchFamily="49" charset="-122"/>
                <a:ea typeface="楷体_GB2312" pitchFamily="49" charset="-122"/>
              </a:rPr>
              <a:t>用</a:t>
            </a:r>
            <a:r>
              <a:rPr lang="en-GB" altLang="zh-CN" sz="2800" dirty="0" err="1" smtClean="0">
                <a:effectLst>
                  <a:outerShdw blurRad="38100" dist="38100" dir="2700000" algn="tl">
                    <a:srgbClr val="C0C0C0"/>
                  </a:outerShdw>
                </a:effectLst>
                <a:latin typeface="楷体_GB2312" pitchFamily="49" charset="-122"/>
                <a:ea typeface="楷体_GB2312" pitchFamily="49" charset="-122"/>
              </a:rPr>
              <a:t>屏蔽</a:t>
            </a:r>
            <a:r>
              <a:rPr lang="zh-CN" altLang="en-US" sz="2800" dirty="0" smtClean="0">
                <a:effectLst>
                  <a:outerShdw blurRad="38100" dist="38100" dir="2700000" algn="tl">
                    <a:srgbClr val="C0C0C0"/>
                  </a:outerShdw>
                </a:effectLst>
                <a:latin typeface="楷体_GB2312" pitchFamily="49" charset="-122"/>
                <a:ea typeface="楷体_GB2312" pitchFamily="49" charset="-122"/>
              </a:rPr>
              <a:t>层</a:t>
            </a:r>
            <a:r>
              <a:rPr lang="en-GB" altLang="zh-CN" sz="2800" dirty="0" err="1" smtClean="0">
                <a:effectLst>
                  <a:outerShdw blurRad="38100" dist="38100" dir="2700000" algn="tl">
                    <a:srgbClr val="C0C0C0"/>
                  </a:outerShdw>
                </a:effectLst>
                <a:latin typeface="楷体_GB2312" pitchFamily="49" charset="-122"/>
                <a:ea typeface="楷体_GB2312" pitchFamily="49" charset="-122"/>
              </a:rPr>
              <a:t>以减少干扰</a:t>
            </a:r>
            <a:endParaRPr lang="en-GB" altLang="zh-CN" sz="2800" dirty="0" smtClean="0">
              <a:effectLst>
                <a:outerShdw blurRad="38100" dist="38100" dir="2700000" algn="tl">
                  <a:srgbClr val="C0C0C0"/>
                </a:outerShdw>
              </a:effectLst>
              <a:latin typeface="楷体_GB2312" pitchFamily="49" charset="-122"/>
              <a:ea typeface="楷体_GB2312" pitchFamily="49" charset="-122"/>
            </a:endParaRPr>
          </a:p>
        </p:txBody>
      </p:sp>
      <p:sp>
        <p:nvSpPr>
          <p:cNvPr id="53" name="Text Box 16"/>
          <p:cNvSpPr txBox="1">
            <a:spLocks noChangeArrowheads="1"/>
          </p:cNvSpPr>
          <p:nvPr/>
        </p:nvSpPr>
        <p:spPr bwMode="auto">
          <a:xfrm>
            <a:off x="4716463" y="5703888"/>
            <a:ext cx="3743325" cy="523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160" tIns="46080" rIns="92160" bIns="46080">
            <a:spAutoFit/>
          </a:bodyPr>
          <a:lstStyle>
            <a:lvl1pPr marL="341313" indent="-341313">
              <a:spcBef>
                <a:spcPct val="0"/>
              </a:spcBef>
              <a:tabLst>
                <a:tab pos="911225" algn="l"/>
                <a:tab pos="1825625" algn="l"/>
                <a:tab pos="2740025" algn="l"/>
                <a:tab pos="3654425" algn="l"/>
                <a:tab pos="4568825" algn="l"/>
                <a:tab pos="5483225" algn="l"/>
                <a:tab pos="6397625" algn="l"/>
                <a:tab pos="7312025" algn="l"/>
                <a:tab pos="8226425" algn="l"/>
                <a:tab pos="9140825" algn="l"/>
                <a:tab pos="10055225" algn="l"/>
              </a:tabLst>
              <a:defRPr>
                <a:solidFill>
                  <a:schemeClr val="tx1"/>
                </a:solidFill>
                <a:latin typeface="Arial" charset="0"/>
                <a:ea typeface="宋体" pitchFamily="2" charset="-122"/>
              </a:defRPr>
            </a:lvl1pPr>
            <a:lvl2pPr>
              <a:spcBef>
                <a:spcPct val="0"/>
              </a:spcBef>
              <a:tabLst>
                <a:tab pos="911225" algn="l"/>
                <a:tab pos="1825625" algn="l"/>
                <a:tab pos="2740025" algn="l"/>
                <a:tab pos="3654425" algn="l"/>
                <a:tab pos="4568825" algn="l"/>
                <a:tab pos="5483225" algn="l"/>
                <a:tab pos="6397625" algn="l"/>
                <a:tab pos="7312025" algn="l"/>
                <a:tab pos="8226425" algn="l"/>
                <a:tab pos="9140825" algn="l"/>
                <a:tab pos="10055225" algn="l"/>
              </a:tabLst>
              <a:defRPr>
                <a:solidFill>
                  <a:schemeClr val="tx1"/>
                </a:solidFill>
                <a:latin typeface="Arial" charset="0"/>
                <a:ea typeface="宋体" pitchFamily="2" charset="-122"/>
              </a:defRPr>
            </a:lvl2pPr>
            <a:lvl3pPr>
              <a:spcBef>
                <a:spcPct val="0"/>
              </a:spcBef>
              <a:tabLst>
                <a:tab pos="911225" algn="l"/>
                <a:tab pos="1825625" algn="l"/>
                <a:tab pos="2740025" algn="l"/>
                <a:tab pos="3654425" algn="l"/>
                <a:tab pos="4568825" algn="l"/>
                <a:tab pos="5483225" algn="l"/>
                <a:tab pos="6397625" algn="l"/>
                <a:tab pos="7312025" algn="l"/>
                <a:tab pos="8226425" algn="l"/>
                <a:tab pos="9140825" algn="l"/>
                <a:tab pos="10055225" algn="l"/>
              </a:tabLst>
              <a:defRPr>
                <a:solidFill>
                  <a:schemeClr val="tx1"/>
                </a:solidFill>
                <a:latin typeface="Arial" charset="0"/>
                <a:ea typeface="宋体" pitchFamily="2" charset="-122"/>
              </a:defRPr>
            </a:lvl3pPr>
            <a:lvl4pPr>
              <a:spcBef>
                <a:spcPct val="0"/>
              </a:spcBef>
              <a:tabLst>
                <a:tab pos="911225" algn="l"/>
                <a:tab pos="1825625" algn="l"/>
                <a:tab pos="2740025" algn="l"/>
                <a:tab pos="3654425" algn="l"/>
                <a:tab pos="4568825" algn="l"/>
                <a:tab pos="5483225" algn="l"/>
                <a:tab pos="6397625" algn="l"/>
                <a:tab pos="7312025" algn="l"/>
                <a:tab pos="8226425" algn="l"/>
                <a:tab pos="9140825" algn="l"/>
                <a:tab pos="10055225" algn="l"/>
              </a:tabLst>
              <a:defRPr>
                <a:solidFill>
                  <a:schemeClr val="tx1"/>
                </a:solidFill>
                <a:latin typeface="Arial" charset="0"/>
                <a:ea typeface="宋体" pitchFamily="2" charset="-122"/>
              </a:defRPr>
            </a:lvl4pPr>
            <a:lvl5pPr>
              <a:spcBef>
                <a:spcPct val="0"/>
              </a:spcBef>
              <a:tabLst>
                <a:tab pos="911225" algn="l"/>
                <a:tab pos="1825625" algn="l"/>
                <a:tab pos="2740025" algn="l"/>
                <a:tab pos="3654425" algn="l"/>
                <a:tab pos="4568825" algn="l"/>
                <a:tab pos="5483225" algn="l"/>
                <a:tab pos="6397625" algn="l"/>
                <a:tab pos="7312025" algn="l"/>
                <a:tab pos="8226425" algn="l"/>
                <a:tab pos="9140825" algn="l"/>
                <a:tab pos="10055225" algn="l"/>
              </a:tabLst>
              <a:defRPr>
                <a:solidFill>
                  <a:schemeClr val="tx1"/>
                </a:solidFill>
                <a:latin typeface="Arial" charset="0"/>
                <a:ea typeface="宋体" pitchFamily="2" charset="-122"/>
              </a:defRPr>
            </a:lvl5pPr>
            <a:lvl6pPr fontAlgn="base">
              <a:spcBef>
                <a:spcPct val="0"/>
              </a:spcBef>
              <a:spcAft>
                <a:spcPct val="0"/>
              </a:spcAft>
              <a:tabLst>
                <a:tab pos="911225" algn="l"/>
                <a:tab pos="1825625" algn="l"/>
                <a:tab pos="2740025" algn="l"/>
                <a:tab pos="3654425" algn="l"/>
                <a:tab pos="4568825" algn="l"/>
                <a:tab pos="5483225" algn="l"/>
                <a:tab pos="6397625" algn="l"/>
                <a:tab pos="7312025" algn="l"/>
                <a:tab pos="8226425" algn="l"/>
                <a:tab pos="9140825" algn="l"/>
                <a:tab pos="10055225" algn="l"/>
              </a:tabLst>
              <a:defRPr>
                <a:solidFill>
                  <a:schemeClr val="tx1"/>
                </a:solidFill>
                <a:latin typeface="Arial" charset="0"/>
                <a:ea typeface="宋体" pitchFamily="2" charset="-122"/>
              </a:defRPr>
            </a:lvl6pPr>
            <a:lvl7pPr fontAlgn="base">
              <a:spcBef>
                <a:spcPct val="0"/>
              </a:spcBef>
              <a:spcAft>
                <a:spcPct val="0"/>
              </a:spcAft>
              <a:tabLst>
                <a:tab pos="911225" algn="l"/>
                <a:tab pos="1825625" algn="l"/>
                <a:tab pos="2740025" algn="l"/>
                <a:tab pos="3654425" algn="l"/>
                <a:tab pos="4568825" algn="l"/>
                <a:tab pos="5483225" algn="l"/>
                <a:tab pos="6397625" algn="l"/>
                <a:tab pos="7312025" algn="l"/>
                <a:tab pos="8226425" algn="l"/>
                <a:tab pos="9140825" algn="l"/>
                <a:tab pos="10055225" algn="l"/>
              </a:tabLst>
              <a:defRPr>
                <a:solidFill>
                  <a:schemeClr val="tx1"/>
                </a:solidFill>
                <a:latin typeface="Arial" charset="0"/>
                <a:ea typeface="宋体" pitchFamily="2" charset="-122"/>
              </a:defRPr>
            </a:lvl7pPr>
            <a:lvl8pPr fontAlgn="base">
              <a:spcBef>
                <a:spcPct val="0"/>
              </a:spcBef>
              <a:spcAft>
                <a:spcPct val="0"/>
              </a:spcAft>
              <a:tabLst>
                <a:tab pos="911225" algn="l"/>
                <a:tab pos="1825625" algn="l"/>
                <a:tab pos="2740025" algn="l"/>
                <a:tab pos="3654425" algn="l"/>
                <a:tab pos="4568825" algn="l"/>
                <a:tab pos="5483225" algn="l"/>
                <a:tab pos="6397625" algn="l"/>
                <a:tab pos="7312025" algn="l"/>
                <a:tab pos="8226425" algn="l"/>
                <a:tab pos="9140825" algn="l"/>
                <a:tab pos="10055225" algn="l"/>
              </a:tabLst>
              <a:defRPr>
                <a:solidFill>
                  <a:schemeClr val="tx1"/>
                </a:solidFill>
                <a:latin typeface="Arial" charset="0"/>
                <a:ea typeface="宋体" pitchFamily="2" charset="-122"/>
              </a:defRPr>
            </a:lvl8pPr>
            <a:lvl9pPr fontAlgn="base">
              <a:spcBef>
                <a:spcPct val="0"/>
              </a:spcBef>
              <a:spcAft>
                <a:spcPct val="0"/>
              </a:spcAft>
              <a:tabLst>
                <a:tab pos="911225" algn="l"/>
                <a:tab pos="1825625" algn="l"/>
                <a:tab pos="2740025" algn="l"/>
                <a:tab pos="3654425" algn="l"/>
                <a:tab pos="4568825" algn="l"/>
                <a:tab pos="5483225" algn="l"/>
                <a:tab pos="6397625" algn="l"/>
                <a:tab pos="7312025" algn="l"/>
                <a:tab pos="8226425" algn="l"/>
                <a:tab pos="9140825" algn="l"/>
                <a:tab pos="10055225" algn="l"/>
              </a:tabLst>
              <a:defRPr>
                <a:solidFill>
                  <a:schemeClr val="tx1"/>
                </a:solidFill>
                <a:latin typeface="Arial" charset="0"/>
                <a:ea typeface="宋体" pitchFamily="2" charset="-122"/>
              </a:defRPr>
            </a:lvl9pPr>
          </a:lstStyle>
          <a:p>
            <a:pPr marL="0" indent="0">
              <a:spcBef>
                <a:spcPts val="588"/>
              </a:spcBef>
              <a:buClr>
                <a:srgbClr val="86D1EC"/>
              </a:buClr>
              <a:buSzPct val="45000"/>
              <a:defRPr/>
            </a:pPr>
            <a:r>
              <a:rPr lang="en-GB" altLang="zh-CN" sz="2800" dirty="0" err="1" smtClean="0">
                <a:effectLst>
                  <a:outerShdw blurRad="38100" dist="38100" dir="2700000" algn="tl">
                    <a:srgbClr val="C0C0C0"/>
                  </a:outerShdw>
                </a:effectLst>
                <a:latin typeface="楷体_GB2312" pitchFamily="49" charset="-122"/>
                <a:ea typeface="楷体_GB2312" pitchFamily="49" charset="-122"/>
              </a:rPr>
              <a:t>双绞线外无任何屏蔽层</a:t>
            </a:r>
            <a:endParaRPr lang="en-GB" altLang="zh-CN" sz="2800" dirty="0" smtClean="0">
              <a:effectLst>
                <a:outerShdw blurRad="38100" dist="38100" dir="2700000" algn="tl">
                  <a:srgbClr val="C0C0C0"/>
                </a:outerShdw>
              </a:effectLst>
              <a:latin typeface="楷体_GB2312" pitchFamily="49" charset="-122"/>
              <a:ea typeface="楷体_GB2312" pitchFamily="49" charset="-122"/>
            </a:endParaRPr>
          </a:p>
        </p:txBody>
      </p:sp>
      <p:sp>
        <p:nvSpPr>
          <p:cNvPr id="54283" name="Text Box 4"/>
          <p:cNvSpPr txBox="1">
            <a:spLocks noChangeArrowheads="1"/>
          </p:cNvSpPr>
          <p:nvPr/>
        </p:nvSpPr>
        <p:spPr bwMode="auto">
          <a:xfrm>
            <a:off x="468313" y="1336675"/>
            <a:ext cx="8064500" cy="5857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160" tIns="46080" rIns="92160" bIns="46080" anchor="ctr">
            <a:spAutoFit/>
          </a:bodyPr>
          <a:lstStyle>
            <a:lvl1pPr eaLnBrk="0" hangingPunct="0">
              <a:spcBef>
                <a:spcPct val="20000"/>
              </a:spcBef>
              <a:buFont typeface="Wingdings" pitchFamily="2" charset="2"/>
              <a:buChar char="Ø"/>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4F6228"/>
                </a:solidFill>
                <a:latin typeface="Calibri" pitchFamily="34" charset="0"/>
                <a:ea typeface="楷体_GB2312" pitchFamily="49" charset="-122"/>
              </a:defRPr>
            </a:lvl1pPr>
            <a:lvl2pPr marL="742950" indent="-285750" eaLnBrk="0" hangingPunct="0">
              <a:spcBef>
                <a:spcPct val="20000"/>
              </a:spcBef>
              <a:buFont typeface="Wingdings" pitchFamily="2" charset="2"/>
              <a:buChar char="ü"/>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4F6228"/>
                </a:solidFill>
                <a:latin typeface="Calibri" pitchFamily="34" charset="0"/>
                <a:ea typeface="楷体_GB2312" pitchFamily="49" charset="-122"/>
              </a:defRPr>
            </a:lvl2pPr>
            <a:lvl3pPr marL="1143000" indent="-228600" eaLnBrk="0" hangingPunct="0">
              <a:spcBef>
                <a:spcPct val="20000"/>
              </a:spcBef>
              <a:buFont typeface="Arial" charset="0"/>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4F6228"/>
                </a:solidFill>
                <a:latin typeface="Calibri" pitchFamily="34" charset="0"/>
                <a:ea typeface="楷体_GB2312" pitchFamily="49" charset="-122"/>
              </a:defRPr>
            </a:lvl3pPr>
            <a:lvl4pPr marL="1600200" indent="-228600" eaLnBrk="0" hangingPunct="0">
              <a:spcBef>
                <a:spcPct val="20000"/>
              </a:spcBef>
              <a:buFont typeface="Arial" charset="0"/>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chemeClr val="tx1"/>
                </a:solidFill>
                <a:latin typeface="Calibri" pitchFamily="34" charset="0"/>
                <a:ea typeface="宋体" pitchFamily="2" charset="-122"/>
              </a:defRPr>
            </a:lvl4pPr>
            <a:lvl5pPr marL="2057400" indent="-228600" eaLnBrk="0" hangingPunct="0">
              <a:spcBef>
                <a:spcPct val="20000"/>
              </a:spcBef>
              <a:buFont typeface="Arial" charset="0"/>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chemeClr val="tx1"/>
                </a:solidFill>
                <a:latin typeface="Calibri" pitchFamily="34" charset="0"/>
                <a:ea typeface="宋体" pitchFamily="2" charset="-122"/>
              </a:defRPr>
            </a:lvl5pPr>
            <a:lvl6pPr marL="2514600" indent="-228600" eaLnBrk="0" fontAlgn="base" hangingPunct="0">
              <a:spcBef>
                <a:spcPct val="20000"/>
              </a:spcBef>
              <a:spcAft>
                <a:spcPct val="0"/>
              </a:spcAft>
              <a:buFont typeface="Arial" charset="0"/>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chemeClr val="tx1"/>
                </a:solidFill>
                <a:latin typeface="Calibri" pitchFamily="34" charset="0"/>
                <a:ea typeface="宋体" pitchFamily="2" charset="-122"/>
              </a:defRPr>
            </a:lvl6pPr>
            <a:lvl7pPr marL="2971800" indent="-228600" eaLnBrk="0" fontAlgn="base" hangingPunct="0">
              <a:spcBef>
                <a:spcPct val="20000"/>
              </a:spcBef>
              <a:spcAft>
                <a:spcPct val="0"/>
              </a:spcAft>
              <a:buFont typeface="Arial" charset="0"/>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chemeClr val="tx1"/>
                </a:solidFill>
                <a:latin typeface="Calibri" pitchFamily="34" charset="0"/>
                <a:ea typeface="宋体" pitchFamily="2" charset="-122"/>
              </a:defRPr>
            </a:lvl7pPr>
            <a:lvl8pPr marL="3429000" indent="-228600" eaLnBrk="0" fontAlgn="base" hangingPunct="0">
              <a:spcBef>
                <a:spcPct val="20000"/>
              </a:spcBef>
              <a:spcAft>
                <a:spcPct val="0"/>
              </a:spcAft>
              <a:buFont typeface="Arial" charset="0"/>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chemeClr val="tx1"/>
                </a:solidFill>
                <a:latin typeface="Calibri" pitchFamily="34" charset="0"/>
                <a:ea typeface="宋体" pitchFamily="2" charset="-122"/>
              </a:defRPr>
            </a:lvl8pPr>
            <a:lvl9pPr marL="3886200" indent="-228600" eaLnBrk="0" fontAlgn="base" hangingPunct="0">
              <a:spcBef>
                <a:spcPct val="20000"/>
              </a:spcBef>
              <a:spcAft>
                <a:spcPct val="0"/>
              </a:spcAft>
              <a:buFont typeface="Arial" charset="0"/>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chemeClr val="tx1"/>
                </a:solidFill>
                <a:latin typeface="Calibri" pitchFamily="34" charset="0"/>
                <a:ea typeface="宋体" pitchFamily="2" charset="-122"/>
              </a:defRPr>
            </a:lvl9pPr>
          </a:lstStyle>
          <a:p>
            <a:pPr algn="just" eaLnBrk="1" hangingPunct="1">
              <a:spcBef>
                <a:spcPct val="0"/>
              </a:spcBef>
              <a:buClr>
                <a:srgbClr val="FFFFFF"/>
              </a:buClr>
              <a:buFont typeface="Times New Roman" pitchFamily="18" charset="0"/>
              <a:buNone/>
            </a:pPr>
            <a:r>
              <a:rPr lang="en-GB" altLang="zh-CN">
                <a:solidFill>
                  <a:schemeClr val="tx1"/>
                </a:solidFill>
                <a:latin typeface="楷体_GB2312" pitchFamily="49" charset="-122"/>
              </a:rPr>
              <a:t>  屏蔽双绞线            非屏蔽双绞线 </a:t>
            </a:r>
          </a:p>
        </p:txBody>
      </p:sp>
    </p:spTree>
  </p:cSld>
  <p:clrMapOvr>
    <a:masterClrMapping/>
  </p:clrMapOvr>
  <p:transition spd="slow">
    <p:push dir="u"/>
  </p:transition>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8" name="标题 1"/>
          <p:cNvSpPr>
            <a:spLocks noGrp="1"/>
          </p:cNvSpPr>
          <p:nvPr>
            <p:ph type="title"/>
          </p:nvPr>
        </p:nvSpPr>
        <p:spPr>
          <a:xfrm>
            <a:off x="107950" y="44450"/>
            <a:ext cx="7343775" cy="792163"/>
          </a:xfrm>
        </p:spPr>
        <p:txBody>
          <a:bodyPr/>
          <a:lstStyle/>
          <a:p>
            <a:r>
              <a:rPr lang="en-US" altLang="zh-CN" smtClean="0"/>
              <a:t>2.8 </a:t>
            </a:r>
            <a:r>
              <a:rPr lang="zh-CN" altLang="en-US" smtClean="0"/>
              <a:t>网络的传输介质</a:t>
            </a:r>
          </a:p>
        </p:txBody>
      </p:sp>
      <p:sp>
        <p:nvSpPr>
          <p:cNvPr id="3" name="内容占位符 2"/>
          <p:cNvSpPr>
            <a:spLocks noGrp="1"/>
          </p:cNvSpPr>
          <p:nvPr>
            <p:ph idx="1"/>
          </p:nvPr>
        </p:nvSpPr>
        <p:spPr>
          <a:xfrm>
            <a:off x="107950" y="981075"/>
            <a:ext cx="8928100" cy="5102225"/>
          </a:xfrm>
        </p:spPr>
        <p:txBody>
          <a:bodyPr/>
          <a:lstStyle/>
          <a:p>
            <a:r>
              <a:rPr lang="zh-CN" altLang="en-US" b="1" dirty="0" smtClean="0">
                <a:solidFill>
                  <a:srgbClr val="FF0000"/>
                </a:solidFill>
              </a:rPr>
              <a:t>双绞线</a:t>
            </a:r>
            <a:endParaRPr lang="en-US" altLang="zh-CN" b="1" dirty="0" smtClean="0">
              <a:solidFill>
                <a:srgbClr val="FF0000"/>
              </a:solidFill>
            </a:endParaRPr>
          </a:p>
          <a:p>
            <a:pPr lvl="1"/>
            <a:r>
              <a:rPr lang="zh-CN" altLang="en-US" sz="2400" dirty="0" smtClean="0">
                <a:solidFill>
                  <a:srgbClr val="C00000"/>
                </a:solidFill>
                <a:latin typeface="楷体_GB2312" pitchFamily="49" charset="-122"/>
              </a:rPr>
              <a:t>物理特性：</a:t>
            </a:r>
            <a:r>
              <a:rPr lang="zh-CN" altLang="en-US" sz="2400" dirty="0" smtClean="0">
                <a:latin typeface="楷体_GB2312" pitchFamily="49" charset="-122"/>
              </a:rPr>
              <a:t>双绞线由按规则螺旋结构排列的两根或四根绝缘线组成。一对线可以作为一条通信线路，各线对螺旋排列的目的是使各线对之间的电磁干扰最小。</a:t>
            </a:r>
            <a:endParaRPr lang="en-US" altLang="zh-CN" sz="2400" dirty="0" smtClean="0">
              <a:latin typeface="楷体_GB2312" pitchFamily="49" charset="-122"/>
            </a:endParaRPr>
          </a:p>
          <a:p>
            <a:pPr lvl="1"/>
            <a:r>
              <a:rPr lang="zh-CN" altLang="en-US" sz="2400" dirty="0" smtClean="0">
                <a:solidFill>
                  <a:srgbClr val="C00000"/>
                </a:solidFill>
                <a:latin typeface="楷体_GB2312" pitchFamily="49" charset="-122"/>
              </a:rPr>
              <a:t>传输特性：</a:t>
            </a:r>
            <a:r>
              <a:rPr lang="zh-CN" altLang="en-US" sz="2400" dirty="0" smtClean="0">
                <a:latin typeface="楷体_GB2312" pitchFamily="49" charset="-122"/>
              </a:rPr>
              <a:t>最普遍的应用是语音信号的模拟传输。</a:t>
            </a:r>
            <a:endParaRPr lang="en-US" altLang="zh-CN" sz="2400" dirty="0" smtClean="0">
              <a:latin typeface="楷体_GB2312" pitchFamily="49" charset="-122"/>
            </a:endParaRPr>
          </a:p>
          <a:p>
            <a:pPr lvl="1"/>
            <a:r>
              <a:rPr lang="zh-CN" altLang="en-US" sz="2400" dirty="0">
                <a:solidFill>
                  <a:srgbClr val="C00000"/>
                </a:solidFill>
                <a:latin typeface="楷体_GB2312" pitchFamily="49" charset="-122"/>
              </a:rPr>
              <a:t>连通特性</a:t>
            </a:r>
            <a:r>
              <a:rPr lang="zh-CN" altLang="en-US" sz="2400" dirty="0" smtClean="0">
                <a:latin typeface="楷体_GB2312" pitchFamily="49" charset="-122"/>
              </a:rPr>
              <a:t>：双绞线可用于点</a:t>
            </a:r>
            <a:r>
              <a:rPr lang="en-US" altLang="zh-CN" sz="2400" dirty="0" smtClean="0">
                <a:latin typeface="楷体_GB2312" pitchFamily="49" charset="-122"/>
              </a:rPr>
              <a:t>-</a:t>
            </a:r>
            <a:r>
              <a:rPr lang="zh-CN" altLang="en-US" sz="2400" dirty="0" smtClean="0">
                <a:latin typeface="楷体_GB2312" pitchFamily="49" charset="-122"/>
              </a:rPr>
              <a:t>点连接，也可用于多点连接。</a:t>
            </a:r>
            <a:endParaRPr lang="en-US" altLang="zh-CN" sz="2400" dirty="0" smtClean="0">
              <a:latin typeface="楷体_GB2312" pitchFamily="49" charset="-122"/>
            </a:endParaRPr>
          </a:p>
          <a:p>
            <a:pPr lvl="1"/>
            <a:r>
              <a:rPr lang="zh-CN" altLang="en-US" sz="2400" dirty="0" smtClean="0">
                <a:solidFill>
                  <a:srgbClr val="C00000"/>
                </a:solidFill>
                <a:latin typeface="楷体_GB2312" pitchFamily="49" charset="-122"/>
              </a:rPr>
              <a:t>地理范围：</a:t>
            </a:r>
            <a:r>
              <a:rPr lang="zh-CN" altLang="en-US" sz="2400" dirty="0" smtClean="0">
                <a:latin typeface="楷体_GB2312" pitchFamily="49" charset="-122"/>
              </a:rPr>
              <a:t>双绞线用作远程中继线时，最大距离可达</a:t>
            </a:r>
            <a:r>
              <a:rPr lang="en-US" altLang="zh-CN" sz="2400" dirty="0" smtClean="0">
                <a:latin typeface="楷体_GB2312" pitchFamily="49" charset="-122"/>
              </a:rPr>
              <a:t>15km</a:t>
            </a:r>
            <a:r>
              <a:rPr lang="zh-CN" altLang="en-US" sz="2400" dirty="0" smtClean="0">
                <a:latin typeface="楷体_GB2312" pitchFamily="49" charset="-122"/>
              </a:rPr>
              <a:t>；用于</a:t>
            </a:r>
            <a:r>
              <a:rPr lang="en-US" altLang="zh-CN" sz="2400" dirty="0" smtClean="0">
                <a:latin typeface="楷体_GB2312" pitchFamily="49" charset="-122"/>
              </a:rPr>
              <a:t>10Mb/s</a:t>
            </a:r>
            <a:r>
              <a:rPr lang="zh-CN" altLang="en-US" sz="2400" dirty="0" smtClean="0">
                <a:latin typeface="楷体_GB2312" pitchFamily="49" charset="-122"/>
              </a:rPr>
              <a:t>局域网时，与集线器的距离最大为</a:t>
            </a:r>
            <a:r>
              <a:rPr lang="en-US" altLang="zh-CN" sz="2400" dirty="0" smtClean="0">
                <a:latin typeface="楷体_GB2312" pitchFamily="49" charset="-122"/>
              </a:rPr>
              <a:t>100m</a:t>
            </a:r>
            <a:r>
              <a:rPr lang="zh-CN" altLang="en-US" sz="2400" dirty="0" smtClean="0">
                <a:latin typeface="楷体_GB2312" pitchFamily="49" charset="-122"/>
              </a:rPr>
              <a:t>。</a:t>
            </a:r>
            <a:endParaRPr lang="en-US" altLang="zh-CN" sz="2400" dirty="0" smtClean="0">
              <a:latin typeface="楷体_GB2312" pitchFamily="49" charset="-122"/>
            </a:endParaRPr>
          </a:p>
          <a:p>
            <a:pPr lvl="1"/>
            <a:r>
              <a:rPr lang="zh-CN" altLang="en-US" sz="2400" dirty="0" smtClean="0">
                <a:solidFill>
                  <a:srgbClr val="C00000"/>
                </a:solidFill>
                <a:latin typeface="楷体_GB2312" pitchFamily="49" charset="-122"/>
              </a:rPr>
              <a:t>抗干扰性：</a:t>
            </a:r>
            <a:r>
              <a:rPr lang="zh-CN" altLang="en-US" sz="2400" dirty="0" smtClean="0">
                <a:latin typeface="楷体_GB2312" pitchFamily="49" charset="-122"/>
              </a:rPr>
              <a:t>取决于一束线中相邻线对的扭曲长度及适当的屏蔽。在低频传输时，相当于同轴电缆。在</a:t>
            </a:r>
            <a:r>
              <a:rPr lang="en-US" altLang="zh-CN" sz="2400" dirty="0" smtClean="0">
                <a:latin typeface="楷体_GB2312" pitchFamily="49" charset="-122"/>
              </a:rPr>
              <a:t>10</a:t>
            </a:r>
            <a:r>
              <a:rPr lang="zh-CN" altLang="en-US" sz="2400" dirty="0" smtClean="0">
                <a:latin typeface="楷体_GB2312" pitchFamily="49" charset="-122"/>
              </a:rPr>
              <a:t>～</a:t>
            </a:r>
            <a:r>
              <a:rPr lang="en-US" altLang="zh-CN" sz="2400" dirty="0" smtClean="0">
                <a:latin typeface="楷体_GB2312" pitchFamily="49" charset="-122"/>
              </a:rPr>
              <a:t>100 kHz</a:t>
            </a:r>
            <a:r>
              <a:rPr lang="zh-CN" altLang="en-US" sz="2400" dirty="0" smtClean="0">
                <a:latin typeface="楷体_GB2312" pitchFamily="49" charset="-122"/>
              </a:rPr>
              <a:t>时，低于同轴电缆。 </a:t>
            </a:r>
            <a:endParaRPr lang="en-US" altLang="zh-CN" sz="2400" dirty="0" smtClean="0">
              <a:latin typeface="楷体_GB2312" pitchFamily="49" charset="-122"/>
            </a:endParaRPr>
          </a:p>
          <a:p>
            <a:pPr lvl="1"/>
            <a:r>
              <a:rPr lang="zh-CN" altLang="en-US" sz="2400" dirty="0" smtClean="0">
                <a:solidFill>
                  <a:srgbClr val="C00000"/>
                </a:solidFill>
                <a:latin typeface="楷体_GB2312" pitchFamily="49" charset="-122"/>
              </a:rPr>
              <a:t>价格：</a:t>
            </a:r>
            <a:r>
              <a:rPr lang="zh-CN" altLang="en-US" sz="2400" dirty="0" smtClean="0">
                <a:latin typeface="楷体_GB2312" pitchFamily="49" charset="-122"/>
              </a:rPr>
              <a:t>价格低于其他传输介质，且安装、维护方便</a:t>
            </a:r>
          </a:p>
          <a:p>
            <a:pPr lvl="1"/>
            <a:endParaRPr lang="zh-CN" altLang="en-US" sz="2400" dirty="0" smtClean="0"/>
          </a:p>
        </p:txBody>
      </p:sp>
      <p:sp>
        <p:nvSpPr>
          <p:cNvPr id="4" name="灯片编号占位符 3"/>
          <p:cNvSpPr>
            <a:spLocks noGrp="1"/>
          </p:cNvSpPr>
          <p:nvPr>
            <p:ph type="sldNum" sz="quarter" idx="12"/>
          </p:nvPr>
        </p:nvSpPr>
        <p:spPr/>
        <p:txBody>
          <a:bodyPr/>
          <a:lstStyle/>
          <a:p>
            <a:pPr>
              <a:defRPr/>
            </a:pPr>
            <a:fld id="{94C63D70-2EC4-4938-807E-3AB475A737EC}" type="slidenum">
              <a:rPr lang="zh-CN" altLang="en-US" smtClean="0"/>
              <a:pPr>
                <a:defRPr/>
              </a:pPr>
              <a:t>40</a:t>
            </a:fld>
            <a:endParaRPr lang="zh-CN" altLang="en-US"/>
          </a:p>
        </p:txBody>
      </p:sp>
    </p:spTree>
  </p:cSld>
  <p:clrMapOvr>
    <a:masterClrMapping/>
  </p:clrMapOvr>
  <p:transition spd="slow">
    <p:push dir="u"/>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fade">
                                      <p:cBhvr>
                                        <p:cTn id="7" dur="1000"/>
                                        <p:tgtEl>
                                          <p:spTgt spid="3">
                                            <p:txEl>
                                              <p:pRg st="1" end="1"/>
                                            </p:txEl>
                                          </p:spTgt>
                                        </p:tgtEl>
                                      </p:cBhvr>
                                    </p:animEffect>
                                    <p:anim calcmode="lin" valueType="num">
                                      <p:cBhvr>
                                        <p:cTn id="8"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1" end="1"/>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fade">
                                      <p:cBhvr>
                                        <p:cTn id="12" dur="1000"/>
                                        <p:tgtEl>
                                          <p:spTgt spid="3">
                                            <p:txEl>
                                              <p:pRg st="2" end="2"/>
                                            </p:txEl>
                                          </p:spTgt>
                                        </p:tgtEl>
                                      </p:cBhvr>
                                    </p:animEffect>
                                    <p:anim calcmode="lin" valueType="num">
                                      <p:cBhvr>
                                        <p:cTn id="13"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2" end="2"/>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fade">
                                      <p:cBhvr>
                                        <p:cTn id="17" dur="1000"/>
                                        <p:tgtEl>
                                          <p:spTgt spid="3">
                                            <p:txEl>
                                              <p:pRg st="3" end="3"/>
                                            </p:txEl>
                                          </p:spTgt>
                                        </p:tgtEl>
                                      </p:cBhvr>
                                    </p:animEffect>
                                    <p:anim calcmode="lin" valueType="num">
                                      <p:cBhvr>
                                        <p:cTn id="18"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19" dur="1000" fill="hold"/>
                                        <p:tgtEl>
                                          <p:spTgt spid="3">
                                            <p:txEl>
                                              <p:pRg st="3" end="3"/>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3">
                                            <p:txEl>
                                              <p:pRg st="4" end="4"/>
                                            </p:txEl>
                                          </p:spTgt>
                                        </p:tgtEl>
                                        <p:attrNameLst>
                                          <p:attrName>style.visibility</p:attrName>
                                        </p:attrNameLst>
                                      </p:cBhvr>
                                      <p:to>
                                        <p:strVal val="visible"/>
                                      </p:to>
                                    </p:set>
                                    <p:animEffect transition="in" filter="fade">
                                      <p:cBhvr>
                                        <p:cTn id="22" dur="1000"/>
                                        <p:tgtEl>
                                          <p:spTgt spid="3">
                                            <p:txEl>
                                              <p:pRg st="4" end="4"/>
                                            </p:txEl>
                                          </p:spTgt>
                                        </p:tgtEl>
                                      </p:cBhvr>
                                    </p:animEffect>
                                    <p:anim calcmode="lin" valueType="num">
                                      <p:cBhvr>
                                        <p:cTn id="23"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24" dur="1000" fill="hold"/>
                                        <p:tgtEl>
                                          <p:spTgt spid="3">
                                            <p:txEl>
                                              <p:pRg st="4" end="4"/>
                                            </p:txEl>
                                          </p:spTgt>
                                        </p:tgtEl>
                                        <p:attrNameLst>
                                          <p:attrName>ppt_y</p:attrName>
                                        </p:attrNameLst>
                                      </p:cBhvr>
                                      <p:tavLst>
                                        <p:tav tm="0">
                                          <p:val>
                                            <p:strVal val="#ppt_y+.1"/>
                                          </p:val>
                                        </p:tav>
                                        <p:tav tm="100000">
                                          <p:val>
                                            <p:strVal val="#ppt_y"/>
                                          </p:val>
                                        </p:tav>
                                      </p:tavLst>
                                    </p:anim>
                                  </p:childTnLst>
                                </p:cTn>
                              </p:par>
                              <p:par>
                                <p:cTn id="25" presetID="42" presetClass="entr" presetSubtype="0" fill="hold" nodeType="with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animEffect transition="in" filter="fade">
                                      <p:cBhvr>
                                        <p:cTn id="27" dur="1000"/>
                                        <p:tgtEl>
                                          <p:spTgt spid="3">
                                            <p:txEl>
                                              <p:pRg st="5" end="5"/>
                                            </p:txEl>
                                          </p:spTgt>
                                        </p:tgtEl>
                                      </p:cBhvr>
                                    </p:animEffect>
                                    <p:anim calcmode="lin" valueType="num">
                                      <p:cBhvr>
                                        <p:cTn id="28" dur="1000" fill="hold"/>
                                        <p:tgtEl>
                                          <p:spTgt spid="3">
                                            <p:txEl>
                                              <p:pRg st="5" end="5"/>
                                            </p:txEl>
                                          </p:spTgt>
                                        </p:tgtEl>
                                        <p:attrNameLst>
                                          <p:attrName>ppt_x</p:attrName>
                                        </p:attrNameLst>
                                      </p:cBhvr>
                                      <p:tavLst>
                                        <p:tav tm="0">
                                          <p:val>
                                            <p:strVal val="#ppt_x"/>
                                          </p:val>
                                        </p:tav>
                                        <p:tav tm="100000">
                                          <p:val>
                                            <p:strVal val="#ppt_x"/>
                                          </p:val>
                                        </p:tav>
                                      </p:tavLst>
                                    </p:anim>
                                    <p:anim calcmode="lin" valueType="num">
                                      <p:cBhvr>
                                        <p:cTn id="29" dur="1000" fill="hold"/>
                                        <p:tgtEl>
                                          <p:spTgt spid="3">
                                            <p:txEl>
                                              <p:pRg st="5" end="5"/>
                                            </p:txEl>
                                          </p:spTgt>
                                        </p:tgtEl>
                                        <p:attrNameLst>
                                          <p:attrName>ppt_y</p:attrName>
                                        </p:attrNameLst>
                                      </p:cBhvr>
                                      <p:tavLst>
                                        <p:tav tm="0">
                                          <p:val>
                                            <p:strVal val="#ppt_y+.1"/>
                                          </p:val>
                                        </p:tav>
                                        <p:tav tm="100000">
                                          <p:val>
                                            <p:strVal val="#ppt_y"/>
                                          </p:val>
                                        </p:tav>
                                      </p:tavLst>
                                    </p:anim>
                                  </p:childTnLst>
                                </p:cTn>
                              </p:par>
                              <p:par>
                                <p:cTn id="30" presetID="42" presetClass="entr" presetSubtype="0" fill="hold" nodeType="withEffect">
                                  <p:stCondLst>
                                    <p:cond delay="0"/>
                                  </p:stCondLst>
                                  <p:childTnLst>
                                    <p:set>
                                      <p:cBhvr>
                                        <p:cTn id="31" dur="1" fill="hold">
                                          <p:stCondLst>
                                            <p:cond delay="0"/>
                                          </p:stCondLst>
                                        </p:cTn>
                                        <p:tgtEl>
                                          <p:spTgt spid="3">
                                            <p:txEl>
                                              <p:pRg st="6" end="6"/>
                                            </p:txEl>
                                          </p:spTgt>
                                        </p:tgtEl>
                                        <p:attrNameLst>
                                          <p:attrName>style.visibility</p:attrName>
                                        </p:attrNameLst>
                                      </p:cBhvr>
                                      <p:to>
                                        <p:strVal val="visible"/>
                                      </p:to>
                                    </p:set>
                                    <p:animEffect transition="in" filter="fade">
                                      <p:cBhvr>
                                        <p:cTn id="32" dur="1000"/>
                                        <p:tgtEl>
                                          <p:spTgt spid="3">
                                            <p:txEl>
                                              <p:pRg st="6" end="6"/>
                                            </p:txEl>
                                          </p:spTgt>
                                        </p:tgtEl>
                                      </p:cBhvr>
                                    </p:animEffect>
                                    <p:anim calcmode="lin" valueType="num">
                                      <p:cBhvr>
                                        <p:cTn id="33" dur="1000" fill="hold"/>
                                        <p:tgtEl>
                                          <p:spTgt spid="3">
                                            <p:txEl>
                                              <p:pRg st="6" end="6"/>
                                            </p:txEl>
                                          </p:spTgt>
                                        </p:tgtEl>
                                        <p:attrNameLst>
                                          <p:attrName>ppt_x</p:attrName>
                                        </p:attrNameLst>
                                      </p:cBhvr>
                                      <p:tavLst>
                                        <p:tav tm="0">
                                          <p:val>
                                            <p:strVal val="#ppt_x"/>
                                          </p:val>
                                        </p:tav>
                                        <p:tav tm="100000">
                                          <p:val>
                                            <p:strVal val="#ppt_x"/>
                                          </p:val>
                                        </p:tav>
                                      </p:tavLst>
                                    </p:anim>
                                    <p:anim calcmode="lin" valueType="num">
                                      <p:cBhvr>
                                        <p:cTn id="34" dur="1000" fill="hold"/>
                                        <p:tgtEl>
                                          <p:spTgt spid="3">
                                            <p:txEl>
                                              <p:pRg st="6" end="6"/>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2" name="标题 1"/>
          <p:cNvSpPr>
            <a:spLocks noGrp="1"/>
          </p:cNvSpPr>
          <p:nvPr>
            <p:ph type="title"/>
          </p:nvPr>
        </p:nvSpPr>
        <p:spPr>
          <a:xfrm>
            <a:off x="107950" y="44450"/>
            <a:ext cx="7343775" cy="792163"/>
          </a:xfrm>
        </p:spPr>
        <p:txBody>
          <a:bodyPr/>
          <a:lstStyle/>
          <a:p>
            <a:r>
              <a:rPr lang="en-US" altLang="zh-CN" smtClean="0"/>
              <a:t>2.8 </a:t>
            </a:r>
            <a:r>
              <a:rPr lang="zh-CN" altLang="en-US" smtClean="0"/>
              <a:t>网络的传输介质</a:t>
            </a:r>
          </a:p>
        </p:txBody>
      </p:sp>
      <p:sp>
        <p:nvSpPr>
          <p:cNvPr id="3" name="内容占位符 2"/>
          <p:cNvSpPr>
            <a:spLocks noGrp="1"/>
          </p:cNvSpPr>
          <p:nvPr>
            <p:ph idx="1"/>
          </p:nvPr>
        </p:nvSpPr>
        <p:spPr>
          <a:xfrm>
            <a:off x="107950" y="981075"/>
            <a:ext cx="8928100" cy="5102225"/>
          </a:xfrm>
        </p:spPr>
        <p:txBody>
          <a:bodyPr/>
          <a:lstStyle/>
          <a:p>
            <a:pPr algn="just">
              <a:defRPr/>
            </a:pPr>
            <a:r>
              <a:rPr lang="zh-CN" altLang="en-US" b="1" dirty="0" smtClean="0">
                <a:solidFill>
                  <a:srgbClr val="FF0000"/>
                </a:solidFill>
              </a:rPr>
              <a:t>同轴电缆</a:t>
            </a:r>
            <a:endParaRPr lang="en-US" altLang="zh-CN" b="1" dirty="0" smtClean="0">
              <a:solidFill>
                <a:srgbClr val="FF0000"/>
              </a:solidFill>
            </a:endParaRPr>
          </a:p>
          <a:p>
            <a:pPr marL="0" indent="0" algn="just">
              <a:buFont typeface="Wingdings" pitchFamily="2" charset="2"/>
              <a:buNone/>
              <a:defRPr/>
            </a:pPr>
            <a:r>
              <a:rPr lang="zh-CN" altLang="en-US" dirty="0" smtClean="0">
                <a:latin typeface="楷体_GB2312" pitchFamily="49" charset="-122"/>
              </a:rPr>
              <a:t>    </a:t>
            </a:r>
            <a:r>
              <a:rPr lang="zh-CN" altLang="en-US" sz="2800" dirty="0" smtClean="0">
                <a:latin typeface="楷体_GB2312" pitchFamily="49" charset="-122"/>
              </a:rPr>
              <a:t>同轴电缆</a:t>
            </a:r>
            <a:r>
              <a:rPr lang="zh-CN" altLang="en-US" sz="2800" dirty="0">
                <a:latin typeface="楷体_GB2312" pitchFamily="49" charset="-122"/>
              </a:rPr>
              <a:t>是网络中应用十分广泛的传输介质</a:t>
            </a:r>
            <a:r>
              <a:rPr lang="zh-CN" altLang="en-US" sz="2800" dirty="0" smtClean="0">
                <a:latin typeface="楷体_GB2312" pitchFamily="49" charset="-122"/>
              </a:rPr>
              <a:t>之一，</a:t>
            </a:r>
            <a:r>
              <a:rPr lang="zh-CN" altLang="en-US" sz="2800" dirty="0" smtClean="0"/>
              <a:t>可以分为</a:t>
            </a:r>
            <a:r>
              <a:rPr lang="zh-CN" altLang="en-US" sz="2800" dirty="0" smtClean="0">
                <a:solidFill>
                  <a:srgbClr val="C00000"/>
                </a:solidFill>
              </a:rPr>
              <a:t>基带同轴电缆</a:t>
            </a:r>
            <a:r>
              <a:rPr lang="zh-CN" altLang="en-US" sz="2800" dirty="0" smtClean="0"/>
              <a:t>与</a:t>
            </a:r>
            <a:r>
              <a:rPr lang="zh-CN" altLang="en-US" sz="2800" dirty="0" smtClean="0">
                <a:solidFill>
                  <a:srgbClr val="C00000"/>
                </a:solidFill>
              </a:rPr>
              <a:t>宽带同轴电缆</a:t>
            </a:r>
            <a:r>
              <a:rPr lang="zh-CN" altLang="en-US" sz="2800" dirty="0" smtClean="0"/>
              <a:t>两类</a:t>
            </a:r>
            <a:endParaRPr lang="en-US" altLang="zh-CN" sz="2800" dirty="0" smtClean="0"/>
          </a:p>
          <a:p>
            <a:pPr marL="0" indent="0" algn="just">
              <a:buFont typeface="Wingdings" pitchFamily="2" charset="2"/>
              <a:buNone/>
              <a:defRPr/>
            </a:pPr>
            <a:r>
              <a:rPr lang="en-US" altLang="zh-CN" dirty="0"/>
              <a:t> </a:t>
            </a:r>
            <a:r>
              <a:rPr lang="en-US" altLang="zh-CN" dirty="0" smtClean="0"/>
              <a:t>   </a:t>
            </a:r>
            <a:endParaRPr lang="zh-CN" altLang="en-US" dirty="0"/>
          </a:p>
        </p:txBody>
      </p:sp>
      <p:sp>
        <p:nvSpPr>
          <p:cNvPr id="4" name="灯片编号占位符 3"/>
          <p:cNvSpPr>
            <a:spLocks noGrp="1"/>
          </p:cNvSpPr>
          <p:nvPr>
            <p:ph type="sldNum" sz="quarter" idx="12"/>
          </p:nvPr>
        </p:nvSpPr>
        <p:spPr/>
        <p:txBody>
          <a:bodyPr/>
          <a:lstStyle/>
          <a:p>
            <a:pPr>
              <a:defRPr/>
            </a:pPr>
            <a:fld id="{4803E121-AB14-4FB7-AB23-DBF52B72088F}" type="slidenum">
              <a:rPr lang="zh-CN" altLang="en-US" smtClean="0"/>
              <a:pPr>
                <a:defRPr/>
              </a:pPr>
              <a:t>41</a:t>
            </a:fld>
            <a:endParaRPr lang="zh-CN" altLang="en-US"/>
          </a:p>
        </p:txBody>
      </p:sp>
      <p:pic>
        <p:nvPicPr>
          <p:cNvPr id="5" name="Picture 7"/>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692275" y="2925763"/>
            <a:ext cx="6264275" cy="33162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transition spd="slow">
    <p:push dir="u"/>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42"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anim calcmode="lin" valueType="num">
                                      <p:cBhvr>
                                        <p:cTn id="8" dur="1000" fill="hold"/>
                                        <p:tgtEl>
                                          <p:spTgt spid="5"/>
                                        </p:tgtEl>
                                        <p:attrNameLst>
                                          <p:attrName>ppt_x</p:attrName>
                                        </p:attrNameLst>
                                      </p:cBhvr>
                                      <p:tavLst>
                                        <p:tav tm="0">
                                          <p:val>
                                            <p:strVal val="#ppt_x"/>
                                          </p:val>
                                        </p:tav>
                                        <p:tav tm="100000">
                                          <p:val>
                                            <p:strVal val="#ppt_x"/>
                                          </p:val>
                                        </p:tav>
                                      </p:tavLst>
                                    </p:anim>
                                    <p:anim calcmode="lin" valueType="num">
                                      <p:cBhvr>
                                        <p:cTn id="9" dur="10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6" name="标题 1"/>
          <p:cNvSpPr>
            <a:spLocks noGrp="1"/>
          </p:cNvSpPr>
          <p:nvPr>
            <p:ph type="title"/>
          </p:nvPr>
        </p:nvSpPr>
        <p:spPr>
          <a:xfrm>
            <a:off x="107950" y="44450"/>
            <a:ext cx="7343775" cy="792163"/>
          </a:xfrm>
        </p:spPr>
        <p:txBody>
          <a:bodyPr/>
          <a:lstStyle/>
          <a:p>
            <a:r>
              <a:rPr lang="en-US" altLang="zh-CN" smtClean="0"/>
              <a:t>2.8 </a:t>
            </a:r>
            <a:r>
              <a:rPr lang="zh-CN" altLang="en-US" smtClean="0"/>
              <a:t>网络的传输介质</a:t>
            </a:r>
          </a:p>
        </p:txBody>
      </p:sp>
      <p:sp>
        <p:nvSpPr>
          <p:cNvPr id="3" name="内容占位符 2"/>
          <p:cNvSpPr>
            <a:spLocks noGrp="1"/>
          </p:cNvSpPr>
          <p:nvPr>
            <p:ph idx="1"/>
          </p:nvPr>
        </p:nvSpPr>
        <p:spPr>
          <a:xfrm>
            <a:off x="107950" y="981075"/>
            <a:ext cx="8928100" cy="5102225"/>
          </a:xfrm>
        </p:spPr>
        <p:txBody>
          <a:bodyPr/>
          <a:lstStyle/>
          <a:p>
            <a:pPr algn="just"/>
            <a:r>
              <a:rPr lang="zh-CN" altLang="en-US" b="1" smtClean="0">
                <a:solidFill>
                  <a:srgbClr val="FF0000"/>
                </a:solidFill>
              </a:rPr>
              <a:t>同轴电缆</a:t>
            </a:r>
            <a:endParaRPr lang="en-US" altLang="zh-CN" b="1" smtClean="0">
              <a:solidFill>
                <a:srgbClr val="FF0000"/>
              </a:solidFill>
            </a:endParaRPr>
          </a:p>
          <a:p>
            <a:pPr marL="857250" lvl="1" indent="-457200" algn="just">
              <a:buClr>
                <a:schemeClr val="tx1"/>
              </a:buClr>
            </a:pPr>
            <a:r>
              <a:rPr lang="zh-CN" altLang="en-US" sz="2400" smtClean="0">
                <a:solidFill>
                  <a:srgbClr val="C00000"/>
                </a:solidFill>
                <a:latin typeface="楷体_GB2312" pitchFamily="49" charset="-122"/>
              </a:rPr>
              <a:t>物理特性：</a:t>
            </a:r>
            <a:r>
              <a:rPr lang="zh-CN" altLang="en-US" sz="2400" smtClean="0">
                <a:latin typeface="楷体_GB2312" pitchFamily="49" charset="-122"/>
              </a:rPr>
              <a:t>同轴电缆由内导体（电缆铜芯）、绝缘层、外导体（铜网）及外部保护层（外绝缘层）组成。同轴介质的特性参数由内、外导体及绝缘层的电参数和机械尺寸决定。</a:t>
            </a:r>
            <a:endParaRPr lang="en-US" altLang="zh-CN" sz="2400" smtClean="0">
              <a:latin typeface="楷体_GB2312" pitchFamily="49" charset="-122"/>
            </a:endParaRPr>
          </a:p>
          <a:p>
            <a:pPr marL="857250" lvl="1" indent="-457200" algn="just">
              <a:buClr>
                <a:schemeClr val="tx1"/>
              </a:buClr>
            </a:pPr>
            <a:r>
              <a:rPr lang="zh-CN" altLang="en-US" sz="2400" smtClean="0">
                <a:solidFill>
                  <a:srgbClr val="C00000"/>
                </a:solidFill>
                <a:latin typeface="楷体_GB2312" pitchFamily="49" charset="-122"/>
              </a:rPr>
              <a:t>传输特性：</a:t>
            </a:r>
            <a:r>
              <a:rPr lang="zh-CN" altLang="en-US" sz="2400" smtClean="0">
                <a:latin typeface="楷体_GB2312" pitchFamily="49" charset="-122"/>
              </a:rPr>
              <a:t>基带同轴电缆一般仅用于数字数据信号传输。宽带同轴电缆可以使用频分多路复用方法，将频带划分为多条通信信道，支持多路传输。</a:t>
            </a:r>
            <a:endParaRPr lang="en-US" altLang="zh-CN" sz="2400" smtClean="0">
              <a:latin typeface="楷体_GB2312" pitchFamily="49" charset="-122"/>
            </a:endParaRPr>
          </a:p>
          <a:p>
            <a:pPr marL="800100" lvl="2" indent="0" algn="just">
              <a:buClr>
                <a:schemeClr val="tx1"/>
              </a:buClr>
              <a:buFont typeface="Arial" charset="0"/>
              <a:buNone/>
            </a:pPr>
            <a:r>
              <a:rPr lang="zh-CN" altLang="en-US" smtClean="0">
                <a:latin typeface="楷体_GB2312" pitchFamily="49" charset="-122"/>
              </a:rPr>
              <a:t>同轴电缆的另一个电气特性是</a:t>
            </a:r>
            <a:r>
              <a:rPr lang="zh-CN" altLang="en-US" smtClean="0">
                <a:solidFill>
                  <a:srgbClr val="7030A0"/>
                </a:solidFill>
                <a:latin typeface="楷体_GB2312" pitchFamily="49" charset="-122"/>
              </a:rPr>
              <a:t>特征阻抗</a:t>
            </a:r>
            <a:r>
              <a:rPr lang="zh-CN" altLang="en-US" smtClean="0">
                <a:latin typeface="楷体_GB2312" pitchFamily="49" charset="-122"/>
              </a:rPr>
              <a:t>。</a:t>
            </a:r>
            <a:r>
              <a:rPr lang="en-US" altLang="zh-CN" smtClean="0">
                <a:latin typeface="楷体_GB2312" pitchFamily="49" charset="-122"/>
              </a:rPr>
              <a:t>Ethernet</a:t>
            </a:r>
            <a:r>
              <a:rPr lang="zh-CN" altLang="en-US" smtClean="0">
                <a:latin typeface="楷体_GB2312" pitchFamily="49" charset="-122"/>
              </a:rPr>
              <a:t>通常使用</a:t>
            </a:r>
            <a:r>
              <a:rPr lang="en-US" altLang="zh-CN" smtClean="0">
                <a:latin typeface="楷体_GB2312" pitchFamily="49" charset="-122"/>
              </a:rPr>
              <a:t>50Ω</a:t>
            </a:r>
            <a:r>
              <a:rPr lang="zh-CN" altLang="en-US" smtClean="0">
                <a:latin typeface="楷体_GB2312" pitchFamily="49" charset="-122"/>
              </a:rPr>
              <a:t>；电视天线电缆通常使用</a:t>
            </a:r>
            <a:r>
              <a:rPr lang="en-US" altLang="zh-CN" smtClean="0">
                <a:latin typeface="楷体_GB2312" pitchFamily="49" charset="-122"/>
              </a:rPr>
              <a:t>75Ω</a:t>
            </a:r>
            <a:r>
              <a:rPr lang="zh-CN" altLang="en-US" smtClean="0">
                <a:latin typeface="楷体_GB2312" pitchFamily="49" charset="-122"/>
              </a:rPr>
              <a:t>同轴电缆，可传输数字与模拟信号。</a:t>
            </a:r>
            <a:endParaRPr lang="en-US" altLang="zh-CN" smtClean="0">
              <a:latin typeface="楷体_GB2312" pitchFamily="49" charset="-122"/>
            </a:endParaRPr>
          </a:p>
          <a:p>
            <a:pPr marL="857250" lvl="1" indent="-457200" algn="just">
              <a:buClr>
                <a:schemeClr val="tx1"/>
              </a:buClr>
            </a:pPr>
            <a:endParaRPr lang="zh-CN" altLang="en-US" sz="2400" smtClean="0">
              <a:latin typeface="楷体_GB2312" pitchFamily="49" charset="-122"/>
            </a:endParaRPr>
          </a:p>
        </p:txBody>
      </p:sp>
      <p:sp>
        <p:nvSpPr>
          <p:cNvPr id="4" name="灯片编号占位符 3"/>
          <p:cNvSpPr>
            <a:spLocks noGrp="1"/>
          </p:cNvSpPr>
          <p:nvPr>
            <p:ph type="sldNum" sz="quarter" idx="12"/>
          </p:nvPr>
        </p:nvSpPr>
        <p:spPr/>
        <p:txBody>
          <a:bodyPr/>
          <a:lstStyle/>
          <a:p>
            <a:pPr>
              <a:defRPr/>
            </a:pPr>
            <a:fld id="{E70919F2-D847-4200-9C77-667E910A6F29}" type="slidenum">
              <a:rPr lang="zh-CN" altLang="en-US" smtClean="0"/>
              <a:pPr>
                <a:defRPr/>
              </a:pPr>
              <a:t>42</a:t>
            </a:fld>
            <a:endParaRPr lang="zh-CN" altLang="en-US"/>
          </a:p>
        </p:txBody>
      </p:sp>
    </p:spTree>
  </p:cSld>
  <p:clrMapOvr>
    <a:masterClrMapping/>
  </p:clrMapOvr>
  <p:transition spd="slow">
    <p:push dir="u"/>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fade">
                                      <p:cBhvr>
                                        <p:cTn id="7" dur="1000"/>
                                        <p:tgtEl>
                                          <p:spTgt spid="3">
                                            <p:txEl>
                                              <p:pRg st="1" end="1"/>
                                            </p:txEl>
                                          </p:spTgt>
                                        </p:tgtEl>
                                      </p:cBhvr>
                                    </p:animEffect>
                                    <p:anim calcmode="lin" valueType="num">
                                      <p:cBhvr>
                                        <p:cTn id="8"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1" end="1"/>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fade">
                                      <p:cBhvr>
                                        <p:cTn id="12" dur="1000"/>
                                        <p:tgtEl>
                                          <p:spTgt spid="3">
                                            <p:txEl>
                                              <p:pRg st="2" end="2"/>
                                            </p:txEl>
                                          </p:spTgt>
                                        </p:tgtEl>
                                      </p:cBhvr>
                                    </p:animEffect>
                                    <p:anim calcmode="lin" valueType="num">
                                      <p:cBhvr>
                                        <p:cTn id="13"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2" end="2"/>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fade">
                                      <p:cBhvr>
                                        <p:cTn id="17" dur="1000"/>
                                        <p:tgtEl>
                                          <p:spTgt spid="3">
                                            <p:txEl>
                                              <p:pRg st="3" end="3"/>
                                            </p:txEl>
                                          </p:spTgt>
                                        </p:tgtEl>
                                      </p:cBhvr>
                                    </p:animEffect>
                                    <p:anim calcmode="lin" valueType="num">
                                      <p:cBhvr>
                                        <p:cTn id="18"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19" dur="1000" fill="hold"/>
                                        <p:tgtEl>
                                          <p:spTgt spid="3">
                                            <p:txEl>
                                              <p:pRg st="3" end="3"/>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标题 1"/>
          <p:cNvSpPr>
            <a:spLocks noGrp="1"/>
          </p:cNvSpPr>
          <p:nvPr>
            <p:ph type="title"/>
          </p:nvPr>
        </p:nvSpPr>
        <p:spPr>
          <a:xfrm>
            <a:off x="107950" y="44450"/>
            <a:ext cx="7343775" cy="792163"/>
          </a:xfrm>
        </p:spPr>
        <p:txBody>
          <a:bodyPr/>
          <a:lstStyle/>
          <a:p>
            <a:r>
              <a:rPr lang="en-US" altLang="zh-CN" smtClean="0"/>
              <a:t>2.8 </a:t>
            </a:r>
            <a:r>
              <a:rPr lang="zh-CN" altLang="en-US" smtClean="0"/>
              <a:t>网络的传输介质</a:t>
            </a:r>
          </a:p>
        </p:txBody>
      </p:sp>
      <p:sp>
        <p:nvSpPr>
          <p:cNvPr id="3" name="内容占位符 2"/>
          <p:cNvSpPr>
            <a:spLocks noGrp="1"/>
          </p:cNvSpPr>
          <p:nvPr>
            <p:ph idx="1"/>
          </p:nvPr>
        </p:nvSpPr>
        <p:spPr>
          <a:xfrm>
            <a:off x="107950" y="981075"/>
            <a:ext cx="8928100" cy="5102225"/>
          </a:xfrm>
        </p:spPr>
        <p:txBody>
          <a:bodyPr/>
          <a:lstStyle/>
          <a:p>
            <a:pPr algn="just"/>
            <a:r>
              <a:rPr lang="zh-CN" altLang="en-US" b="1" dirty="0" smtClean="0">
                <a:solidFill>
                  <a:srgbClr val="FF0000"/>
                </a:solidFill>
              </a:rPr>
              <a:t>同轴电缆</a:t>
            </a:r>
            <a:endParaRPr lang="en-US" altLang="zh-CN" b="1" dirty="0" smtClean="0">
              <a:solidFill>
                <a:srgbClr val="FF0000"/>
              </a:solidFill>
            </a:endParaRPr>
          </a:p>
          <a:p>
            <a:pPr marL="857250" lvl="1" indent="-457200"/>
            <a:r>
              <a:rPr lang="zh-CN" altLang="en-US" dirty="0" smtClean="0">
                <a:solidFill>
                  <a:srgbClr val="C00000"/>
                </a:solidFill>
                <a:latin typeface="楷体_GB2312" pitchFamily="49" charset="-122"/>
              </a:rPr>
              <a:t>连通特性：</a:t>
            </a:r>
            <a:r>
              <a:rPr lang="zh-CN" altLang="en-US" dirty="0" smtClean="0">
                <a:latin typeface="楷体_GB2312" pitchFamily="49" charset="-122"/>
              </a:rPr>
              <a:t>支持点</a:t>
            </a:r>
            <a:r>
              <a:rPr lang="en-US" altLang="zh-CN" dirty="0" smtClean="0">
                <a:latin typeface="楷体_GB2312" pitchFamily="49" charset="-122"/>
              </a:rPr>
              <a:t>-</a:t>
            </a:r>
            <a:r>
              <a:rPr lang="zh-CN" altLang="en-US" dirty="0" smtClean="0">
                <a:latin typeface="楷体_GB2312" pitchFamily="49" charset="-122"/>
              </a:rPr>
              <a:t>点连接，也支持多点连接。宽带同轴电缆可支持数千台设备的连接；基带同轴电缆可支持数百台设备的连接。 </a:t>
            </a:r>
          </a:p>
          <a:p>
            <a:pPr marL="857250" lvl="1" indent="-457200"/>
            <a:r>
              <a:rPr lang="zh-CN" altLang="en-US" dirty="0" smtClean="0">
                <a:solidFill>
                  <a:srgbClr val="C00000"/>
                </a:solidFill>
                <a:latin typeface="楷体_GB2312" pitchFamily="49" charset="-122"/>
              </a:rPr>
              <a:t>抗干扰性：</a:t>
            </a:r>
            <a:r>
              <a:rPr lang="zh-CN" altLang="en-US" dirty="0" smtClean="0">
                <a:latin typeface="楷体_GB2312" pitchFamily="49" charset="-122"/>
              </a:rPr>
              <a:t>抗干扰能力较强。</a:t>
            </a:r>
            <a:endParaRPr lang="en-US" altLang="zh-CN" dirty="0" smtClean="0">
              <a:latin typeface="楷体_GB2312" pitchFamily="49" charset="-122"/>
            </a:endParaRPr>
          </a:p>
          <a:p>
            <a:pPr marL="857250" lvl="1" indent="-457200">
              <a:lnSpc>
                <a:spcPct val="125000"/>
              </a:lnSpc>
            </a:pPr>
            <a:r>
              <a:rPr lang="zh-CN" altLang="en-US" dirty="0" smtClean="0">
                <a:solidFill>
                  <a:srgbClr val="C00000"/>
                </a:solidFill>
                <a:latin typeface="楷体_GB2312" pitchFamily="49" charset="-122"/>
              </a:rPr>
              <a:t>地理范围：</a:t>
            </a:r>
            <a:r>
              <a:rPr lang="zh-CN" altLang="en-US" dirty="0" smtClean="0">
                <a:latin typeface="楷体_GB2312" pitchFamily="49" charset="-122"/>
              </a:rPr>
              <a:t>基带同轴电缆最大距离限制在几公里范围内，而宽带同轴电缆最大距离可达几十公里。 </a:t>
            </a:r>
          </a:p>
          <a:p>
            <a:pPr marL="857250" lvl="1" indent="-457200">
              <a:lnSpc>
                <a:spcPct val="125000"/>
              </a:lnSpc>
            </a:pPr>
            <a:r>
              <a:rPr lang="zh-CN" altLang="en-US" dirty="0" smtClean="0">
                <a:solidFill>
                  <a:srgbClr val="C00000"/>
                </a:solidFill>
                <a:latin typeface="楷体_GB2312" pitchFamily="49" charset="-122"/>
              </a:rPr>
              <a:t>价格：</a:t>
            </a:r>
            <a:r>
              <a:rPr lang="zh-CN" altLang="en-US" dirty="0" smtClean="0">
                <a:latin typeface="楷体_GB2312" pitchFamily="49" charset="-122"/>
              </a:rPr>
              <a:t>介于双绞线与光缆之间，维护方便。</a:t>
            </a:r>
          </a:p>
          <a:p>
            <a:pPr marL="857250" lvl="1" indent="-457200" algn="just">
              <a:buClr>
                <a:schemeClr val="tx1"/>
              </a:buClr>
            </a:pPr>
            <a:endParaRPr lang="zh-CN" altLang="en-US" sz="2400" dirty="0" smtClean="0">
              <a:latin typeface="楷体_GB2312" pitchFamily="49" charset="-122"/>
            </a:endParaRPr>
          </a:p>
        </p:txBody>
      </p:sp>
      <p:sp>
        <p:nvSpPr>
          <p:cNvPr id="4" name="灯片编号占位符 3"/>
          <p:cNvSpPr>
            <a:spLocks noGrp="1"/>
          </p:cNvSpPr>
          <p:nvPr>
            <p:ph type="sldNum" sz="quarter" idx="12"/>
          </p:nvPr>
        </p:nvSpPr>
        <p:spPr/>
        <p:txBody>
          <a:bodyPr/>
          <a:lstStyle/>
          <a:p>
            <a:pPr>
              <a:defRPr/>
            </a:pPr>
            <a:fld id="{BFCF595D-4147-4BCD-B239-70D5C2554DCF}" type="slidenum">
              <a:rPr lang="zh-CN" altLang="en-US" smtClean="0"/>
              <a:pPr>
                <a:defRPr/>
              </a:pPr>
              <a:t>43</a:t>
            </a:fld>
            <a:endParaRPr lang="zh-CN" altLang="en-US"/>
          </a:p>
        </p:txBody>
      </p:sp>
    </p:spTree>
  </p:cSld>
  <p:clrMapOvr>
    <a:masterClrMapping/>
  </p:clrMapOvr>
  <p:transition spd="slow">
    <p:push dir="u"/>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fade">
                                      <p:cBhvr>
                                        <p:cTn id="7" dur="1000"/>
                                        <p:tgtEl>
                                          <p:spTgt spid="3">
                                            <p:txEl>
                                              <p:pRg st="1" end="1"/>
                                            </p:txEl>
                                          </p:spTgt>
                                        </p:tgtEl>
                                      </p:cBhvr>
                                    </p:animEffect>
                                    <p:anim calcmode="lin" valueType="num">
                                      <p:cBhvr>
                                        <p:cTn id="8"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1" end="1"/>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fade">
                                      <p:cBhvr>
                                        <p:cTn id="12" dur="1000"/>
                                        <p:tgtEl>
                                          <p:spTgt spid="3">
                                            <p:txEl>
                                              <p:pRg st="2" end="2"/>
                                            </p:txEl>
                                          </p:spTgt>
                                        </p:tgtEl>
                                      </p:cBhvr>
                                    </p:animEffect>
                                    <p:anim calcmode="lin" valueType="num">
                                      <p:cBhvr>
                                        <p:cTn id="13"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2" end="2"/>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fade">
                                      <p:cBhvr>
                                        <p:cTn id="17" dur="1000"/>
                                        <p:tgtEl>
                                          <p:spTgt spid="3">
                                            <p:txEl>
                                              <p:pRg st="3" end="3"/>
                                            </p:txEl>
                                          </p:spTgt>
                                        </p:tgtEl>
                                      </p:cBhvr>
                                    </p:animEffect>
                                    <p:anim calcmode="lin" valueType="num">
                                      <p:cBhvr>
                                        <p:cTn id="18"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19" dur="1000" fill="hold"/>
                                        <p:tgtEl>
                                          <p:spTgt spid="3">
                                            <p:txEl>
                                              <p:pRg st="3" end="3"/>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3">
                                            <p:txEl>
                                              <p:pRg st="4" end="4"/>
                                            </p:txEl>
                                          </p:spTgt>
                                        </p:tgtEl>
                                        <p:attrNameLst>
                                          <p:attrName>style.visibility</p:attrName>
                                        </p:attrNameLst>
                                      </p:cBhvr>
                                      <p:to>
                                        <p:strVal val="visible"/>
                                      </p:to>
                                    </p:set>
                                    <p:animEffect transition="in" filter="fade">
                                      <p:cBhvr>
                                        <p:cTn id="22" dur="1000"/>
                                        <p:tgtEl>
                                          <p:spTgt spid="3">
                                            <p:txEl>
                                              <p:pRg st="4" end="4"/>
                                            </p:txEl>
                                          </p:spTgt>
                                        </p:tgtEl>
                                      </p:cBhvr>
                                    </p:animEffect>
                                    <p:anim calcmode="lin" valueType="num">
                                      <p:cBhvr>
                                        <p:cTn id="23"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24" dur="1000" fill="hold"/>
                                        <p:tgtEl>
                                          <p:spTgt spid="3">
                                            <p:txEl>
                                              <p:pRg st="4" end="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4" name="标题 1"/>
          <p:cNvSpPr>
            <a:spLocks noGrp="1"/>
          </p:cNvSpPr>
          <p:nvPr>
            <p:ph type="title"/>
          </p:nvPr>
        </p:nvSpPr>
        <p:spPr>
          <a:xfrm>
            <a:off x="107950" y="44450"/>
            <a:ext cx="7343775" cy="792163"/>
          </a:xfrm>
        </p:spPr>
        <p:txBody>
          <a:bodyPr/>
          <a:lstStyle/>
          <a:p>
            <a:r>
              <a:rPr lang="en-US" altLang="zh-CN" smtClean="0"/>
              <a:t>2.8 </a:t>
            </a:r>
            <a:r>
              <a:rPr lang="zh-CN" altLang="en-US" smtClean="0"/>
              <a:t>网络的传输介质</a:t>
            </a:r>
          </a:p>
        </p:txBody>
      </p:sp>
      <p:sp>
        <p:nvSpPr>
          <p:cNvPr id="3" name="内容占位符 2"/>
          <p:cNvSpPr>
            <a:spLocks noGrp="1"/>
          </p:cNvSpPr>
          <p:nvPr>
            <p:ph idx="1"/>
          </p:nvPr>
        </p:nvSpPr>
        <p:spPr>
          <a:xfrm>
            <a:off x="107950" y="981075"/>
            <a:ext cx="8928100" cy="5102225"/>
          </a:xfrm>
        </p:spPr>
        <p:txBody>
          <a:bodyPr/>
          <a:lstStyle/>
          <a:p>
            <a:pPr>
              <a:defRPr/>
            </a:pPr>
            <a:r>
              <a:rPr lang="zh-CN" altLang="en-US" b="1" dirty="0" smtClean="0">
                <a:solidFill>
                  <a:srgbClr val="FF0000"/>
                </a:solidFill>
              </a:rPr>
              <a:t>光纤</a:t>
            </a:r>
            <a:endParaRPr lang="en-US" altLang="zh-CN" b="1" dirty="0" smtClean="0">
              <a:solidFill>
                <a:srgbClr val="FF0000"/>
              </a:solidFill>
            </a:endParaRPr>
          </a:p>
          <a:p>
            <a:pPr marL="0" indent="0">
              <a:buFont typeface="Wingdings" pitchFamily="2" charset="2"/>
              <a:buNone/>
              <a:defRPr/>
            </a:pPr>
            <a:r>
              <a:rPr lang="zh-CN" altLang="en-US" dirty="0" smtClean="0">
                <a:latin typeface="楷体_GB2312" pitchFamily="49" charset="-122"/>
              </a:rPr>
              <a:t>    光纤</a:t>
            </a:r>
            <a:r>
              <a:rPr lang="zh-CN" altLang="en-US" dirty="0">
                <a:latin typeface="楷体_GB2312" pitchFamily="49" charset="-122"/>
              </a:rPr>
              <a:t>是网络传输介质中性能最好、应用前途广泛的一种。 </a:t>
            </a:r>
          </a:p>
          <a:p>
            <a:pPr marL="0" indent="0">
              <a:buFont typeface="Wingdings" pitchFamily="2" charset="2"/>
              <a:buNone/>
              <a:defRPr/>
            </a:pPr>
            <a:endParaRPr lang="zh-CN" altLang="en-US" dirty="0"/>
          </a:p>
        </p:txBody>
      </p:sp>
      <p:sp>
        <p:nvSpPr>
          <p:cNvPr id="4" name="灯片编号占位符 3"/>
          <p:cNvSpPr>
            <a:spLocks noGrp="1"/>
          </p:cNvSpPr>
          <p:nvPr>
            <p:ph type="sldNum" sz="quarter" idx="12"/>
          </p:nvPr>
        </p:nvSpPr>
        <p:spPr/>
        <p:txBody>
          <a:bodyPr/>
          <a:lstStyle/>
          <a:p>
            <a:pPr>
              <a:defRPr/>
            </a:pPr>
            <a:fld id="{44E3986D-48F0-4638-ABFE-0403537296E0}" type="slidenum">
              <a:rPr lang="zh-CN" altLang="en-US" smtClean="0"/>
              <a:pPr>
                <a:defRPr/>
              </a:pPr>
              <a:t>44</a:t>
            </a:fld>
            <a:endParaRPr lang="zh-CN" altLang="en-US"/>
          </a:p>
        </p:txBody>
      </p:sp>
      <p:pic>
        <p:nvPicPr>
          <p:cNvPr id="5" name="Picture 3"/>
          <p:cNvPicPr>
            <a:picLocks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0872" y="2781300"/>
            <a:ext cx="8229600" cy="3165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transition spd="slow">
    <p:push dir="u"/>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4"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418" name="标题 1"/>
          <p:cNvSpPr>
            <a:spLocks noGrp="1"/>
          </p:cNvSpPr>
          <p:nvPr>
            <p:ph type="title"/>
          </p:nvPr>
        </p:nvSpPr>
        <p:spPr>
          <a:xfrm>
            <a:off x="107950" y="44450"/>
            <a:ext cx="7343775" cy="792163"/>
          </a:xfrm>
        </p:spPr>
        <p:txBody>
          <a:bodyPr/>
          <a:lstStyle/>
          <a:p>
            <a:r>
              <a:rPr lang="en-US" altLang="zh-CN" smtClean="0"/>
              <a:t>2.8 </a:t>
            </a:r>
            <a:r>
              <a:rPr lang="zh-CN" altLang="en-US" smtClean="0"/>
              <a:t>网络的传输介质</a:t>
            </a:r>
          </a:p>
        </p:txBody>
      </p:sp>
      <p:sp>
        <p:nvSpPr>
          <p:cNvPr id="3" name="内容占位符 2"/>
          <p:cNvSpPr>
            <a:spLocks noGrp="1"/>
          </p:cNvSpPr>
          <p:nvPr>
            <p:ph idx="1"/>
          </p:nvPr>
        </p:nvSpPr>
        <p:spPr>
          <a:xfrm>
            <a:off x="107950" y="981075"/>
            <a:ext cx="8928100" cy="5102225"/>
          </a:xfrm>
        </p:spPr>
        <p:txBody>
          <a:bodyPr/>
          <a:lstStyle/>
          <a:p>
            <a:r>
              <a:rPr lang="zh-CN" altLang="en-US" b="1" smtClean="0">
                <a:solidFill>
                  <a:srgbClr val="FF0000"/>
                </a:solidFill>
              </a:rPr>
              <a:t>光纤</a:t>
            </a:r>
            <a:endParaRPr lang="en-US" altLang="zh-CN" b="1" smtClean="0">
              <a:solidFill>
                <a:srgbClr val="FF0000"/>
              </a:solidFill>
            </a:endParaRPr>
          </a:p>
          <a:p>
            <a:pPr marL="857250" lvl="1" indent="-457200"/>
            <a:r>
              <a:rPr lang="zh-CN" altLang="en-US" sz="2400" smtClean="0">
                <a:solidFill>
                  <a:srgbClr val="C00000"/>
                </a:solidFill>
                <a:latin typeface="楷体_GB2312" pitchFamily="49" charset="-122"/>
              </a:rPr>
              <a:t>物理特性：</a:t>
            </a:r>
            <a:r>
              <a:rPr lang="zh-CN" altLang="en-US" sz="2400" smtClean="0">
                <a:latin typeface="楷体_GB2312" pitchFamily="49" charset="-122"/>
              </a:rPr>
              <a:t>光纤是一种直径为</a:t>
            </a:r>
            <a:r>
              <a:rPr lang="en-US" altLang="zh-CN" sz="2400" smtClean="0">
                <a:latin typeface="楷体_GB2312" pitchFamily="49" charset="-122"/>
              </a:rPr>
              <a:t>50</a:t>
            </a:r>
            <a:r>
              <a:rPr lang="zh-CN" altLang="en-US" sz="2400" smtClean="0">
                <a:latin typeface="楷体_GB2312" pitchFamily="49" charset="-122"/>
              </a:rPr>
              <a:t>～</a:t>
            </a:r>
            <a:r>
              <a:rPr lang="en-US" altLang="zh-CN" sz="2400" smtClean="0">
                <a:latin typeface="楷体_GB2312" pitchFamily="49" charset="-122"/>
              </a:rPr>
              <a:t>100</a:t>
            </a:r>
            <a:r>
              <a:rPr lang="el-GR" altLang="zh-CN" sz="2400" smtClean="0">
                <a:latin typeface="楷体_GB2312" pitchFamily="49" charset="-122"/>
              </a:rPr>
              <a:t>μ</a:t>
            </a:r>
            <a:r>
              <a:rPr lang="en-US" altLang="zh-CN" sz="2400" smtClean="0">
                <a:latin typeface="楷体_GB2312" pitchFamily="49" charset="-122"/>
              </a:rPr>
              <a:t>m</a:t>
            </a:r>
            <a:r>
              <a:rPr lang="zh-CN" altLang="en-US" sz="2400" smtClean="0">
                <a:latin typeface="楷体_GB2312" pitchFamily="49" charset="-122"/>
              </a:rPr>
              <a:t>的柔软、能传导光波的介质，各种玻璃和塑料可以用来制造光纤，其中用超高纯度石英玻璃纤维制作的光纤可以得到最低的传输损耗。在折射率较高的单根光纤外面用折射率较低的包层包裹起来，就可以构成一条光纤通道，多条光纤组成一束就构成光纤电缆。 </a:t>
            </a:r>
          </a:p>
          <a:p>
            <a:pPr marL="857250" lvl="1" indent="-457200"/>
            <a:r>
              <a:rPr lang="zh-CN" altLang="en-US" sz="2400" smtClean="0">
                <a:solidFill>
                  <a:srgbClr val="C00000"/>
                </a:solidFill>
                <a:latin typeface="楷体_GB2312" pitchFamily="49" charset="-122"/>
              </a:rPr>
              <a:t>传输特性：</a:t>
            </a:r>
            <a:r>
              <a:rPr lang="zh-CN" altLang="en-US" sz="2400" smtClean="0">
                <a:latin typeface="楷体_GB2312" pitchFamily="49" charset="-122"/>
              </a:rPr>
              <a:t>光导纤维通过内部的全反射来传输一束经过编码的光信号。光纤传输速率可达几千</a:t>
            </a:r>
            <a:r>
              <a:rPr lang="en-US" altLang="zh-CN" sz="2400" smtClean="0">
                <a:latin typeface="楷体_GB2312" pitchFamily="49" charset="-122"/>
              </a:rPr>
              <a:t>Mb/s</a:t>
            </a:r>
            <a:r>
              <a:rPr lang="zh-CN" altLang="en-US" sz="2400" smtClean="0">
                <a:latin typeface="楷体_GB2312" pitchFamily="49" charset="-122"/>
              </a:rPr>
              <a:t>。单模光纤是指光纤的光信号仅与光纤轴成单个可分辨角度的单光纤传输，而多模光纤的光信号与光纤轴成多个可分辨角度的多光线传输。</a:t>
            </a:r>
            <a:r>
              <a:rPr lang="zh-CN" altLang="en-US" sz="2400" b="1" smtClean="0">
                <a:latin typeface="楷体_GB2312" pitchFamily="49" charset="-122"/>
              </a:rPr>
              <a:t>单模光纤性能优于多模光纤。</a:t>
            </a:r>
            <a:r>
              <a:rPr lang="zh-CN" altLang="en-US" sz="2400" smtClean="0">
                <a:latin typeface="楷体_GB2312" pitchFamily="49" charset="-122"/>
              </a:rPr>
              <a:t> </a:t>
            </a:r>
          </a:p>
          <a:p>
            <a:pPr marL="857250" lvl="1" indent="-457200"/>
            <a:endParaRPr lang="zh-CN" altLang="en-US" smtClean="0"/>
          </a:p>
        </p:txBody>
      </p:sp>
      <p:sp>
        <p:nvSpPr>
          <p:cNvPr id="4" name="灯片编号占位符 3"/>
          <p:cNvSpPr>
            <a:spLocks noGrp="1"/>
          </p:cNvSpPr>
          <p:nvPr>
            <p:ph type="sldNum" sz="quarter" idx="12"/>
          </p:nvPr>
        </p:nvSpPr>
        <p:spPr/>
        <p:txBody>
          <a:bodyPr/>
          <a:lstStyle/>
          <a:p>
            <a:pPr>
              <a:defRPr/>
            </a:pPr>
            <a:fld id="{2114688A-DFAC-4969-A8C7-B71B46CC572A}" type="slidenum">
              <a:rPr lang="zh-CN" altLang="en-US" smtClean="0"/>
              <a:pPr>
                <a:defRPr/>
              </a:pPr>
              <a:t>45</a:t>
            </a:fld>
            <a:endParaRPr lang="zh-CN" altLang="en-US"/>
          </a:p>
        </p:txBody>
      </p:sp>
    </p:spTree>
  </p:cSld>
  <p:clrMapOvr>
    <a:masterClrMapping/>
  </p:clrMapOvr>
  <p:transition spd="slow">
    <p:push dir="u"/>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fade">
                                      <p:cBhvr>
                                        <p:cTn id="7" dur="1000"/>
                                        <p:tgtEl>
                                          <p:spTgt spid="3">
                                            <p:txEl>
                                              <p:pRg st="1" end="1"/>
                                            </p:txEl>
                                          </p:spTgt>
                                        </p:tgtEl>
                                      </p:cBhvr>
                                    </p:animEffect>
                                    <p:anim calcmode="lin" valueType="num">
                                      <p:cBhvr>
                                        <p:cTn id="8"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1" end="1"/>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fade">
                                      <p:cBhvr>
                                        <p:cTn id="12" dur="1000"/>
                                        <p:tgtEl>
                                          <p:spTgt spid="3">
                                            <p:txEl>
                                              <p:pRg st="2" end="2"/>
                                            </p:txEl>
                                          </p:spTgt>
                                        </p:tgtEl>
                                      </p:cBhvr>
                                    </p:animEffect>
                                    <p:anim calcmode="lin" valueType="num">
                                      <p:cBhvr>
                                        <p:cTn id="13"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2" end="2"/>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2" name="标题 1"/>
          <p:cNvSpPr>
            <a:spLocks noGrp="1"/>
          </p:cNvSpPr>
          <p:nvPr>
            <p:ph type="title"/>
          </p:nvPr>
        </p:nvSpPr>
        <p:spPr>
          <a:xfrm>
            <a:off x="107950" y="44450"/>
            <a:ext cx="7343775" cy="792163"/>
          </a:xfrm>
        </p:spPr>
        <p:txBody>
          <a:bodyPr/>
          <a:lstStyle/>
          <a:p>
            <a:r>
              <a:rPr lang="en-US" altLang="zh-CN" smtClean="0"/>
              <a:t>2.8 </a:t>
            </a:r>
            <a:r>
              <a:rPr lang="zh-CN" altLang="en-US" smtClean="0"/>
              <a:t>网络的传输介质</a:t>
            </a:r>
          </a:p>
        </p:txBody>
      </p:sp>
      <p:sp>
        <p:nvSpPr>
          <p:cNvPr id="3" name="内容占位符 2"/>
          <p:cNvSpPr>
            <a:spLocks noGrp="1"/>
          </p:cNvSpPr>
          <p:nvPr>
            <p:ph idx="1"/>
          </p:nvPr>
        </p:nvSpPr>
        <p:spPr>
          <a:xfrm>
            <a:off x="107950" y="981075"/>
            <a:ext cx="8928100" cy="5102225"/>
          </a:xfrm>
        </p:spPr>
        <p:txBody>
          <a:bodyPr/>
          <a:lstStyle/>
          <a:p>
            <a:pPr algn="just">
              <a:defRPr/>
            </a:pPr>
            <a:r>
              <a:rPr lang="zh-CN" altLang="en-US" b="1" dirty="0" smtClean="0">
                <a:solidFill>
                  <a:srgbClr val="FF0000"/>
                </a:solidFill>
              </a:rPr>
              <a:t>光纤</a:t>
            </a:r>
            <a:endParaRPr lang="en-US" altLang="zh-CN" b="1" dirty="0" smtClean="0">
              <a:solidFill>
                <a:srgbClr val="FF0000"/>
              </a:solidFill>
            </a:endParaRPr>
          </a:p>
          <a:p>
            <a:pPr lvl="1" indent="-342900" algn="just">
              <a:defRPr/>
            </a:pPr>
            <a:r>
              <a:rPr lang="zh-CN" altLang="en-US" sz="2400" dirty="0" smtClean="0">
                <a:solidFill>
                  <a:srgbClr val="C00000"/>
                </a:solidFill>
                <a:latin typeface="楷体_GB2312" pitchFamily="49" charset="-122"/>
              </a:rPr>
              <a:t>连通性：</a:t>
            </a:r>
            <a:r>
              <a:rPr lang="zh-CN" altLang="en-US" sz="2400" dirty="0" smtClean="0">
                <a:latin typeface="楷体_GB2312" pitchFamily="49" charset="-122"/>
              </a:rPr>
              <a:t>普遍采用点</a:t>
            </a:r>
            <a:r>
              <a:rPr lang="en-US" altLang="zh-CN" sz="2400" dirty="0" smtClean="0">
                <a:latin typeface="楷体_GB2312" pitchFamily="49" charset="-122"/>
              </a:rPr>
              <a:t>-</a:t>
            </a:r>
            <a:r>
              <a:rPr lang="zh-CN" altLang="en-US" sz="2400" dirty="0" smtClean="0">
                <a:latin typeface="楷体_GB2312" pitchFamily="49" charset="-122"/>
              </a:rPr>
              <a:t>点方式，某些系统中也采用多点方式 </a:t>
            </a:r>
          </a:p>
          <a:p>
            <a:pPr lvl="1" indent="-342900" algn="just">
              <a:defRPr/>
            </a:pPr>
            <a:r>
              <a:rPr lang="zh-CN" altLang="en-US" sz="2400" dirty="0" smtClean="0">
                <a:solidFill>
                  <a:srgbClr val="C00000"/>
                </a:solidFill>
                <a:latin typeface="楷体_GB2312" pitchFamily="49" charset="-122"/>
              </a:rPr>
              <a:t>地理范围：</a:t>
            </a:r>
            <a:r>
              <a:rPr lang="zh-CN" altLang="en-US" sz="2400" dirty="0" smtClean="0">
                <a:latin typeface="楷体_GB2312" pitchFamily="49" charset="-122"/>
              </a:rPr>
              <a:t>光纤信号衰减极小，可以在</a:t>
            </a:r>
            <a:r>
              <a:rPr lang="en-US" altLang="zh-CN" sz="2400" dirty="0" smtClean="0">
                <a:latin typeface="楷体_GB2312" pitchFamily="49" charset="-122"/>
              </a:rPr>
              <a:t>6</a:t>
            </a:r>
            <a:r>
              <a:rPr lang="zh-CN" altLang="en-US" sz="2400" dirty="0" smtClean="0">
                <a:latin typeface="楷体_GB2312" pitchFamily="49" charset="-122"/>
              </a:rPr>
              <a:t>～</a:t>
            </a:r>
            <a:r>
              <a:rPr lang="en-US" altLang="zh-CN" sz="2400" dirty="0" smtClean="0">
                <a:latin typeface="楷体_GB2312" pitchFamily="49" charset="-122"/>
              </a:rPr>
              <a:t>8km</a:t>
            </a:r>
            <a:r>
              <a:rPr lang="zh-CN" altLang="en-US" sz="2400" dirty="0" smtClean="0">
                <a:latin typeface="楷体_GB2312" pitchFamily="49" charset="-122"/>
              </a:rPr>
              <a:t>距离内不使用中继器，实现高速率数据传输。 </a:t>
            </a:r>
          </a:p>
          <a:p>
            <a:pPr lvl="1" indent="-342900" algn="just">
              <a:defRPr/>
            </a:pPr>
            <a:r>
              <a:rPr lang="zh-CN" altLang="en-US" sz="2400" dirty="0" smtClean="0">
                <a:solidFill>
                  <a:srgbClr val="C00000"/>
                </a:solidFill>
                <a:latin typeface="楷体_GB2312" pitchFamily="49" charset="-122"/>
              </a:rPr>
              <a:t>抗干扰性：</a:t>
            </a:r>
            <a:r>
              <a:rPr lang="zh-CN" altLang="en-US" sz="2400" dirty="0" smtClean="0">
                <a:latin typeface="楷体_GB2312" pitchFamily="49" charset="-122"/>
              </a:rPr>
              <a:t>光纤不受外界电磁干扰与噪声的影响，能在长距离、高速率传输中保持低误码率。双绞线典型的误码率在</a:t>
            </a:r>
            <a:r>
              <a:rPr lang="en-US" altLang="zh-CN" sz="2400" dirty="0" smtClean="0">
                <a:latin typeface="楷体_GB2312" pitchFamily="49" charset="-122"/>
              </a:rPr>
              <a:t>10</a:t>
            </a:r>
            <a:r>
              <a:rPr lang="en-US" altLang="zh-CN" sz="2400" baseline="30000" dirty="0" smtClean="0">
                <a:latin typeface="楷体_GB2312" pitchFamily="49" charset="-122"/>
              </a:rPr>
              <a:t>-5</a:t>
            </a:r>
            <a:r>
              <a:rPr lang="zh-CN" altLang="en-US" sz="2400" dirty="0" smtClean="0">
                <a:latin typeface="楷体_GB2312" pitchFamily="49" charset="-122"/>
              </a:rPr>
              <a:t>～</a:t>
            </a:r>
            <a:r>
              <a:rPr lang="en-US" altLang="zh-CN" sz="2400" dirty="0" smtClean="0">
                <a:latin typeface="楷体_GB2312" pitchFamily="49" charset="-122"/>
              </a:rPr>
              <a:t>10</a:t>
            </a:r>
            <a:r>
              <a:rPr lang="en-US" altLang="zh-CN" sz="2400" baseline="30000" dirty="0" smtClean="0">
                <a:latin typeface="楷体_GB2312" pitchFamily="49" charset="-122"/>
              </a:rPr>
              <a:t>-6</a:t>
            </a:r>
            <a:r>
              <a:rPr lang="zh-CN" altLang="en-US" sz="2400" dirty="0" smtClean="0">
                <a:latin typeface="楷体_GB2312" pitchFamily="49" charset="-122"/>
              </a:rPr>
              <a:t>之间，基带同轴电缆为</a:t>
            </a:r>
            <a:r>
              <a:rPr lang="en-US" altLang="zh-CN" sz="2400" dirty="0" smtClean="0">
                <a:latin typeface="楷体_GB2312" pitchFamily="49" charset="-122"/>
              </a:rPr>
              <a:t>10</a:t>
            </a:r>
            <a:r>
              <a:rPr lang="en-US" altLang="zh-CN" sz="2400" baseline="30000" dirty="0" smtClean="0">
                <a:latin typeface="楷体_GB2312" pitchFamily="49" charset="-122"/>
              </a:rPr>
              <a:t>-7</a:t>
            </a:r>
            <a:r>
              <a:rPr lang="zh-CN" altLang="en-US" sz="2400" dirty="0" smtClean="0">
                <a:latin typeface="楷体_GB2312" pitchFamily="49" charset="-122"/>
              </a:rPr>
              <a:t>，宽带同轴电缆为</a:t>
            </a:r>
            <a:r>
              <a:rPr lang="en-US" altLang="zh-CN" sz="2400" dirty="0" smtClean="0">
                <a:latin typeface="楷体_GB2312" pitchFamily="49" charset="-122"/>
              </a:rPr>
              <a:t>10</a:t>
            </a:r>
            <a:r>
              <a:rPr lang="en-US" altLang="zh-CN" sz="2400" baseline="30000" dirty="0" smtClean="0">
                <a:latin typeface="楷体_GB2312" pitchFamily="49" charset="-122"/>
              </a:rPr>
              <a:t>-9</a:t>
            </a:r>
            <a:r>
              <a:rPr lang="zh-CN" altLang="en-US" sz="2400" dirty="0" smtClean="0">
                <a:latin typeface="楷体_GB2312" pitchFamily="49" charset="-122"/>
              </a:rPr>
              <a:t>，而光纤误码率可以低于</a:t>
            </a:r>
            <a:r>
              <a:rPr lang="en-US" altLang="zh-CN" sz="2400" dirty="0" smtClean="0">
                <a:latin typeface="楷体_GB2312" pitchFamily="49" charset="-122"/>
              </a:rPr>
              <a:t>10</a:t>
            </a:r>
            <a:r>
              <a:rPr lang="en-US" altLang="zh-CN" sz="2400" baseline="30000" dirty="0" smtClean="0">
                <a:latin typeface="楷体_GB2312" pitchFamily="49" charset="-122"/>
              </a:rPr>
              <a:t>-10</a:t>
            </a:r>
            <a:r>
              <a:rPr lang="zh-CN" altLang="en-US" sz="2400" dirty="0" smtClean="0">
                <a:latin typeface="楷体_GB2312" pitchFamily="49" charset="-122"/>
              </a:rPr>
              <a:t>。</a:t>
            </a:r>
            <a:r>
              <a:rPr lang="zh-CN" altLang="en-US" sz="2400" b="1" dirty="0" smtClean="0">
                <a:latin typeface="楷体_GB2312" pitchFamily="49" charset="-122"/>
              </a:rPr>
              <a:t>光纤传输的安全性与保密性极好。</a:t>
            </a:r>
            <a:r>
              <a:rPr lang="zh-CN" altLang="en-US" sz="2400" dirty="0" smtClean="0">
                <a:latin typeface="楷体_GB2312" pitchFamily="49" charset="-122"/>
              </a:rPr>
              <a:t> </a:t>
            </a:r>
            <a:endParaRPr lang="en-US" altLang="zh-CN" sz="2400" dirty="0" smtClean="0">
              <a:latin typeface="楷体_GB2312" pitchFamily="49" charset="-122"/>
            </a:endParaRPr>
          </a:p>
          <a:p>
            <a:pPr lvl="1" indent="-342900" algn="just">
              <a:defRPr/>
            </a:pPr>
            <a:r>
              <a:rPr lang="zh-CN" altLang="en-US" sz="2400" dirty="0">
                <a:solidFill>
                  <a:srgbClr val="C00000"/>
                </a:solidFill>
                <a:latin typeface="楷体_GB2312" pitchFamily="49" charset="-122"/>
              </a:rPr>
              <a:t>价格</a:t>
            </a:r>
            <a:r>
              <a:rPr lang="zh-CN" altLang="en-US" sz="2400" dirty="0" smtClean="0">
                <a:solidFill>
                  <a:srgbClr val="C00000"/>
                </a:solidFill>
                <a:latin typeface="楷体_GB2312" pitchFamily="49" charset="-122"/>
              </a:rPr>
              <a:t>：</a:t>
            </a:r>
            <a:r>
              <a:rPr lang="zh-CN" altLang="en-US" sz="2400" dirty="0" smtClean="0">
                <a:latin typeface="楷体_GB2312" pitchFamily="49" charset="-122"/>
              </a:rPr>
              <a:t>高于</a:t>
            </a:r>
            <a:r>
              <a:rPr lang="zh-CN" altLang="en-US" sz="2400" dirty="0">
                <a:latin typeface="楷体_GB2312" pitchFamily="49" charset="-122"/>
              </a:rPr>
              <a:t>同轴电缆与双绞线</a:t>
            </a:r>
            <a:r>
              <a:rPr lang="zh-CN" altLang="en-US" sz="2400" dirty="0" smtClean="0">
                <a:latin typeface="楷体_GB2312" pitchFamily="49" charset="-122"/>
              </a:rPr>
              <a:t>。</a:t>
            </a:r>
            <a:endParaRPr lang="en-US" altLang="zh-CN" sz="2400" dirty="0">
              <a:latin typeface="楷体_GB2312" pitchFamily="49" charset="-122"/>
            </a:endParaRPr>
          </a:p>
          <a:p>
            <a:pPr marL="0" indent="0" algn="just">
              <a:buFont typeface="Wingdings" pitchFamily="2" charset="2"/>
              <a:buNone/>
              <a:defRPr/>
            </a:pPr>
            <a:r>
              <a:rPr lang="zh-CN" altLang="en-US" sz="2400" dirty="0" smtClean="0">
                <a:solidFill>
                  <a:srgbClr val="002060"/>
                </a:solidFill>
                <a:latin typeface="楷体_GB2312" pitchFamily="49" charset="-122"/>
              </a:rPr>
              <a:t>光</a:t>
            </a:r>
            <a:r>
              <a:rPr lang="zh-CN" altLang="en-US" sz="2400" dirty="0">
                <a:solidFill>
                  <a:srgbClr val="002060"/>
                </a:solidFill>
                <a:latin typeface="楷体_GB2312" pitchFamily="49" charset="-122"/>
              </a:rPr>
              <a:t>纤具有低损耗、宽频带、高数据传输速率、低误码率、安全保密性好等特点</a:t>
            </a:r>
            <a:r>
              <a:rPr lang="zh-CN" altLang="en-US" sz="2400" dirty="0" smtClean="0">
                <a:solidFill>
                  <a:srgbClr val="002060"/>
                </a:solidFill>
                <a:latin typeface="楷体_GB2312" pitchFamily="49" charset="-122"/>
              </a:rPr>
              <a:t>，</a:t>
            </a:r>
            <a:r>
              <a:rPr lang="zh-CN" altLang="en-US" sz="2400" dirty="0" smtClean="0">
                <a:latin typeface="楷体_GB2312" pitchFamily="49" charset="-122"/>
              </a:rPr>
              <a:t> </a:t>
            </a:r>
            <a:endParaRPr lang="zh-CN" altLang="en-US" sz="2400" dirty="0">
              <a:latin typeface="楷体_GB2312" pitchFamily="49" charset="-122"/>
            </a:endParaRPr>
          </a:p>
        </p:txBody>
      </p:sp>
      <p:sp>
        <p:nvSpPr>
          <p:cNvPr id="4" name="灯片编号占位符 3"/>
          <p:cNvSpPr>
            <a:spLocks noGrp="1"/>
          </p:cNvSpPr>
          <p:nvPr>
            <p:ph type="sldNum" sz="quarter" idx="12"/>
          </p:nvPr>
        </p:nvSpPr>
        <p:spPr/>
        <p:txBody>
          <a:bodyPr/>
          <a:lstStyle/>
          <a:p>
            <a:pPr>
              <a:defRPr/>
            </a:pPr>
            <a:fld id="{A50EC2D9-745B-4E22-BB8C-51183240B137}" type="slidenum">
              <a:rPr lang="zh-CN" altLang="en-US" smtClean="0"/>
              <a:pPr>
                <a:defRPr/>
              </a:pPr>
              <a:t>46</a:t>
            </a:fld>
            <a:endParaRPr lang="zh-CN" altLang="en-US"/>
          </a:p>
        </p:txBody>
      </p:sp>
    </p:spTree>
  </p:cSld>
  <p:clrMapOvr>
    <a:masterClrMapping/>
  </p:clrMapOvr>
  <p:transition spd="slow">
    <p:push dir="u"/>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fade">
                                      <p:cBhvr>
                                        <p:cTn id="7" dur="1000"/>
                                        <p:tgtEl>
                                          <p:spTgt spid="3">
                                            <p:txEl>
                                              <p:pRg st="1" end="1"/>
                                            </p:txEl>
                                          </p:spTgt>
                                        </p:tgtEl>
                                      </p:cBhvr>
                                    </p:animEffect>
                                    <p:anim calcmode="lin" valueType="num">
                                      <p:cBhvr>
                                        <p:cTn id="8"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1" end="1"/>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fade">
                                      <p:cBhvr>
                                        <p:cTn id="12" dur="1000"/>
                                        <p:tgtEl>
                                          <p:spTgt spid="3">
                                            <p:txEl>
                                              <p:pRg st="2" end="2"/>
                                            </p:txEl>
                                          </p:spTgt>
                                        </p:tgtEl>
                                      </p:cBhvr>
                                    </p:animEffect>
                                    <p:anim calcmode="lin" valueType="num">
                                      <p:cBhvr>
                                        <p:cTn id="13"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2" end="2"/>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fade">
                                      <p:cBhvr>
                                        <p:cTn id="17" dur="1000"/>
                                        <p:tgtEl>
                                          <p:spTgt spid="3">
                                            <p:txEl>
                                              <p:pRg st="3" end="3"/>
                                            </p:txEl>
                                          </p:spTgt>
                                        </p:tgtEl>
                                      </p:cBhvr>
                                    </p:animEffect>
                                    <p:anim calcmode="lin" valueType="num">
                                      <p:cBhvr>
                                        <p:cTn id="18"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19" dur="1000" fill="hold"/>
                                        <p:tgtEl>
                                          <p:spTgt spid="3">
                                            <p:txEl>
                                              <p:pRg st="3" end="3"/>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3">
                                            <p:txEl>
                                              <p:pRg st="4" end="4"/>
                                            </p:txEl>
                                          </p:spTgt>
                                        </p:tgtEl>
                                        <p:attrNameLst>
                                          <p:attrName>style.visibility</p:attrName>
                                        </p:attrNameLst>
                                      </p:cBhvr>
                                      <p:to>
                                        <p:strVal val="visible"/>
                                      </p:to>
                                    </p:set>
                                    <p:animEffect transition="in" filter="fade">
                                      <p:cBhvr>
                                        <p:cTn id="22" dur="1000"/>
                                        <p:tgtEl>
                                          <p:spTgt spid="3">
                                            <p:txEl>
                                              <p:pRg st="4" end="4"/>
                                            </p:txEl>
                                          </p:spTgt>
                                        </p:tgtEl>
                                      </p:cBhvr>
                                    </p:animEffect>
                                    <p:anim calcmode="lin" valueType="num">
                                      <p:cBhvr>
                                        <p:cTn id="23"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24" dur="1000" fill="hold"/>
                                        <p:tgtEl>
                                          <p:spTgt spid="3">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25" fill="hold" nodeType="clickPar">
                      <p:stCondLst>
                        <p:cond delay="indefinite"/>
                      </p:stCondLst>
                      <p:childTnLst>
                        <p:par>
                          <p:cTn id="26" fill="hold" nodeType="withGroup">
                            <p:stCondLst>
                              <p:cond delay="0"/>
                            </p:stCondLst>
                            <p:childTnLst>
                              <p:par>
                                <p:cTn id="27" presetID="10" presetClass="entr" presetSubtype="0" fill="hold" nodeType="clickEffect">
                                  <p:stCondLst>
                                    <p:cond delay="0"/>
                                  </p:stCondLst>
                                  <p:childTnLst>
                                    <p:set>
                                      <p:cBhvr>
                                        <p:cTn id="28" dur="1" fill="hold">
                                          <p:stCondLst>
                                            <p:cond delay="0"/>
                                          </p:stCondLst>
                                        </p:cTn>
                                        <p:tgtEl>
                                          <p:spTgt spid="3">
                                            <p:txEl>
                                              <p:pRg st="5" end="5"/>
                                            </p:txEl>
                                          </p:spTgt>
                                        </p:tgtEl>
                                        <p:attrNameLst>
                                          <p:attrName>style.visibility</p:attrName>
                                        </p:attrNameLst>
                                      </p:cBhvr>
                                      <p:to>
                                        <p:strVal val="visible"/>
                                      </p:to>
                                    </p:set>
                                    <p:animEffect transition="in" filter="fade">
                                      <p:cBhvr>
                                        <p:cTn id="29" dur="5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6" name="标题 1"/>
          <p:cNvSpPr>
            <a:spLocks noGrp="1"/>
          </p:cNvSpPr>
          <p:nvPr>
            <p:ph type="title"/>
          </p:nvPr>
        </p:nvSpPr>
        <p:spPr>
          <a:xfrm>
            <a:off x="107950" y="44450"/>
            <a:ext cx="7343775" cy="792163"/>
          </a:xfrm>
        </p:spPr>
        <p:txBody>
          <a:bodyPr/>
          <a:lstStyle/>
          <a:p>
            <a:r>
              <a:rPr lang="en-US" altLang="zh-CN" smtClean="0"/>
              <a:t>2.8 </a:t>
            </a:r>
            <a:r>
              <a:rPr lang="zh-CN" altLang="en-US" smtClean="0"/>
              <a:t>网络的传输介质</a:t>
            </a:r>
          </a:p>
        </p:txBody>
      </p:sp>
      <p:sp>
        <p:nvSpPr>
          <p:cNvPr id="3" name="内容占位符 2"/>
          <p:cNvSpPr>
            <a:spLocks noGrp="1"/>
          </p:cNvSpPr>
          <p:nvPr>
            <p:ph idx="1"/>
          </p:nvPr>
        </p:nvSpPr>
        <p:spPr>
          <a:xfrm>
            <a:off x="107950" y="981075"/>
            <a:ext cx="8928100" cy="5102225"/>
          </a:xfrm>
        </p:spPr>
        <p:txBody>
          <a:bodyPr/>
          <a:lstStyle/>
          <a:p>
            <a:pPr marL="0" indent="0" algn="just">
              <a:buFont typeface="Wingdings" pitchFamily="2" charset="2"/>
              <a:buNone/>
              <a:defRPr/>
            </a:pPr>
            <a:r>
              <a:rPr lang="zh-CN" altLang="en-US" dirty="0" smtClean="0">
                <a:solidFill>
                  <a:srgbClr val="FF0000"/>
                </a:solidFill>
              </a:rPr>
              <a:t>         </a:t>
            </a:r>
            <a:r>
              <a:rPr lang="zh-CN" altLang="en-US" sz="2800" dirty="0" smtClean="0">
                <a:solidFill>
                  <a:srgbClr val="FF0000"/>
                </a:solidFill>
              </a:rPr>
              <a:t>无线</a:t>
            </a:r>
            <a:r>
              <a:rPr lang="zh-CN" altLang="en-US" sz="2800" dirty="0">
                <a:solidFill>
                  <a:srgbClr val="FF0000"/>
                </a:solidFill>
              </a:rPr>
              <a:t>传输</a:t>
            </a:r>
            <a:r>
              <a:rPr lang="zh-CN" altLang="en-US" sz="2800" dirty="0"/>
              <a:t>指无需线缆类</a:t>
            </a:r>
            <a:r>
              <a:rPr lang="zh-CN" altLang="en-US" sz="2800" dirty="0" smtClean="0"/>
              <a:t>传输介质</a:t>
            </a:r>
            <a:r>
              <a:rPr lang="zh-CN" altLang="en-US" sz="2800" dirty="0"/>
              <a:t>，依靠电磁波穿越空间运载数据的</a:t>
            </a:r>
            <a:r>
              <a:rPr lang="zh-CN" altLang="en-US" sz="2800" dirty="0" smtClean="0"/>
              <a:t>传输过程</a:t>
            </a:r>
            <a:r>
              <a:rPr lang="zh-CN" altLang="en-US" sz="2800" dirty="0"/>
              <a:t>。</a:t>
            </a:r>
            <a:endParaRPr lang="en-US" altLang="zh-CN" sz="2800" dirty="0" smtClean="0"/>
          </a:p>
          <a:p>
            <a:pPr algn="just">
              <a:defRPr/>
            </a:pPr>
            <a:r>
              <a:rPr lang="zh-CN" altLang="en-US" dirty="0" smtClean="0">
                <a:solidFill>
                  <a:srgbClr val="FF0000"/>
                </a:solidFill>
              </a:rPr>
              <a:t>无线电波</a:t>
            </a:r>
            <a:endParaRPr lang="en-US" altLang="zh-CN" dirty="0" smtClean="0">
              <a:solidFill>
                <a:srgbClr val="FF0000"/>
              </a:solidFill>
            </a:endParaRPr>
          </a:p>
          <a:p>
            <a:pPr marL="400050" lvl="1" indent="0" algn="just">
              <a:buFont typeface="Wingdings" pitchFamily="2" charset="2"/>
              <a:buNone/>
              <a:defRPr/>
            </a:pPr>
            <a:r>
              <a:rPr lang="zh-CN" altLang="en-US" sz="2400" dirty="0" smtClean="0"/>
              <a:t>无线电波</a:t>
            </a:r>
            <a:r>
              <a:rPr lang="zh-CN" altLang="en-US" sz="2400" dirty="0" smtClean="0">
                <a:solidFill>
                  <a:srgbClr val="C00000"/>
                </a:solidFill>
              </a:rPr>
              <a:t>传输频率</a:t>
            </a:r>
            <a:r>
              <a:rPr lang="zh-CN" altLang="en-US" sz="2400" dirty="0" smtClean="0"/>
              <a:t>一般在</a:t>
            </a:r>
            <a:r>
              <a:rPr lang="en-US" altLang="zh-CN" sz="2400" dirty="0" smtClean="0"/>
              <a:t>1GHz</a:t>
            </a:r>
            <a:r>
              <a:rPr lang="zh-CN" altLang="en-US" sz="2400" dirty="0" smtClean="0"/>
              <a:t>以下，但近年来</a:t>
            </a:r>
            <a:r>
              <a:rPr lang="en-US" altLang="zh-CN" sz="2400" dirty="0" smtClean="0"/>
              <a:t>2.4GHz</a:t>
            </a:r>
            <a:r>
              <a:rPr lang="zh-CN" altLang="en-US" sz="2400" dirty="0" smtClean="0"/>
              <a:t>频段应用发展很快。</a:t>
            </a:r>
            <a:r>
              <a:rPr lang="zh-CN" altLang="en-US" sz="2400" dirty="0" smtClean="0">
                <a:solidFill>
                  <a:srgbClr val="C00000"/>
                </a:solidFill>
              </a:rPr>
              <a:t>传输特性</a:t>
            </a:r>
            <a:r>
              <a:rPr lang="zh-CN" altLang="en-US" sz="2400" dirty="0" smtClean="0"/>
              <a:t>与频率相关，高频对障碍物穿透能力差，低频穿透能力强。</a:t>
            </a:r>
            <a:r>
              <a:rPr lang="zh-CN" altLang="en-US" sz="2400" dirty="0" smtClean="0">
                <a:solidFill>
                  <a:srgbClr val="C00000"/>
                </a:solidFill>
              </a:rPr>
              <a:t>信号接收发送</a:t>
            </a:r>
            <a:r>
              <a:rPr lang="zh-CN" altLang="en-US" sz="2400" dirty="0" smtClean="0"/>
              <a:t>借助天线，一般无需对准，</a:t>
            </a:r>
            <a:r>
              <a:rPr lang="zh-CN" altLang="en-US" sz="2400" dirty="0" smtClean="0">
                <a:solidFill>
                  <a:srgbClr val="C00000"/>
                </a:solidFill>
              </a:rPr>
              <a:t>易受电磁场干扰</a:t>
            </a:r>
            <a:r>
              <a:rPr lang="zh-CN" altLang="en-US" sz="2400" dirty="0" smtClean="0"/>
              <a:t>。</a:t>
            </a:r>
            <a:endParaRPr lang="en-US" altLang="zh-CN" sz="2400" dirty="0" smtClean="0"/>
          </a:p>
          <a:p>
            <a:pPr algn="just">
              <a:defRPr/>
            </a:pPr>
            <a:r>
              <a:rPr lang="zh-CN" altLang="en-US" dirty="0" smtClean="0">
                <a:solidFill>
                  <a:srgbClr val="FF0000"/>
                </a:solidFill>
              </a:rPr>
              <a:t>微波</a:t>
            </a:r>
            <a:endParaRPr lang="en-US" altLang="zh-CN" dirty="0" smtClean="0">
              <a:solidFill>
                <a:srgbClr val="FF0000"/>
              </a:solidFill>
            </a:endParaRPr>
          </a:p>
          <a:p>
            <a:pPr marL="400050" lvl="1" indent="0" algn="just">
              <a:buFont typeface="Wingdings" pitchFamily="2" charset="2"/>
              <a:buNone/>
              <a:defRPr/>
            </a:pPr>
            <a:r>
              <a:rPr lang="zh-CN" altLang="en-US" sz="2400" dirty="0" smtClean="0"/>
              <a:t>微波</a:t>
            </a:r>
            <a:r>
              <a:rPr lang="zh-CN" altLang="en-US" sz="2400" dirty="0" smtClean="0">
                <a:solidFill>
                  <a:srgbClr val="C00000"/>
                </a:solidFill>
              </a:rPr>
              <a:t>传输频率</a:t>
            </a:r>
            <a:r>
              <a:rPr lang="zh-CN" altLang="en-US" sz="2400" dirty="0" smtClean="0"/>
              <a:t>范围</a:t>
            </a:r>
            <a:r>
              <a:rPr lang="en-US" altLang="zh-CN" sz="2400" dirty="0" smtClean="0"/>
              <a:t>300MHz-300GHz</a:t>
            </a:r>
            <a:r>
              <a:rPr lang="zh-CN" altLang="en-US" sz="2400" dirty="0" smtClean="0"/>
              <a:t>，用于微波传输的载波频率</a:t>
            </a:r>
            <a:r>
              <a:rPr lang="en-US" altLang="zh-CN" sz="2400" dirty="0" smtClean="0"/>
              <a:t>2-40GHz</a:t>
            </a:r>
            <a:r>
              <a:rPr lang="zh-CN" altLang="en-US" sz="2400" dirty="0" smtClean="0"/>
              <a:t>。</a:t>
            </a:r>
            <a:r>
              <a:rPr lang="zh-CN" altLang="en-US" sz="2400" dirty="0">
                <a:solidFill>
                  <a:srgbClr val="C00000"/>
                </a:solidFill>
              </a:rPr>
              <a:t>信号发送与接收端</a:t>
            </a:r>
            <a:r>
              <a:rPr lang="zh-CN" altLang="en-US" sz="2400" dirty="0"/>
              <a:t>中间不能</a:t>
            </a:r>
            <a:r>
              <a:rPr lang="zh-CN" altLang="en-US" sz="2400" dirty="0" smtClean="0"/>
              <a:t>阻挡，信号直线传播，不能绕射。天线需对准，远距离传输需中继。由于</a:t>
            </a:r>
            <a:r>
              <a:rPr lang="zh-CN" altLang="en-US" sz="2400" dirty="0" smtClean="0">
                <a:solidFill>
                  <a:srgbClr val="C00000"/>
                </a:solidFill>
              </a:rPr>
              <a:t>频率高，可以同时传送大量信息。</a:t>
            </a:r>
            <a:endParaRPr lang="zh-CN" altLang="en-US" sz="2400" dirty="0">
              <a:solidFill>
                <a:srgbClr val="C00000"/>
              </a:solidFill>
            </a:endParaRPr>
          </a:p>
        </p:txBody>
      </p:sp>
      <p:sp>
        <p:nvSpPr>
          <p:cNvPr id="4" name="灯片编号占位符 3"/>
          <p:cNvSpPr>
            <a:spLocks noGrp="1"/>
          </p:cNvSpPr>
          <p:nvPr>
            <p:ph type="sldNum" sz="quarter" idx="12"/>
          </p:nvPr>
        </p:nvSpPr>
        <p:spPr/>
        <p:txBody>
          <a:bodyPr/>
          <a:lstStyle/>
          <a:p>
            <a:pPr>
              <a:defRPr/>
            </a:pPr>
            <a:fld id="{98BE2CC2-6462-436D-9C25-B1C238466217}" type="slidenum">
              <a:rPr lang="zh-CN" altLang="en-US" smtClean="0"/>
              <a:pPr>
                <a:defRPr/>
              </a:pPr>
              <a:t>47</a:t>
            </a:fld>
            <a:endParaRPr lang="zh-CN" altLang="en-US"/>
          </a:p>
        </p:txBody>
      </p:sp>
    </p:spTree>
  </p:cSld>
  <p:clrMapOvr>
    <a:masterClrMapping/>
  </p:clrMapOvr>
  <p:transition spd="slow">
    <p:push dir="u"/>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4"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 calcmode="lin" valueType="num">
                                      <p:cBhvr additive="base">
                                        <p:cTn id="7"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1" end="1"/>
                                            </p:txEl>
                                          </p:spTgt>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anim calcmode="lin" valueType="num">
                                      <p:cBhvr additive="base">
                                        <p:cTn id="11"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13" fill="hold" nodeType="clickPar">
                      <p:stCondLst>
                        <p:cond delay="indefinite"/>
                      </p:stCondLst>
                      <p:childTnLst>
                        <p:par>
                          <p:cTn id="14" fill="hold" nodeType="withGroup">
                            <p:stCondLst>
                              <p:cond delay="0"/>
                            </p:stCondLst>
                            <p:childTnLst>
                              <p:par>
                                <p:cTn id="15" presetID="2" presetClass="entr" presetSubtype="4"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 calcmode="lin" valueType="num">
                                      <p:cBhvr additive="base">
                                        <p:cTn id="17"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18" dur="500" fill="hold"/>
                                        <p:tgtEl>
                                          <p:spTgt spid="3">
                                            <p:txEl>
                                              <p:pRg st="3" end="3"/>
                                            </p:txEl>
                                          </p:spTgt>
                                        </p:tgtEl>
                                        <p:attrNameLst>
                                          <p:attrName>ppt_y</p:attrName>
                                        </p:attrNameLst>
                                      </p:cBhvr>
                                      <p:tavLst>
                                        <p:tav tm="0">
                                          <p:val>
                                            <p:strVal val="1+#ppt_h/2"/>
                                          </p:val>
                                        </p:tav>
                                        <p:tav tm="100000">
                                          <p:val>
                                            <p:strVal val="#ppt_y"/>
                                          </p:val>
                                        </p:tav>
                                      </p:tavLst>
                                    </p:anim>
                                  </p:childTnLst>
                                </p:cTn>
                              </p:par>
                              <p:par>
                                <p:cTn id="19" presetID="2" presetClass="entr" presetSubtype="4" fill="hold" nodeType="with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anim calcmode="lin" valueType="num">
                                      <p:cBhvr additive="base">
                                        <p:cTn id="2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2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0" name="标题 1"/>
          <p:cNvSpPr>
            <a:spLocks noGrp="1"/>
          </p:cNvSpPr>
          <p:nvPr>
            <p:ph type="title"/>
          </p:nvPr>
        </p:nvSpPr>
        <p:spPr>
          <a:xfrm>
            <a:off x="107950" y="44450"/>
            <a:ext cx="7343775" cy="792163"/>
          </a:xfrm>
        </p:spPr>
        <p:txBody>
          <a:bodyPr/>
          <a:lstStyle/>
          <a:p>
            <a:r>
              <a:rPr lang="en-US" altLang="zh-CN" smtClean="0"/>
              <a:t>2.8 </a:t>
            </a:r>
            <a:r>
              <a:rPr lang="zh-CN" altLang="en-US" smtClean="0"/>
              <a:t>网络的传输介质</a:t>
            </a:r>
          </a:p>
        </p:txBody>
      </p:sp>
      <p:sp>
        <p:nvSpPr>
          <p:cNvPr id="3" name="内容占位符 2"/>
          <p:cNvSpPr>
            <a:spLocks noGrp="1"/>
          </p:cNvSpPr>
          <p:nvPr>
            <p:ph idx="1"/>
          </p:nvPr>
        </p:nvSpPr>
        <p:spPr>
          <a:xfrm>
            <a:off x="107950" y="981075"/>
            <a:ext cx="8928100" cy="5102225"/>
          </a:xfrm>
        </p:spPr>
        <p:txBody>
          <a:bodyPr/>
          <a:lstStyle/>
          <a:p>
            <a:pPr algn="just">
              <a:defRPr/>
            </a:pPr>
            <a:r>
              <a:rPr lang="zh-CN" altLang="en-US" dirty="0" smtClean="0">
                <a:solidFill>
                  <a:srgbClr val="FF0000"/>
                </a:solidFill>
              </a:rPr>
              <a:t>红外线</a:t>
            </a:r>
            <a:endParaRPr lang="en-US" altLang="zh-CN" dirty="0" smtClean="0">
              <a:solidFill>
                <a:srgbClr val="FF0000"/>
              </a:solidFill>
            </a:endParaRPr>
          </a:p>
          <a:p>
            <a:pPr marL="400050" lvl="1" indent="0" algn="just">
              <a:buFont typeface="Wingdings" pitchFamily="2" charset="2"/>
              <a:buNone/>
              <a:defRPr/>
            </a:pPr>
            <a:r>
              <a:rPr lang="zh-CN" altLang="en-US" dirty="0">
                <a:latin typeface="楷体_GB2312" pitchFamily="49" charset="-122"/>
              </a:rPr>
              <a:t>工作频率为</a:t>
            </a:r>
            <a:r>
              <a:rPr lang="en-US" altLang="zh-CN" dirty="0">
                <a:latin typeface="楷体_GB2312" pitchFamily="49" charset="-122"/>
              </a:rPr>
              <a:t>10</a:t>
            </a:r>
            <a:r>
              <a:rPr lang="en-US" altLang="zh-CN" baseline="30000" dirty="0">
                <a:latin typeface="楷体_GB2312" pitchFamily="49" charset="-122"/>
              </a:rPr>
              <a:t>11</a:t>
            </a:r>
            <a:r>
              <a:rPr lang="zh-CN" altLang="en-US" dirty="0">
                <a:latin typeface="楷体_GB2312" pitchFamily="49" charset="-122"/>
              </a:rPr>
              <a:t>～</a:t>
            </a:r>
            <a:r>
              <a:rPr lang="en-US" altLang="zh-CN" dirty="0">
                <a:latin typeface="楷体_GB2312" pitchFamily="49" charset="-122"/>
              </a:rPr>
              <a:t>10</a:t>
            </a:r>
            <a:r>
              <a:rPr lang="en-US" altLang="zh-CN" baseline="30000" dirty="0">
                <a:latin typeface="楷体_GB2312" pitchFamily="49" charset="-122"/>
              </a:rPr>
              <a:t>14</a:t>
            </a:r>
            <a:r>
              <a:rPr lang="en-US" altLang="zh-CN" dirty="0">
                <a:latin typeface="楷体_GB2312" pitchFamily="49" charset="-122"/>
              </a:rPr>
              <a:t>H</a:t>
            </a:r>
            <a:r>
              <a:rPr lang="en-US" altLang="zh-CN" baseline="-25000" dirty="0">
                <a:latin typeface="楷体_GB2312" pitchFamily="49" charset="-122"/>
              </a:rPr>
              <a:t>z</a:t>
            </a:r>
            <a:r>
              <a:rPr lang="zh-CN" altLang="en-US" dirty="0">
                <a:latin typeface="楷体_GB2312" pitchFamily="49" charset="-122"/>
              </a:rPr>
              <a:t>，通过发送或接收信号调制的非相干红外线，即可形成一条通信链路</a:t>
            </a:r>
            <a:r>
              <a:rPr lang="zh-CN" altLang="en-US" dirty="0" smtClean="0">
                <a:latin typeface="楷体_GB2312" pitchFamily="49" charset="-122"/>
              </a:rPr>
              <a:t>。方向性强，直线传播，穿透能力差，不适合在户外阳光下使用</a:t>
            </a:r>
            <a:endParaRPr lang="en-US" altLang="zh-CN" dirty="0" smtClean="0"/>
          </a:p>
          <a:p>
            <a:pPr algn="just">
              <a:defRPr/>
            </a:pPr>
            <a:r>
              <a:rPr lang="zh-CN" altLang="en-US" dirty="0" smtClean="0">
                <a:solidFill>
                  <a:srgbClr val="FF0000"/>
                </a:solidFill>
              </a:rPr>
              <a:t>激光</a:t>
            </a:r>
            <a:endParaRPr lang="en-US" altLang="zh-CN" dirty="0" smtClean="0">
              <a:solidFill>
                <a:srgbClr val="FF0000"/>
              </a:solidFill>
            </a:endParaRPr>
          </a:p>
          <a:p>
            <a:pPr marL="400050" lvl="1" indent="0" algn="just">
              <a:buFont typeface="Wingdings" pitchFamily="2" charset="2"/>
              <a:buNone/>
              <a:defRPr/>
            </a:pPr>
            <a:r>
              <a:rPr lang="zh-CN" altLang="en-US" dirty="0">
                <a:latin typeface="楷体_GB2312" pitchFamily="49" charset="-122"/>
              </a:rPr>
              <a:t>工作频率为</a:t>
            </a:r>
            <a:r>
              <a:rPr lang="en-US" altLang="zh-CN" dirty="0">
                <a:latin typeface="楷体_GB2312" pitchFamily="49" charset="-122"/>
              </a:rPr>
              <a:t>10</a:t>
            </a:r>
            <a:r>
              <a:rPr lang="en-US" altLang="zh-CN" baseline="30000" dirty="0">
                <a:latin typeface="楷体_GB2312" pitchFamily="49" charset="-122"/>
              </a:rPr>
              <a:t>14</a:t>
            </a:r>
            <a:r>
              <a:rPr lang="zh-CN" altLang="en-US" dirty="0">
                <a:latin typeface="楷体_GB2312" pitchFamily="49" charset="-122"/>
              </a:rPr>
              <a:t>～</a:t>
            </a:r>
            <a:r>
              <a:rPr lang="en-US" altLang="zh-CN" dirty="0">
                <a:latin typeface="楷体_GB2312" pitchFamily="49" charset="-122"/>
              </a:rPr>
              <a:t>10</a:t>
            </a:r>
            <a:r>
              <a:rPr lang="en-US" altLang="zh-CN" baseline="30000" dirty="0">
                <a:latin typeface="楷体_GB2312" pitchFamily="49" charset="-122"/>
              </a:rPr>
              <a:t>15</a:t>
            </a:r>
            <a:r>
              <a:rPr lang="en-US" altLang="zh-CN" dirty="0">
                <a:latin typeface="楷体_GB2312" pitchFamily="49" charset="-122"/>
              </a:rPr>
              <a:t>H</a:t>
            </a:r>
            <a:r>
              <a:rPr lang="en-US" altLang="zh-CN" baseline="-25000" dirty="0">
                <a:latin typeface="楷体_GB2312" pitchFamily="49" charset="-122"/>
              </a:rPr>
              <a:t>z</a:t>
            </a:r>
            <a:r>
              <a:rPr lang="zh-CN" altLang="en-US" dirty="0">
                <a:latin typeface="楷体_GB2312" pitchFamily="49" charset="-122"/>
              </a:rPr>
              <a:t>，用调制解调的相干</a:t>
            </a:r>
            <a:r>
              <a:rPr lang="zh-CN" altLang="en-US" dirty="0" smtClean="0">
                <a:latin typeface="楷体_GB2312" pitchFamily="49" charset="-122"/>
              </a:rPr>
              <a:t>激光实现</a:t>
            </a:r>
            <a:r>
              <a:rPr lang="zh-CN" altLang="en-US" dirty="0">
                <a:latin typeface="楷体_GB2312" pitchFamily="49" charset="-122"/>
              </a:rPr>
              <a:t>激光通信</a:t>
            </a:r>
            <a:r>
              <a:rPr lang="zh-CN" altLang="en-US" dirty="0" smtClean="0">
                <a:latin typeface="楷体_GB2312" pitchFamily="49" charset="-122"/>
              </a:rPr>
              <a:t>。</a:t>
            </a:r>
            <a:endParaRPr lang="en-US" altLang="zh-CN" dirty="0" smtClean="0"/>
          </a:p>
          <a:p>
            <a:pPr marL="0" indent="0" algn="just">
              <a:buFont typeface="Wingdings" pitchFamily="2" charset="2"/>
              <a:buNone/>
              <a:defRPr/>
            </a:pPr>
            <a:r>
              <a:rPr lang="zh-CN" altLang="en-US" sz="2400" dirty="0" smtClean="0">
                <a:solidFill>
                  <a:srgbClr val="0070C0"/>
                </a:solidFill>
                <a:latin typeface="楷体_GB2312" pitchFamily="49" charset="-122"/>
              </a:rPr>
              <a:t>构建网络系统时应根据需求</a:t>
            </a:r>
            <a:r>
              <a:rPr lang="zh-CN" altLang="en-US" sz="2400" dirty="0">
                <a:solidFill>
                  <a:srgbClr val="0070C0"/>
                </a:solidFill>
                <a:latin typeface="楷体_GB2312" pitchFamily="49" charset="-122"/>
              </a:rPr>
              <a:t>，</a:t>
            </a:r>
            <a:r>
              <a:rPr lang="zh-CN" altLang="en-US" sz="2400" dirty="0">
                <a:solidFill>
                  <a:srgbClr val="FF0000"/>
                </a:solidFill>
                <a:latin typeface="楷体_GB2312" pitchFamily="49" charset="-122"/>
              </a:rPr>
              <a:t>选择合适的传输</a:t>
            </a:r>
            <a:r>
              <a:rPr lang="zh-CN" altLang="en-US" sz="2400" dirty="0" smtClean="0">
                <a:solidFill>
                  <a:srgbClr val="FF0000"/>
                </a:solidFill>
                <a:latin typeface="楷体_GB2312" pitchFamily="49" charset="-122"/>
              </a:rPr>
              <a:t>介质</a:t>
            </a:r>
            <a:r>
              <a:rPr lang="zh-CN" altLang="en-US" sz="2400" dirty="0">
                <a:solidFill>
                  <a:srgbClr val="0070C0"/>
                </a:solidFill>
                <a:latin typeface="楷体_GB2312" pitchFamily="49" charset="-122"/>
              </a:rPr>
              <a:t>，</a:t>
            </a:r>
            <a:r>
              <a:rPr lang="zh-CN" altLang="en-US" sz="2400" dirty="0" smtClean="0">
                <a:solidFill>
                  <a:srgbClr val="0070C0"/>
                </a:solidFill>
                <a:latin typeface="楷体_GB2312" pitchFamily="49" charset="-122"/>
              </a:rPr>
              <a:t>要考虑</a:t>
            </a:r>
            <a:r>
              <a:rPr lang="zh-CN" altLang="en-US" sz="2400" dirty="0">
                <a:solidFill>
                  <a:srgbClr val="0070C0"/>
                </a:solidFill>
                <a:latin typeface="楷体_GB2312" pitchFamily="49" charset="-122"/>
              </a:rPr>
              <a:t>的相关问题</a:t>
            </a:r>
            <a:r>
              <a:rPr lang="zh-CN" altLang="en-US" sz="2400" dirty="0" smtClean="0">
                <a:solidFill>
                  <a:srgbClr val="0070C0"/>
                </a:solidFill>
                <a:latin typeface="楷体_GB2312" pitchFamily="49" charset="-122"/>
              </a:rPr>
              <a:t>有：传输</a:t>
            </a:r>
            <a:r>
              <a:rPr lang="zh-CN" altLang="en-US" sz="2400" dirty="0">
                <a:solidFill>
                  <a:srgbClr val="0070C0"/>
                </a:solidFill>
                <a:latin typeface="楷体_GB2312" pitchFamily="49" charset="-122"/>
              </a:rPr>
              <a:t>的信号</a:t>
            </a:r>
            <a:r>
              <a:rPr lang="zh-CN" altLang="en-US" sz="2400" dirty="0" smtClean="0">
                <a:solidFill>
                  <a:srgbClr val="0070C0"/>
                </a:solidFill>
                <a:latin typeface="楷体_GB2312" pitchFamily="49" charset="-122"/>
              </a:rPr>
              <a:t>类型、网络覆盖的</a:t>
            </a:r>
            <a:r>
              <a:rPr lang="zh-CN" altLang="en-US" sz="2400" dirty="0">
                <a:solidFill>
                  <a:srgbClr val="C00000"/>
                </a:solidFill>
                <a:latin typeface="楷体_GB2312" pitchFamily="49" charset="-122"/>
              </a:rPr>
              <a:t>地理</a:t>
            </a:r>
            <a:r>
              <a:rPr lang="zh-CN" altLang="en-US" sz="2400" dirty="0" smtClean="0">
                <a:solidFill>
                  <a:srgbClr val="C00000"/>
                </a:solidFill>
                <a:latin typeface="楷体_GB2312" pitchFamily="49" charset="-122"/>
              </a:rPr>
              <a:t>范围</a:t>
            </a:r>
            <a:r>
              <a:rPr lang="zh-CN" altLang="en-US" sz="2400" dirty="0" smtClean="0">
                <a:latin typeface="楷体_GB2312" pitchFamily="49" charset="-122"/>
              </a:rPr>
              <a:t>、</a:t>
            </a:r>
            <a:r>
              <a:rPr lang="zh-CN" altLang="en-US" sz="2400" dirty="0" smtClean="0">
                <a:solidFill>
                  <a:srgbClr val="C00000"/>
                </a:solidFill>
                <a:latin typeface="楷体_GB2312" pitchFamily="49" charset="-122"/>
              </a:rPr>
              <a:t>环境条件</a:t>
            </a:r>
            <a:r>
              <a:rPr lang="zh-CN" altLang="en-US" sz="2400" dirty="0" smtClean="0">
                <a:latin typeface="楷体_GB2312" pitchFamily="49" charset="-122"/>
              </a:rPr>
              <a:t>、</a:t>
            </a:r>
            <a:r>
              <a:rPr lang="zh-CN" altLang="en-US" sz="2400" dirty="0" smtClean="0">
                <a:solidFill>
                  <a:srgbClr val="C00000"/>
                </a:solidFill>
                <a:latin typeface="楷体_GB2312" pitchFamily="49" charset="-122"/>
              </a:rPr>
              <a:t>节点间距离</a:t>
            </a:r>
            <a:r>
              <a:rPr lang="zh-CN" altLang="en-US" sz="2400" dirty="0" smtClean="0">
                <a:latin typeface="楷体_GB2312" pitchFamily="49" charset="-122"/>
              </a:rPr>
              <a:t>、</a:t>
            </a:r>
            <a:r>
              <a:rPr lang="zh-CN" altLang="en-US" sz="2400" dirty="0" smtClean="0">
                <a:solidFill>
                  <a:srgbClr val="0070C0"/>
                </a:solidFill>
                <a:latin typeface="楷体_GB2312" pitchFamily="49" charset="-122"/>
              </a:rPr>
              <a:t>网络</a:t>
            </a:r>
            <a:r>
              <a:rPr lang="zh-CN" altLang="en-US" sz="2400" dirty="0" smtClean="0">
                <a:solidFill>
                  <a:srgbClr val="C00000"/>
                </a:solidFill>
                <a:latin typeface="楷体_GB2312" pitchFamily="49" charset="-122"/>
              </a:rPr>
              <a:t>连接方式</a:t>
            </a:r>
            <a:r>
              <a:rPr lang="zh-CN" altLang="en-US" sz="2400" dirty="0" smtClean="0">
                <a:latin typeface="楷体_GB2312" pitchFamily="49" charset="-122"/>
              </a:rPr>
              <a:t>、</a:t>
            </a:r>
            <a:r>
              <a:rPr lang="zh-CN" altLang="en-US" sz="2400" dirty="0" smtClean="0">
                <a:solidFill>
                  <a:srgbClr val="0070C0"/>
                </a:solidFill>
                <a:latin typeface="楷体_GB2312" pitchFamily="49" charset="-122"/>
              </a:rPr>
              <a:t>网络</a:t>
            </a:r>
            <a:r>
              <a:rPr lang="zh-CN" altLang="en-US" sz="2400" dirty="0" smtClean="0">
                <a:solidFill>
                  <a:srgbClr val="C00000"/>
                </a:solidFill>
                <a:latin typeface="楷体_GB2312" pitchFamily="49" charset="-122"/>
              </a:rPr>
              <a:t>通信量</a:t>
            </a:r>
            <a:r>
              <a:rPr lang="zh-CN" altLang="en-US" sz="2400" dirty="0" smtClean="0">
                <a:latin typeface="楷体_GB2312" pitchFamily="49" charset="-122"/>
              </a:rPr>
              <a:t>、</a:t>
            </a:r>
            <a:r>
              <a:rPr lang="zh-CN" altLang="en-US" sz="2400" dirty="0" smtClean="0">
                <a:solidFill>
                  <a:srgbClr val="0070C0"/>
                </a:solidFill>
                <a:latin typeface="楷体_GB2312" pitchFamily="49" charset="-122"/>
              </a:rPr>
              <a:t>传输</a:t>
            </a:r>
            <a:r>
              <a:rPr lang="zh-CN" altLang="en-US" sz="2400" dirty="0">
                <a:solidFill>
                  <a:srgbClr val="0070C0"/>
                </a:solidFill>
                <a:latin typeface="楷体_GB2312" pitchFamily="49" charset="-122"/>
              </a:rPr>
              <a:t>介质与相关设备的</a:t>
            </a:r>
            <a:r>
              <a:rPr lang="zh-CN" altLang="en-US" sz="2400" dirty="0">
                <a:solidFill>
                  <a:srgbClr val="C00000"/>
                </a:solidFill>
                <a:latin typeface="楷体_GB2312" pitchFamily="49" charset="-122"/>
              </a:rPr>
              <a:t>性能价格比</a:t>
            </a:r>
            <a:r>
              <a:rPr lang="zh-CN" altLang="en-US" sz="2400" dirty="0">
                <a:solidFill>
                  <a:srgbClr val="0070C0"/>
                </a:solidFill>
                <a:latin typeface="楷体_GB2312" pitchFamily="49" charset="-122"/>
              </a:rPr>
              <a:t>等</a:t>
            </a:r>
            <a:r>
              <a:rPr lang="zh-CN" altLang="en-US" sz="2400" dirty="0" smtClean="0">
                <a:solidFill>
                  <a:srgbClr val="0070C0"/>
                </a:solidFill>
                <a:latin typeface="楷体_GB2312" pitchFamily="49" charset="-122"/>
              </a:rPr>
              <a:t>。</a:t>
            </a:r>
            <a:endParaRPr lang="en-US" altLang="zh-CN" sz="2400" dirty="0" smtClean="0">
              <a:solidFill>
                <a:srgbClr val="0070C0"/>
              </a:solidFill>
              <a:latin typeface="楷体_GB2312" pitchFamily="49" charset="-122"/>
            </a:endParaRPr>
          </a:p>
        </p:txBody>
      </p:sp>
      <p:sp>
        <p:nvSpPr>
          <p:cNvPr id="4" name="灯片编号占位符 3"/>
          <p:cNvSpPr>
            <a:spLocks noGrp="1"/>
          </p:cNvSpPr>
          <p:nvPr>
            <p:ph type="sldNum" sz="quarter" idx="12"/>
          </p:nvPr>
        </p:nvSpPr>
        <p:spPr/>
        <p:txBody>
          <a:bodyPr/>
          <a:lstStyle/>
          <a:p>
            <a:pPr>
              <a:defRPr/>
            </a:pPr>
            <a:fld id="{8FB74A0D-1DC4-43FC-A031-F54287F2B35C}" type="slidenum">
              <a:rPr lang="zh-CN" altLang="en-US" smtClean="0"/>
              <a:pPr>
                <a:defRPr/>
              </a:pPr>
              <a:t>48</a:t>
            </a:fld>
            <a:endParaRPr lang="zh-CN" altLang="en-US" dirty="0"/>
          </a:p>
        </p:txBody>
      </p:sp>
    </p:spTree>
  </p:cSld>
  <p:clrMapOvr>
    <a:masterClrMapping/>
  </p:clrMapOvr>
  <p:transition spd="slow">
    <p:push dir="u"/>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1000"/>
                                        <p:tgtEl>
                                          <p:spTgt spid="3">
                                            <p:txEl>
                                              <p:pRg st="1" end="1"/>
                                            </p:txEl>
                                          </p:spTgt>
                                        </p:tgtEl>
                                      </p:cBhvr>
                                    </p:animEffect>
                                    <p:anim calcmode="lin" valueType="num">
                                      <p:cBhvr>
                                        <p:cTn id="13"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42" presetClass="entr" presetSubtype="0" fill="hold"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fade">
                                      <p:cBhvr>
                                        <p:cTn id="19" dur="1000"/>
                                        <p:tgtEl>
                                          <p:spTgt spid="3">
                                            <p:txEl>
                                              <p:pRg st="2" end="2"/>
                                            </p:txEl>
                                          </p:spTgt>
                                        </p:tgtEl>
                                      </p:cBhvr>
                                    </p:animEffect>
                                    <p:anim calcmode="lin" valueType="num">
                                      <p:cBhvr>
                                        <p:cTn id="20"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21" dur="1000" fill="hold"/>
                                        <p:tgtEl>
                                          <p:spTgt spid="3">
                                            <p:txEl>
                                              <p:pRg st="2" end="2"/>
                                            </p:txEl>
                                          </p:spTgt>
                                        </p:tgtEl>
                                        <p:attrNameLst>
                                          <p:attrName>ppt_y</p:attrName>
                                        </p:attrNameLst>
                                      </p:cBhvr>
                                      <p:tavLst>
                                        <p:tav tm="0">
                                          <p:val>
                                            <p:strVal val="#ppt_y+.1"/>
                                          </p:val>
                                        </p:tav>
                                        <p:tav tm="100000">
                                          <p:val>
                                            <p:strVal val="#ppt_y"/>
                                          </p:val>
                                        </p:tav>
                                      </p:tavLst>
                                    </p:anim>
                                  </p:childTnLst>
                                </p:cTn>
                              </p:par>
                              <p:par>
                                <p:cTn id="22" presetID="42" presetClass="entr" presetSubtype="0" fill="hold" nodeType="withEffect">
                                  <p:stCondLst>
                                    <p:cond delay="0"/>
                                  </p:stCondLst>
                                  <p:childTnLst>
                                    <p:set>
                                      <p:cBhvr>
                                        <p:cTn id="23" dur="1" fill="hold">
                                          <p:stCondLst>
                                            <p:cond delay="0"/>
                                          </p:stCondLst>
                                        </p:cTn>
                                        <p:tgtEl>
                                          <p:spTgt spid="3">
                                            <p:txEl>
                                              <p:pRg st="3" end="3"/>
                                            </p:txEl>
                                          </p:spTgt>
                                        </p:tgtEl>
                                        <p:attrNameLst>
                                          <p:attrName>style.visibility</p:attrName>
                                        </p:attrNameLst>
                                      </p:cBhvr>
                                      <p:to>
                                        <p:strVal val="visible"/>
                                      </p:to>
                                    </p:set>
                                    <p:animEffect transition="in" filter="fade">
                                      <p:cBhvr>
                                        <p:cTn id="24" dur="1000"/>
                                        <p:tgtEl>
                                          <p:spTgt spid="3">
                                            <p:txEl>
                                              <p:pRg st="3" end="3"/>
                                            </p:txEl>
                                          </p:spTgt>
                                        </p:tgtEl>
                                      </p:cBhvr>
                                    </p:animEffect>
                                    <p:anim calcmode="lin" valueType="num">
                                      <p:cBhvr>
                                        <p:cTn id="25"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26" dur="1000" fill="hold"/>
                                        <p:tgtEl>
                                          <p:spTgt spid="3">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27" fill="hold" nodeType="clickPar">
                      <p:stCondLst>
                        <p:cond delay="indefinite"/>
                      </p:stCondLst>
                      <p:childTnLst>
                        <p:par>
                          <p:cTn id="28" fill="hold" nodeType="withGroup">
                            <p:stCondLst>
                              <p:cond delay="0"/>
                            </p:stCondLst>
                            <p:childTnLst>
                              <p:par>
                                <p:cTn id="29" presetID="42" presetClass="entr" presetSubtype="0" fill="hold"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Effect transition="in" filter="fade">
                                      <p:cBhvr>
                                        <p:cTn id="31" dur="1000"/>
                                        <p:tgtEl>
                                          <p:spTgt spid="3">
                                            <p:txEl>
                                              <p:pRg st="4" end="4"/>
                                            </p:txEl>
                                          </p:spTgt>
                                        </p:tgtEl>
                                      </p:cBhvr>
                                    </p:animEffect>
                                    <p:anim calcmode="lin" valueType="num">
                                      <p:cBhvr>
                                        <p:cTn id="32"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33" dur="1000" fill="hold"/>
                                        <p:tgtEl>
                                          <p:spTgt spid="3">
                                            <p:txEl>
                                              <p:pRg st="4" end="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4" name="标题 1"/>
          <p:cNvSpPr>
            <a:spLocks noGrp="1"/>
          </p:cNvSpPr>
          <p:nvPr>
            <p:ph type="title"/>
          </p:nvPr>
        </p:nvSpPr>
        <p:spPr>
          <a:xfrm>
            <a:off x="107950" y="44450"/>
            <a:ext cx="7343775" cy="792163"/>
          </a:xfrm>
        </p:spPr>
        <p:txBody>
          <a:bodyPr/>
          <a:lstStyle/>
          <a:p>
            <a:pPr eaLnBrk="1" hangingPunct="1"/>
            <a:r>
              <a:rPr lang="zh-CN" altLang="en-US" smtClean="0"/>
              <a:t>第</a:t>
            </a:r>
            <a:r>
              <a:rPr lang="en-US" altLang="zh-CN" smtClean="0"/>
              <a:t>2</a:t>
            </a:r>
            <a:r>
              <a:rPr lang="zh-CN" altLang="en-US" smtClean="0"/>
              <a:t>章 数据通信与网络基础</a:t>
            </a:r>
          </a:p>
        </p:txBody>
      </p:sp>
      <p:sp>
        <p:nvSpPr>
          <p:cNvPr id="64515" name="内容占位符 2"/>
          <p:cNvSpPr>
            <a:spLocks noGrp="1"/>
          </p:cNvSpPr>
          <p:nvPr>
            <p:ph idx="1"/>
          </p:nvPr>
        </p:nvSpPr>
        <p:spPr>
          <a:xfrm>
            <a:off x="107950" y="981075"/>
            <a:ext cx="8928100" cy="5102225"/>
          </a:xfrm>
        </p:spPr>
        <p:txBody>
          <a:bodyPr/>
          <a:lstStyle/>
          <a:p>
            <a:pPr eaLnBrk="1" hangingPunct="1"/>
            <a:r>
              <a:rPr lang="en-US" altLang="zh-CN" smtClean="0"/>
              <a:t>2.1 </a:t>
            </a:r>
            <a:r>
              <a:rPr lang="zh-CN" altLang="en-US" smtClean="0"/>
              <a:t>基本术语</a:t>
            </a:r>
            <a:endParaRPr lang="en-US" altLang="zh-CN" smtClean="0"/>
          </a:p>
          <a:p>
            <a:pPr eaLnBrk="1" hangingPunct="1"/>
            <a:r>
              <a:rPr lang="en-US" altLang="zh-CN" smtClean="0"/>
              <a:t>2.2 </a:t>
            </a:r>
            <a:r>
              <a:rPr lang="zh-CN" altLang="en-US" smtClean="0"/>
              <a:t>数据编码</a:t>
            </a:r>
            <a:endParaRPr lang="en-US" altLang="zh-CN" smtClean="0"/>
          </a:p>
          <a:p>
            <a:pPr eaLnBrk="1" hangingPunct="1"/>
            <a:r>
              <a:rPr lang="en-US" altLang="zh-CN" smtClean="0"/>
              <a:t>2.3 </a:t>
            </a:r>
            <a:r>
              <a:rPr lang="zh-CN" altLang="en-US" smtClean="0"/>
              <a:t>数据传输方式</a:t>
            </a:r>
            <a:endParaRPr lang="en-US" altLang="zh-CN" smtClean="0"/>
          </a:p>
          <a:p>
            <a:pPr eaLnBrk="1" hangingPunct="1"/>
            <a:r>
              <a:rPr lang="en-US" altLang="zh-CN" smtClean="0"/>
              <a:t>2.4 </a:t>
            </a:r>
            <a:r>
              <a:rPr lang="zh-CN" altLang="en-US" smtClean="0"/>
              <a:t>通信线路工作方式</a:t>
            </a:r>
            <a:endParaRPr lang="en-US" altLang="zh-CN" smtClean="0"/>
          </a:p>
          <a:p>
            <a:pPr eaLnBrk="1" hangingPunct="1"/>
            <a:r>
              <a:rPr lang="en-US" altLang="zh-CN" smtClean="0"/>
              <a:t>2.5 </a:t>
            </a:r>
            <a:r>
              <a:rPr lang="zh-CN" altLang="en-US" smtClean="0"/>
              <a:t>信号传输模式</a:t>
            </a:r>
            <a:endParaRPr lang="en-US" altLang="zh-CN" smtClean="0"/>
          </a:p>
          <a:p>
            <a:pPr eaLnBrk="1" hangingPunct="1"/>
            <a:r>
              <a:rPr lang="en-US" altLang="zh-CN" smtClean="0"/>
              <a:t>2.6</a:t>
            </a:r>
            <a:r>
              <a:rPr lang="zh-CN" altLang="en-US" smtClean="0"/>
              <a:t> 差错检测及校正</a:t>
            </a:r>
            <a:endParaRPr lang="en-US" altLang="zh-CN" smtClean="0"/>
          </a:p>
          <a:p>
            <a:pPr eaLnBrk="1" hangingPunct="1"/>
            <a:r>
              <a:rPr lang="en-US" altLang="zh-CN" smtClean="0"/>
              <a:t>2.7 </a:t>
            </a:r>
            <a:r>
              <a:rPr lang="zh-CN" altLang="en-US" smtClean="0"/>
              <a:t>网络拓扑</a:t>
            </a:r>
            <a:endParaRPr lang="en-US" altLang="zh-CN" smtClean="0"/>
          </a:p>
          <a:p>
            <a:pPr eaLnBrk="1" hangingPunct="1"/>
            <a:r>
              <a:rPr lang="en-US" altLang="zh-CN" smtClean="0"/>
              <a:t>2.8 </a:t>
            </a:r>
            <a:r>
              <a:rPr lang="zh-CN" altLang="en-US" smtClean="0"/>
              <a:t>网络的传输介质</a:t>
            </a:r>
            <a:endParaRPr lang="en-US" altLang="zh-CN" smtClean="0"/>
          </a:p>
          <a:p>
            <a:pPr eaLnBrk="1" hangingPunct="1"/>
            <a:r>
              <a:rPr lang="en-US" altLang="zh-CN" smtClean="0">
                <a:solidFill>
                  <a:srgbClr val="FF0000"/>
                </a:solidFill>
              </a:rPr>
              <a:t>2.9 </a:t>
            </a:r>
            <a:r>
              <a:rPr lang="zh-CN" altLang="en-US" smtClean="0">
                <a:solidFill>
                  <a:srgbClr val="FF0000"/>
                </a:solidFill>
              </a:rPr>
              <a:t>传输介质访问控制方式</a:t>
            </a:r>
            <a:endParaRPr lang="en-US" altLang="zh-CN" smtClean="0">
              <a:solidFill>
                <a:srgbClr val="FF0000"/>
              </a:solidFill>
            </a:endParaRPr>
          </a:p>
        </p:txBody>
      </p:sp>
      <p:sp>
        <p:nvSpPr>
          <p:cNvPr id="3" name="灯片编号占位符 2"/>
          <p:cNvSpPr>
            <a:spLocks noGrp="1"/>
          </p:cNvSpPr>
          <p:nvPr>
            <p:ph type="sldNum" sz="quarter" idx="12"/>
          </p:nvPr>
        </p:nvSpPr>
        <p:spPr/>
        <p:txBody>
          <a:bodyPr/>
          <a:lstStyle/>
          <a:p>
            <a:pPr>
              <a:defRPr/>
            </a:pPr>
            <a:fld id="{B558A65A-2775-4685-A916-5A822504F789}" type="slidenum">
              <a:rPr lang="zh-CN" altLang="en-US" smtClean="0"/>
              <a:pPr>
                <a:defRPr/>
              </a:pPr>
              <a:t>49</a:t>
            </a:fld>
            <a:endParaRPr lang="zh-CN" altLang="en-US"/>
          </a:p>
        </p:txBody>
      </p:sp>
    </p:spTree>
  </p:cSld>
  <p:clrMapOvr>
    <a:masterClrMapping/>
  </p:clrMapOvr>
  <p:transition spd="slow">
    <p:push dir="u"/>
  </p:transition>
  <p:timing>
    <p:tnLst>
      <p:par>
        <p:cTn id="1" dur="indefinite" restart="never" nodeType="tmRoot"/>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8" name="标题 1"/>
          <p:cNvSpPr>
            <a:spLocks noGrp="1"/>
          </p:cNvSpPr>
          <p:nvPr>
            <p:ph type="title"/>
          </p:nvPr>
        </p:nvSpPr>
        <p:spPr>
          <a:xfrm>
            <a:off x="107950" y="44450"/>
            <a:ext cx="7343775" cy="792163"/>
          </a:xfrm>
        </p:spPr>
        <p:txBody>
          <a:bodyPr/>
          <a:lstStyle/>
          <a:p>
            <a:r>
              <a:rPr lang="en-US" altLang="zh-CN" smtClean="0"/>
              <a:t>2.9 </a:t>
            </a:r>
            <a:r>
              <a:rPr lang="zh-CN" altLang="en-US" smtClean="0"/>
              <a:t>传输介质访问控制方式</a:t>
            </a:r>
          </a:p>
        </p:txBody>
      </p:sp>
      <p:sp>
        <p:nvSpPr>
          <p:cNvPr id="3" name="内容占位符 2"/>
          <p:cNvSpPr>
            <a:spLocks noGrp="1"/>
          </p:cNvSpPr>
          <p:nvPr>
            <p:ph idx="1"/>
          </p:nvPr>
        </p:nvSpPr>
        <p:spPr>
          <a:xfrm>
            <a:off x="107950" y="981075"/>
            <a:ext cx="8928100" cy="5102225"/>
          </a:xfrm>
        </p:spPr>
        <p:txBody>
          <a:bodyPr/>
          <a:lstStyle/>
          <a:p>
            <a:pPr marL="0" indent="0" algn="just">
              <a:buFont typeface="Wingdings" pitchFamily="2" charset="2"/>
              <a:buNone/>
            </a:pPr>
            <a:r>
              <a:rPr lang="zh-CN" altLang="en-US" sz="3600" dirty="0" smtClean="0">
                <a:solidFill>
                  <a:srgbClr val="C00000"/>
                </a:solidFill>
              </a:rPr>
              <a:t>传输介质访问控制方式</a:t>
            </a:r>
            <a:endParaRPr lang="en-US" altLang="zh-CN" sz="3600" dirty="0" smtClean="0">
              <a:solidFill>
                <a:schemeClr val="tx2"/>
              </a:solidFill>
            </a:endParaRPr>
          </a:p>
          <a:p>
            <a:pPr algn="just"/>
            <a:r>
              <a:rPr lang="zh-CN" altLang="en-US" dirty="0" smtClean="0">
                <a:solidFill>
                  <a:srgbClr val="FF0000"/>
                </a:solidFill>
              </a:rPr>
              <a:t>需要介质访问控制的原因</a:t>
            </a:r>
            <a:endParaRPr lang="en-US" altLang="zh-CN" dirty="0" smtClean="0">
              <a:solidFill>
                <a:srgbClr val="FF0000"/>
              </a:solidFill>
            </a:endParaRPr>
          </a:p>
          <a:p>
            <a:pPr algn="just"/>
            <a:endParaRPr lang="en-US" altLang="zh-CN" dirty="0" smtClean="0">
              <a:solidFill>
                <a:srgbClr val="C00000"/>
              </a:solidFill>
            </a:endParaRPr>
          </a:p>
          <a:p>
            <a:pPr marL="0" indent="0" algn="just">
              <a:buNone/>
            </a:pPr>
            <a:r>
              <a:rPr lang="zh-CN" altLang="en-US" dirty="0">
                <a:solidFill>
                  <a:schemeClr val="tx2"/>
                </a:solidFill>
              </a:rPr>
              <a:t>不同类</a:t>
            </a:r>
            <a:r>
              <a:rPr lang="zh-CN" altLang="en-US" dirty="0" smtClean="0">
                <a:solidFill>
                  <a:schemeClr val="tx2"/>
                </a:solidFill>
              </a:rPr>
              <a:t>型网络使用不</a:t>
            </a:r>
            <a:r>
              <a:rPr lang="zh-CN" altLang="en-US" dirty="0">
                <a:solidFill>
                  <a:schemeClr val="tx2"/>
                </a:solidFill>
              </a:rPr>
              <a:t>同方法</a:t>
            </a:r>
            <a:endParaRPr lang="en-US" altLang="zh-CN" dirty="0" smtClean="0">
              <a:solidFill>
                <a:srgbClr val="C00000"/>
              </a:solidFill>
            </a:endParaRPr>
          </a:p>
          <a:p>
            <a:pPr algn="just"/>
            <a:r>
              <a:rPr lang="zh-CN" altLang="en-US" dirty="0">
                <a:solidFill>
                  <a:schemeClr val="tx2"/>
                </a:solidFill>
              </a:rPr>
              <a:t>计算机网络：</a:t>
            </a:r>
            <a:r>
              <a:rPr lang="zh-CN" altLang="en-US" dirty="0" smtClean="0">
                <a:solidFill>
                  <a:srgbClr val="C00000"/>
                </a:solidFill>
              </a:rPr>
              <a:t>载波监听多路访问</a:t>
            </a:r>
            <a:r>
              <a:rPr lang="en-US" altLang="zh-CN" dirty="0" smtClean="0">
                <a:solidFill>
                  <a:srgbClr val="C00000"/>
                </a:solidFill>
              </a:rPr>
              <a:t>/</a:t>
            </a:r>
            <a:r>
              <a:rPr lang="zh-CN" altLang="en-US" dirty="0" smtClean="0">
                <a:solidFill>
                  <a:srgbClr val="C00000"/>
                </a:solidFill>
              </a:rPr>
              <a:t>冲突检测</a:t>
            </a:r>
            <a:endParaRPr lang="en-US" altLang="zh-CN" dirty="0" smtClean="0">
              <a:solidFill>
                <a:srgbClr val="C00000"/>
              </a:solidFill>
            </a:endParaRPr>
          </a:p>
          <a:p>
            <a:pPr algn="just"/>
            <a:endParaRPr lang="en-US" altLang="zh-CN" dirty="0" smtClean="0"/>
          </a:p>
          <a:p>
            <a:pPr algn="just"/>
            <a:r>
              <a:rPr lang="zh-CN" altLang="en-US" dirty="0">
                <a:solidFill>
                  <a:schemeClr val="tx2"/>
                </a:solidFill>
              </a:rPr>
              <a:t>控制网络</a:t>
            </a:r>
            <a:r>
              <a:rPr lang="zh-CN" altLang="en-US" dirty="0" smtClean="0">
                <a:solidFill>
                  <a:schemeClr val="tx2"/>
                </a:solidFill>
              </a:rPr>
              <a:t>：</a:t>
            </a:r>
            <a:r>
              <a:rPr lang="zh-CN" altLang="en-US" dirty="0">
                <a:solidFill>
                  <a:srgbClr val="C00000"/>
                </a:solidFill>
              </a:rPr>
              <a:t>令</a:t>
            </a:r>
            <a:r>
              <a:rPr lang="zh-CN" altLang="en-US" dirty="0" smtClean="0">
                <a:solidFill>
                  <a:srgbClr val="C00000"/>
                </a:solidFill>
              </a:rPr>
              <a:t>牌环、令牌总线、时分复用</a:t>
            </a:r>
            <a:endParaRPr lang="zh-CN" altLang="en-US" dirty="0" smtClean="0"/>
          </a:p>
        </p:txBody>
      </p:sp>
      <p:sp>
        <p:nvSpPr>
          <p:cNvPr id="4" name="灯片编号占位符 3"/>
          <p:cNvSpPr>
            <a:spLocks noGrp="1"/>
          </p:cNvSpPr>
          <p:nvPr>
            <p:ph type="sldNum" sz="quarter" idx="12"/>
          </p:nvPr>
        </p:nvSpPr>
        <p:spPr/>
        <p:txBody>
          <a:bodyPr/>
          <a:lstStyle/>
          <a:p>
            <a:pPr>
              <a:defRPr/>
            </a:pPr>
            <a:fld id="{05FFF5BA-E848-4CAB-A114-066CCC872EAC}" type="slidenum">
              <a:rPr lang="zh-CN" altLang="en-US" smtClean="0"/>
              <a:pPr>
                <a:defRPr/>
              </a:pPr>
              <a:t>50</a:t>
            </a:fld>
            <a:endParaRPr lang="zh-CN" altLang="en-US"/>
          </a:p>
        </p:txBody>
      </p:sp>
    </p:spTree>
  </p:cSld>
  <p:clrMapOvr>
    <a:masterClrMapping/>
  </p:clrMapOvr>
  <p:transition spd="slow">
    <p:push dir="u"/>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animEffect transition="in" filter="fade">
                                      <p:cBhvr>
                                        <p:cTn id="7" dur="1000"/>
                                        <p:tgtEl>
                                          <p:spTgt spid="3">
                                            <p:txEl>
                                              <p:pRg st="4" end="4"/>
                                            </p:txEl>
                                          </p:spTgt>
                                        </p:tgtEl>
                                      </p:cBhvr>
                                    </p:animEffect>
                                    <p:anim calcmode="lin" valueType="num">
                                      <p:cBhvr>
                                        <p:cTn id="8"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3">
                                            <p:txEl>
                                              <p:pRg st="6" end="6"/>
                                            </p:txEl>
                                          </p:spTgt>
                                        </p:tgtEl>
                                        <p:attrNameLst>
                                          <p:attrName>style.visibility</p:attrName>
                                        </p:attrNameLst>
                                      </p:cBhvr>
                                      <p:to>
                                        <p:strVal val="visible"/>
                                      </p:to>
                                    </p:set>
                                    <p:animEffect transition="in" filter="fade">
                                      <p:cBhvr>
                                        <p:cTn id="14" dur="1000"/>
                                        <p:tgtEl>
                                          <p:spTgt spid="3">
                                            <p:txEl>
                                              <p:pRg st="6" end="6"/>
                                            </p:txEl>
                                          </p:spTgt>
                                        </p:tgtEl>
                                      </p:cBhvr>
                                    </p:animEffect>
                                    <p:anim calcmode="lin" valueType="num">
                                      <p:cBhvr>
                                        <p:cTn id="15" dur="1000" fill="hold"/>
                                        <p:tgtEl>
                                          <p:spTgt spid="3">
                                            <p:txEl>
                                              <p:pRg st="6" end="6"/>
                                            </p:txEl>
                                          </p:spTgt>
                                        </p:tgtEl>
                                        <p:attrNameLst>
                                          <p:attrName>ppt_x</p:attrName>
                                        </p:attrNameLst>
                                      </p:cBhvr>
                                      <p:tavLst>
                                        <p:tav tm="0">
                                          <p:val>
                                            <p:strVal val="#ppt_x"/>
                                          </p:val>
                                        </p:tav>
                                        <p:tav tm="100000">
                                          <p:val>
                                            <p:strVal val="#ppt_x"/>
                                          </p:val>
                                        </p:tav>
                                      </p:tavLst>
                                    </p:anim>
                                    <p:anim calcmode="lin" valueType="num">
                                      <p:cBhvr>
                                        <p:cTn id="16" dur="1000" fill="hold"/>
                                        <p:tgtEl>
                                          <p:spTgt spid="3">
                                            <p:txEl>
                                              <p:pRg st="6" end="6"/>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2" name="标题 1"/>
          <p:cNvSpPr>
            <a:spLocks noGrp="1"/>
          </p:cNvSpPr>
          <p:nvPr>
            <p:ph type="title"/>
          </p:nvPr>
        </p:nvSpPr>
        <p:spPr>
          <a:xfrm>
            <a:off x="107950" y="44450"/>
            <a:ext cx="7343775" cy="792163"/>
          </a:xfrm>
        </p:spPr>
        <p:txBody>
          <a:bodyPr/>
          <a:lstStyle/>
          <a:p>
            <a:r>
              <a:rPr lang="en-US" altLang="zh-CN" smtClean="0"/>
              <a:t>2.9 </a:t>
            </a:r>
            <a:r>
              <a:rPr lang="zh-CN" altLang="en-US" smtClean="0"/>
              <a:t>传输介质访问控制方式</a:t>
            </a:r>
          </a:p>
        </p:txBody>
      </p:sp>
      <p:sp>
        <p:nvSpPr>
          <p:cNvPr id="3" name="内容占位符 2"/>
          <p:cNvSpPr>
            <a:spLocks noGrp="1"/>
          </p:cNvSpPr>
          <p:nvPr>
            <p:ph idx="1"/>
          </p:nvPr>
        </p:nvSpPr>
        <p:spPr>
          <a:xfrm>
            <a:off x="107950" y="981075"/>
            <a:ext cx="8928100" cy="5102225"/>
          </a:xfrm>
        </p:spPr>
        <p:txBody>
          <a:bodyPr/>
          <a:lstStyle/>
          <a:p>
            <a:pPr>
              <a:defRPr/>
            </a:pPr>
            <a:r>
              <a:rPr lang="zh-CN" altLang="en-US" sz="3600" dirty="0">
                <a:solidFill>
                  <a:srgbClr val="FF0000"/>
                </a:solidFill>
                <a:latin typeface="楷体_GB2312" pitchFamily="49" charset="-122"/>
              </a:rPr>
              <a:t>载波监听多路访问</a:t>
            </a:r>
            <a:r>
              <a:rPr lang="en-US" altLang="zh-CN" sz="3600" dirty="0">
                <a:solidFill>
                  <a:srgbClr val="FF0000"/>
                </a:solidFill>
                <a:latin typeface="楷体_GB2312" pitchFamily="49" charset="-122"/>
              </a:rPr>
              <a:t>/</a:t>
            </a:r>
            <a:r>
              <a:rPr lang="zh-CN" altLang="en-US" sz="3600" dirty="0">
                <a:solidFill>
                  <a:srgbClr val="FF0000"/>
                </a:solidFill>
                <a:latin typeface="楷体_GB2312" pitchFamily="49" charset="-122"/>
              </a:rPr>
              <a:t>冲突</a:t>
            </a:r>
            <a:r>
              <a:rPr lang="zh-CN" altLang="en-US" sz="3600" dirty="0" smtClean="0">
                <a:solidFill>
                  <a:srgbClr val="FF0000"/>
                </a:solidFill>
                <a:latin typeface="楷体_GB2312" pitchFamily="49" charset="-122"/>
              </a:rPr>
              <a:t>检测（</a:t>
            </a:r>
            <a:r>
              <a:rPr lang="en-US" altLang="zh-CN" sz="3600" dirty="0" smtClean="0">
                <a:solidFill>
                  <a:srgbClr val="FF0000"/>
                </a:solidFill>
                <a:latin typeface="楷体_GB2312" pitchFamily="49" charset="-122"/>
              </a:rPr>
              <a:t>CSMA/CD</a:t>
            </a:r>
            <a:r>
              <a:rPr lang="zh-CN" altLang="en-US" sz="3600" dirty="0" smtClean="0">
                <a:solidFill>
                  <a:srgbClr val="FF0000"/>
                </a:solidFill>
                <a:latin typeface="楷体_GB2312" pitchFamily="49" charset="-122"/>
              </a:rPr>
              <a:t>）</a:t>
            </a:r>
            <a:endParaRPr lang="en-US" altLang="zh-CN" sz="3600" dirty="0" smtClean="0">
              <a:solidFill>
                <a:srgbClr val="FF0000"/>
              </a:solidFill>
              <a:latin typeface="楷体_GB2312" pitchFamily="49" charset="-122"/>
            </a:endParaRPr>
          </a:p>
          <a:p>
            <a:pPr>
              <a:defRPr/>
            </a:pPr>
            <a:endParaRPr lang="en-US" altLang="zh-CN" dirty="0">
              <a:latin typeface="楷体_GB2312" pitchFamily="49" charset="-122"/>
            </a:endParaRPr>
          </a:p>
          <a:p>
            <a:pPr lvl="1">
              <a:defRPr/>
            </a:pPr>
            <a:r>
              <a:rPr lang="zh-CN" altLang="en-US" sz="3200" dirty="0">
                <a:solidFill>
                  <a:schemeClr val="tx2"/>
                </a:solidFill>
                <a:latin typeface="楷体_GB2312" pitchFamily="49" charset="-122"/>
              </a:rPr>
              <a:t>基</a:t>
            </a:r>
            <a:r>
              <a:rPr lang="zh-CN" altLang="en-US" sz="3200" dirty="0" smtClean="0">
                <a:solidFill>
                  <a:schemeClr val="tx2"/>
                </a:solidFill>
                <a:latin typeface="楷体_GB2312" pitchFamily="49" charset="-122"/>
              </a:rPr>
              <a:t>本概念</a:t>
            </a:r>
            <a:endParaRPr lang="en-US" altLang="zh-CN" sz="3200" dirty="0" smtClean="0">
              <a:solidFill>
                <a:schemeClr val="tx2"/>
              </a:solidFill>
              <a:latin typeface="楷体_GB2312" pitchFamily="49" charset="-122"/>
            </a:endParaRPr>
          </a:p>
          <a:p>
            <a:pPr lvl="1">
              <a:defRPr/>
            </a:pPr>
            <a:endParaRPr lang="en-US" altLang="zh-CN" sz="3200" dirty="0" smtClean="0">
              <a:solidFill>
                <a:schemeClr val="tx2"/>
              </a:solidFill>
              <a:latin typeface="楷体_GB2312" pitchFamily="49" charset="-122"/>
            </a:endParaRPr>
          </a:p>
          <a:p>
            <a:pPr lvl="1">
              <a:defRPr/>
            </a:pPr>
            <a:r>
              <a:rPr lang="zh-CN" altLang="en-US" sz="3200" dirty="0">
                <a:solidFill>
                  <a:schemeClr val="tx2"/>
                </a:solidFill>
                <a:latin typeface="楷体_GB2312" pitchFamily="49" charset="-122"/>
              </a:rPr>
              <a:t>避</a:t>
            </a:r>
            <a:r>
              <a:rPr lang="zh-CN" altLang="en-US" sz="3200" dirty="0" smtClean="0">
                <a:solidFill>
                  <a:schemeClr val="tx2"/>
                </a:solidFill>
                <a:latin typeface="楷体_GB2312" pitchFamily="49" charset="-122"/>
              </a:rPr>
              <a:t>免冲突的策略</a:t>
            </a:r>
            <a:endParaRPr lang="en-US" altLang="zh-CN" sz="3200" dirty="0" smtClean="0">
              <a:solidFill>
                <a:schemeClr val="tx2"/>
              </a:solidFill>
              <a:latin typeface="楷体_GB2312" pitchFamily="49" charset="-122"/>
            </a:endParaRPr>
          </a:p>
          <a:p>
            <a:pPr lvl="1">
              <a:defRPr/>
            </a:pPr>
            <a:endParaRPr lang="en-US" altLang="zh-CN" sz="3200" dirty="0" smtClean="0">
              <a:solidFill>
                <a:schemeClr val="tx2"/>
              </a:solidFill>
              <a:latin typeface="楷体_GB2312" pitchFamily="49" charset="-122"/>
            </a:endParaRPr>
          </a:p>
          <a:p>
            <a:pPr lvl="1">
              <a:defRPr/>
            </a:pPr>
            <a:r>
              <a:rPr lang="zh-CN" altLang="en-US" sz="3200" dirty="0">
                <a:solidFill>
                  <a:schemeClr val="tx2"/>
                </a:solidFill>
                <a:latin typeface="楷体_GB2312" pitchFamily="49" charset="-122"/>
              </a:rPr>
              <a:t>三</a:t>
            </a:r>
            <a:r>
              <a:rPr lang="zh-CN" altLang="en-US" sz="3200" dirty="0" smtClean="0">
                <a:solidFill>
                  <a:schemeClr val="tx2"/>
                </a:solidFill>
                <a:latin typeface="楷体_GB2312" pitchFamily="49" charset="-122"/>
              </a:rPr>
              <a:t>类坚持退避算法</a:t>
            </a:r>
            <a:endParaRPr lang="en-US" altLang="zh-CN" sz="3200" dirty="0" smtClean="0">
              <a:solidFill>
                <a:schemeClr val="tx2"/>
              </a:solidFill>
              <a:latin typeface="楷体_GB2312" pitchFamily="49" charset="-122"/>
            </a:endParaRPr>
          </a:p>
          <a:p>
            <a:pPr lvl="1">
              <a:defRPr/>
            </a:pPr>
            <a:endParaRPr lang="en-US" altLang="zh-CN" dirty="0" smtClean="0">
              <a:solidFill>
                <a:srgbClr val="FF0000"/>
              </a:solidFill>
              <a:latin typeface="楷体_GB2312" pitchFamily="49" charset="-122"/>
            </a:endParaRPr>
          </a:p>
          <a:p>
            <a:pPr lvl="1">
              <a:defRPr/>
            </a:pPr>
            <a:endParaRPr lang="en-US" altLang="zh-CN" dirty="0" smtClean="0">
              <a:solidFill>
                <a:srgbClr val="FF0000"/>
              </a:solidFill>
              <a:latin typeface="楷体_GB2312" pitchFamily="49" charset="-122"/>
            </a:endParaRPr>
          </a:p>
        </p:txBody>
      </p:sp>
      <p:sp>
        <p:nvSpPr>
          <p:cNvPr id="4" name="灯片编号占位符 3"/>
          <p:cNvSpPr>
            <a:spLocks noGrp="1"/>
          </p:cNvSpPr>
          <p:nvPr>
            <p:ph type="sldNum" sz="quarter" idx="12"/>
          </p:nvPr>
        </p:nvSpPr>
        <p:spPr/>
        <p:txBody>
          <a:bodyPr/>
          <a:lstStyle/>
          <a:p>
            <a:pPr>
              <a:defRPr/>
            </a:pPr>
            <a:fld id="{06D914DD-9E76-4A60-B0C8-E779499947BA}" type="slidenum">
              <a:rPr lang="zh-CN" altLang="en-US" smtClean="0"/>
              <a:pPr>
                <a:defRPr/>
              </a:pPr>
              <a:t>51</a:t>
            </a:fld>
            <a:endParaRPr lang="zh-CN" altLang="en-US"/>
          </a:p>
        </p:txBody>
      </p:sp>
    </p:spTree>
  </p:cSld>
  <p:clrMapOvr>
    <a:masterClrMapping/>
  </p:clrMapOvr>
  <p:transition spd="slow">
    <p:push dir="u"/>
  </p:transition>
  <p:timing>
    <p:tnLst>
      <p:par>
        <p:cTn id="1" dur="indefinite" restart="never" nodeType="tmRoot"/>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634" name="标题 1"/>
          <p:cNvSpPr>
            <a:spLocks noGrp="1"/>
          </p:cNvSpPr>
          <p:nvPr>
            <p:ph type="title"/>
          </p:nvPr>
        </p:nvSpPr>
        <p:spPr>
          <a:xfrm>
            <a:off x="107950" y="44450"/>
            <a:ext cx="7343775" cy="792163"/>
          </a:xfrm>
        </p:spPr>
        <p:txBody>
          <a:bodyPr/>
          <a:lstStyle/>
          <a:p>
            <a:r>
              <a:rPr lang="en-US" altLang="zh-CN" smtClean="0"/>
              <a:t>2.9 </a:t>
            </a:r>
            <a:r>
              <a:rPr lang="zh-CN" altLang="en-US" smtClean="0"/>
              <a:t>传输介质访问控制方式</a:t>
            </a:r>
          </a:p>
        </p:txBody>
      </p:sp>
      <p:sp>
        <p:nvSpPr>
          <p:cNvPr id="3" name="内容占位符 2"/>
          <p:cNvSpPr>
            <a:spLocks noGrp="1"/>
          </p:cNvSpPr>
          <p:nvPr>
            <p:ph idx="1"/>
          </p:nvPr>
        </p:nvSpPr>
        <p:spPr>
          <a:xfrm>
            <a:off x="107950" y="981075"/>
            <a:ext cx="8928100" cy="5102225"/>
          </a:xfrm>
        </p:spPr>
        <p:txBody>
          <a:bodyPr/>
          <a:lstStyle/>
          <a:p>
            <a:pPr marL="0" indent="0" algn="just">
              <a:buFont typeface="Wingdings" pitchFamily="2" charset="2"/>
              <a:buNone/>
              <a:defRPr/>
            </a:pPr>
            <a:r>
              <a:rPr lang="en-US" altLang="zh-CN" sz="2800" dirty="0" smtClean="0">
                <a:solidFill>
                  <a:srgbClr val="7030A0"/>
                </a:solidFill>
              </a:rPr>
              <a:t>CSMA</a:t>
            </a:r>
            <a:r>
              <a:rPr lang="zh-CN" altLang="en-US" sz="2800" dirty="0" smtClean="0">
                <a:solidFill>
                  <a:srgbClr val="7030A0"/>
                </a:solidFill>
              </a:rPr>
              <a:t>产</a:t>
            </a:r>
            <a:r>
              <a:rPr lang="zh-CN" altLang="en-US" sz="2800" dirty="0">
                <a:solidFill>
                  <a:srgbClr val="7030A0"/>
                </a:solidFill>
              </a:rPr>
              <a:t>生</a:t>
            </a:r>
            <a:r>
              <a:rPr lang="zh-CN" altLang="en-US" sz="2800" dirty="0">
                <a:solidFill>
                  <a:srgbClr val="C00000"/>
                </a:solidFill>
              </a:rPr>
              <a:t>冲突的原因</a:t>
            </a:r>
            <a:r>
              <a:rPr lang="zh-CN" altLang="en-US" sz="2800" dirty="0">
                <a:solidFill>
                  <a:srgbClr val="7030A0"/>
                </a:solidFill>
              </a:rPr>
              <a:t>：</a:t>
            </a:r>
            <a:r>
              <a:rPr lang="zh-CN" altLang="en-US" sz="2800" dirty="0" smtClean="0">
                <a:solidFill>
                  <a:srgbClr val="7030A0"/>
                </a:solidFill>
              </a:rPr>
              <a:t>各个节点</a:t>
            </a:r>
            <a:r>
              <a:rPr lang="zh-CN" altLang="en-US" sz="2800" dirty="0" smtClean="0">
                <a:solidFill>
                  <a:srgbClr val="C00000"/>
                </a:solidFill>
              </a:rPr>
              <a:t>发起通信</a:t>
            </a:r>
            <a:r>
              <a:rPr lang="zh-CN" altLang="en-US" sz="2800" dirty="0" smtClean="0">
                <a:solidFill>
                  <a:srgbClr val="7030A0"/>
                </a:solidFill>
              </a:rPr>
              <a:t>是</a:t>
            </a:r>
            <a:r>
              <a:rPr lang="zh-CN" altLang="en-US" sz="2800" dirty="0" smtClean="0">
                <a:solidFill>
                  <a:srgbClr val="C00000"/>
                </a:solidFill>
              </a:rPr>
              <a:t>随机</a:t>
            </a:r>
            <a:r>
              <a:rPr lang="zh-CN" altLang="en-US" sz="2800" dirty="0" smtClean="0">
                <a:solidFill>
                  <a:srgbClr val="7030A0"/>
                </a:solidFill>
              </a:rPr>
              <a:t>的。</a:t>
            </a:r>
            <a:endParaRPr lang="en-US" altLang="zh-CN" sz="2800" dirty="0" smtClean="0">
              <a:solidFill>
                <a:srgbClr val="7030A0"/>
              </a:solidFill>
            </a:endParaRPr>
          </a:p>
          <a:p>
            <a:pPr marL="0" indent="0" algn="just">
              <a:buFont typeface="Wingdings" pitchFamily="2" charset="2"/>
              <a:buNone/>
              <a:defRPr/>
            </a:pPr>
            <a:r>
              <a:rPr lang="zh-CN" altLang="en-US" sz="2800" dirty="0" smtClean="0">
                <a:solidFill>
                  <a:srgbClr val="C00000"/>
                </a:solidFill>
              </a:rPr>
              <a:t>解决方法</a:t>
            </a:r>
            <a:r>
              <a:rPr lang="zh-CN" altLang="en-US" sz="2800" dirty="0" smtClean="0">
                <a:solidFill>
                  <a:srgbClr val="7030A0"/>
                </a:solidFill>
              </a:rPr>
              <a:t>：采用有</a:t>
            </a:r>
            <a:r>
              <a:rPr lang="zh-CN" altLang="en-US" sz="2800" dirty="0" smtClean="0">
                <a:solidFill>
                  <a:srgbClr val="C00000"/>
                </a:solidFill>
              </a:rPr>
              <a:t>控制</a:t>
            </a:r>
            <a:r>
              <a:rPr lang="zh-CN" altLang="en-US" sz="2800" dirty="0" smtClean="0">
                <a:solidFill>
                  <a:srgbClr val="7030A0"/>
                </a:solidFill>
              </a:rPr>
              <a:t>的发送方式，控制</a:t>
            </a:r>
            <a:r>
              <a:rPr lang="zh-CN" altLang="en-US" sz="2800" dirty="0" smtClean="0">
                <a:solidFill>
                  <a:srgbClr val="C00000"/>
                </a:solidFill>
              </a:rPr>
              <a:t>发送时间</a:t>
            </a:r>
            <a:r>
              <a:rPr lang="zh-CN" altLang="en-US" sz="2800" dirty="0" smtClean="0">
                <a:solidFill>
                  <a:srgbClr val="7030A0"/>
                </a:solidFill>
              </a:rPr>
              <a:t>或者</a:t>
            </a:r>
            <a:r>
              <a:rPr lang="zh-CN" altLang="en-US" sz="2800" dirty="0" smtClean="0">
                <a:solidFill>
                  <a:srgbClr val="C00000"/>
                </a:solidFill>
              </a:rPr>
              <a:t>发起者</a:t>
            </a:r>
            <a:r>
              <a:rPr lang="zh-CN" altLang="en-US" sz="2800" dirty="0" smtClean="0">
                <a:solidFill>
                  <a:srgbClr val="7030A0"/>
                </a:solidFill>
              </a:rPr>
              <a:t>。</a:t>
            </a:r>
            <a:endParaRPr lang="en-US" altLang="zh-CN" sz="2800" dirty="0" smtClean="0">
              <a:solidFill>
                <a:srgbClr val="7030A0"/>
              </a:solidFill>
            </a:endParaRPr>
          </a:p>
          <a:p>
            <a:pPr marL="0" indent="0" algn="just">
              <a:buFont typeface="Wingdings" pitchFamily="2" charset="2"/>
              <a:buNone/>
              <a:defRPr/>
            </a:pPr>
            <a:endParaRPr lang="en-US" altLang="zh-CN" sz="1800" dirty="0" smtClean="0">
              <a:solidFill>
                <a:srgbClr val="7030A0"/>
              </a:solidFill>
            </a:endParaRPr>
          </a:p>
          <a:p>
            <a:pPr marL="0" indent="0" algn="just">
              <a:buFont typeface="Wingdings" pitchFamily="2" charset="2"/>
              <a:buNone/>
              <a:defRPr/>
            </a:pPr>
            <a:r>
              <a:rPr lang="zh-CN" altLang="en-US" sz="2800" b="1" dirty="0" smtClean="0">
                <a:solidFill>
                  <a:schemeClr val="tx1">
                    <a:lumMod val="95000"/>
                    <a:lumOff val="5000"/>
                  </a:schemeClr>
                </a:solidFill>
              </a:rPr>
              <a:t>典型方法：</a:t>
            </a:r>
            <a:endParaRPr lang="en-US" altLang="zh-CN" sz="2800" b="1" dirty="0" smtClean="0">
              <a:solidFill>
                <a:schemeClr val="tx1">
                  <a:lumMod val="95000"/>
                  <a:lumOff val="5000"/>
                </a:schemeClr>
              </a:solidFill>
            </a:endParaRPr>
          </a:p>
          <a:p>
            <a:pPr algn="just">
              <a:defRPr/>
            </a:pPr>
            <a:r>
              <a:rPr lang="zh-CN" altLang="en-US" sz="2800" b="1" dirty="0" smtClean="0">
                <a:solidFill>
                  <a:srgbClr val="FF0000"/>
                </a:solidFill>
                <a:latin typeface="楷体_GB2312" pitchFamily="49" charset="-122"/>
              </a:rPr>
              <a:t>令牌</a:t>
            </a:r>
            <a:r>
              <a:rPr lang="zh-CN" altLang="en-US" sz="2800" dirty="0" smtClean="0">
                <a:latin typeface="楷体_GB2312" pitchFamily="49" charset="-122"/>
              </a:rPr>
              <a:t>：按</a:t>
            </a:r>
            <a:r>
              <a:rPr lang="zh-CN" altLang="en-US" sz="2800" dirty="0">
                <a:latin typeface="楷体_GB2312" pitchFamily="49" charset="-122"/>
              </a:rPr>
              <a:t>一定顺序在</a:t>
            </a:r>
            <a:r>
              <a:rPr lang="zh-CN" altLang="en-US" sz="2800" dirty="0" smtClean="0">
                <a:latin typeface="楷体_GB2312" pitchFamily="49" charset="-122"/>
              </a:rPr>
              <a:t>各节点</a:t>
            </a:r>
            <a:r>
              <a:rPr lang="zh-CN" altLang="en-US" sz="2800" dirty="0">
                <a:latin typeface="楷体_GB2312" pitchFamily="49" charset="-122"/>
              </a:rPr>
              <a:t>传递</a:t>
            </a:r>
            <a:r>
              <a:rPr lang="zh-CN" altLang="en-US" sz="2800" dirty="0">
                <a:solidFill>
                  <a:srgbClr val="C00000"/>
                </a:solidFill>
                <a:latin typeface="楷体_GB2312" pitchFamily="49" charset="-122"/>
              </a:rPr>
              <a:t>令牌</a:t>
            </a:r>
            <a:r>
              <a:rPr lang="zh-CN" altLang="en-US" sz="2800" b="1" dirty="0">
                <a:latin typeface="楷体_GB2312" pitchFamily="49" charset="-122"/>
              </a:rPr>
              <a:t>（</a:t>
            </a:r>
            <a:r>
              <a:rPr lang="en-US" altLang="zh-CN" sz="2800" b="1" dirty="0">
                <a:latin typeface="楷体_GB2312" pitchFamily="49" charset="-122"/>
              </a:rPr>
              <a:t>token</a:t>
            </a:r>
            <a:r>
              <a:rPr lang="zh-CN" altLang="en-US" sz="2800" b="1" dirty="0" smtClean="0">
                <a:latin typeface="楷体_GB2312" pitchFamily="49" charset="-122"/>
              </a:rPr>
              <a:t>）</a:t>
            </a:r>
            <a:r>
              <a:rPr lang="zh-CN" altLang="en-US" sz="2800" dirty="0">
                <a:latin typeface="楷体_GB2312" pitchFamily="49" charset="-122"/>
              </a:rPr>
              <a:t>，</a:t>
            </a:r>
            <a:r>
              <a:rPr lang="zh-CN" altLang="en-US" sz="2800" dirty="0" smtClean="0">
                <a:latin typeface="楷体_GB2312" pitchFamily="49" charset="-122"/>
              </a:rPr>
              <a:t>谁</a:t>
            </a:r>
            <a:r>
              <a:rPr lang="zh-CN" altLang="en-US" sz="2800" dirty="0">
                <a:latin typeface="楷体_GB2312" pitchFamily="49" charset="-122"/>
              </a:rPr>
              <a:t>得到令牌，谁</a:t>
            </a:r>
            <a:r>
              <a:rPr lang="zh-CN" altLang="en-US" sz="2800" dirty="0" smtClean="0">
                <a:latin typeface="楷体_GB2312" pitchFamily="49" charset="-122"/>
              </a:rPr>
              <a:t>才能发起通信。</a:t>
            </a:r>
            <a:endParaRPr lang="en-US" altLang="zh-CN" sz="2800" dirty="0" smtClean="0">
              <a:latin typeface="楷体_GB2312" pitchFamily="49" charset="-122"/>
            </a:endParaRPr>
          </a:p>
          <a:p>
            <a:pPr marL="0" indent="0" algn="just">
              <a:buNone/>
              <a:defRPr/>
            </a:pPr>
            <a:endParaRPr lang="en-US" altLang="zh-CN" sz="2800" dirty="0" smtClean="0">
              <a:latin typeface="楷体_GB2312" pitchFamily="49" charset="-122"/>
            </a:endParaRPr>
          </a:p>
          <a:p>
            <a:pPr marL="0" indent="0" algn="just">
              <a:buFont typeface="Wingdings" pitchFamily="2" charset="2"/>
              <a:buNone/>
              <a:defRPr/>
            </a:pPr>
            <a:r>
              <a:rPr lang="zh-CN" altLang="en-US" sz="2800" dirty="0">
                <a:solidFill>
                  <a:srgbClr val="7030A0"/>
                </a:solidFill>
              </a:rPr>
              <a:t>令牌访问原</a:t>
            </a:r>
            <a:r>
              <a:rPr lang="zh-CN" altLang="en-US" sz="2800" dirty="0" smtClean="0">
                <a:solidFill>
                  <a:srgbClr val="7030A0"/>
                </a:solidFill>
              </a:rPr>
              <a:t>理用</a:t>
            </a:r>
            <a:r>
              <a:rPr lang="zh-CN" altLang="en-US" sz="2800" dirty="0">
                <a:solidFill>
                  <a:srgbClr val="7030A0"/>
                </a:solidFill>
              </a:rPr>
              <a:t>于</a:t>
            </a:r>
            <a:r>
              <a:rPr lang="zh-CN" altLang="en-US" sz="2800" dirty="0">
                <a:solidFill>
                  <a:srgbClr val="C00000"/>
                </a:solidFill>
                <a:latin typeface="楷体_GB2312" pitchFamily="49" charset="-122"/>
              </a:rPr>
              <a:t>环形网络</a:t>
            </a:r>
            <a:r>
              <a:rPr lang="zh-CN" altLang="en-US" sz="2800" dirty="0">
                <a:latin typeface="楷体_GB2312" pitchFamily="49" charset="-122"/>
              </a:rPr>
              <a:t>，</a:t>
            </a:r>
            <a:r>
              <a:rPr lang="zh-CN" altLang="en-US" sz="2800" dirty="0">
                <a:solidFill>
                  <a:srgbClr val="7030A0"/>
                </a:solidFill>
              </a:rPr>
              <a:t>构成</a:t>
            </a:r>
            <a:r>
              <a:rPr lang="zh-CN" altLang="en-US" sz="2800" dirty="0">
                <a:solidFill>
                  <a:srgbClr val="C00000"/>
                </a:solidFill>
                <a:latin typeface="楷体_GB2312" pitchFamily="49" charset="-122"/>
              </a:rPr>
              <a:t>令牌环</a:t>
            </a:r>
            <a:r>
              <a:rPr lang="zh-CN" altLang="en-US" sz="2800" dirty="0" smtClean="0">
                <a:solidFill>
                  <a:srgbClr val="C00000"/>
                </a:solidFill>
                <a:latin typeface="楷体_GB2312" pitchFamily="49" charset="-122"/>
              </a:rPr>
              <a:t>形网络</a:t>
            </a:r>
            <a:r>
              <a:rPr lang="zh-CN" altLang="en-US" sz="2800" dirty="0" smtClean="0">
                <a:latin typeface="楷体_GB2312" pitchFamily="49" charset="-122"/>
              </a:rPr>
              <a:t>；</a:t>
            </a:r>
            <a:endParaRPr lang="en-US" altLang="zh-CN" sz="2800" dirty="0" smtClean="0">
              <a:latin typeface="楷体_GB2312" pitchFamily="49" charset="-122"/>
            </a:endParaRPr>
          </a:p>
          <a:p>
            <a:pPr marL="0" indent="0" algn="just">
              <a:buFont typeface="Wingdings" pitchFamily="2" charset="2"/>
              <a:buNone/>
              <a:defRPr/>
            </a:pPr>
            <a:r>
              <a:rPr lang="en-US" altLang="zh-CN" sz="2800" dirty="0">
                <a:latin typeface="楷体_GB2312" pitchFamily="49" charset="-122"/>
              </a:rPr>
              <a:t> </a:t>
            </a:r>
            <a:r>
              <a:rPr lang="en-US" altLang="zh-CN" sz="2800" dirty="0" smtClean="0">
                <a:latin typeface="楷体_GB2312" pitchFamily="49" charset="-122"/>
              </a:rPr>
              <a:t>         </a:t>
            </a:r>
            <a:r>
              <a:rPr lang="zh-CN" altLang="en-US" sz="2800" dirty="0" smtClean="0">
                <a:solidFill>
                  <a:srgbClr val="7030A0"/>
                </a:solidFill>
              </a:rPr>
              <a:t>用于</a:t>
            </a:r>
            <a:r>
              <a:rPr lang="zh-CN" altLang="en-US" sz="2800" dirty="0">
                <a:solidFill>
                  <a:srgbClr val="C00000"/>
                </a:solidFill>
                <a:latin typeface="楷体_GB2312" pitchFamily="49" charset="-122"/>
              </a:rPr>
              <a:t>总</a:t>
            </a:r>
            <a:r>
              <a:rPr lang="zh-CN" altLang="en-US" sz="2800" dirty="0" smtClean="0">
                <a:solidFill>
                  <a:srgbClr val="C00000"/>
                </a:solidFill>
                <a:latin typeface="楷体_GB2312" pitchFamily="49" charset="-122"/>
              </a:rPr>
              <a:t>线网络</a:t>
            </a:r>
            <a:r>
              <a:rPr lang="zh-CN" altLang="en-US" sz="2800" dirty="0" smtClean="0">
                <a:latin typeface="楷体_GB2312" pitchFamily="49" charset="-122"/>
              </a:rPr>
              <a:t>，</a:t>
            </a:r>
            <a:r>
              <a:rPr lang="zh-CN" altLang="en-US" sz="2800" dirty="0">
                <a:solidFill>
                  <a:srgbClr val="7030A0"/>
                </a:solidFill>
              </a:rPr>
              <a:t>构成</a:t>
            </a:r>
            <a:r>
              <a:rPr lang="zh-CN" altLang="en-US" sz="2800" dirty="0">
                <a:solidFill>
                  <a:srgbClr val="C00000"/>
                </a:solidFill>
                <a:latin typeface="楷体_GB2312" pitchFamily="49" charset="-122"/>
              </a:rPr>
              <a:t>令牌总线网络</a:t>
            </a:r>
            <a:r>
              <a:rPr lang="zh-CN" altLang="en-US" sz="2800" dirty="0">
                <a:latin typeface="楷体_GB2312" pitchFamily="49" charset="-122"/>
              </a:rPr>
              <a:t>。</a:t>
            </a:r>
          </a:p>
          <a:p>
            <a:pPr algn="just">
              <a:defRPr/>
            </a:pPr>
            <a:endParaRPr lang="en-US" altLang="zh-CN" dirty="0" smtClean="0">
              <a:solidFill>
                <a:srgbClr val="7030A0"/>
              </a:solidFill>
            </a:endParaRPr>
          </a:p>
          <a:p>
            <a:pPr marL="0" indent="0" algn="just">
              <a:buFont typeface="Wingdings" pitchFamily="2" charset="2"/>
              <a:buNone/>
              <a:defRPr/>
            </a:pPr>
            <a:endParaRPr lang="en-US" altLang="zh-CN" sz="2800" dirty="0" smtClean="0">
              <a:solidFill>
                <a:srgbClr val="7030A0"/>
              </a:solidFill>
            </a:endParaRPr>
          </a:p>
          <a:p>
            <a:pPr marL="0" indent="0" algn="just">
              <a:buFont typeface="Wingdings" pitchFamily="2" charset="2"/>
              <a:buNone/>
              <a:defRPr/>
            </a:pPr>
            <a:endParaRPr lang="zh-CN" altLang="en-US" sz="2800" dirty="0">
              <a:solidFill>
                <a:srgbClr val="7030A0"/>
              </a:solidFill>
            </a:endParaRPr>
          </a:p>
        </p:txBody>
      </p:sp>
      <p:sp>
        <p:nvSpPr>
          <p:cNvPr id="4" name="灯片编号占位符 3"/>
          <p:cNvSpPr>
            <a:spLocks noGrp="1"/>
          </p:cNvSpPr>
          <p:nvPr>
            <p:ph type="sldNum" sz="quarter" idx="12"/>
          </p:nvPr>
        </p:nvSpPr>
        <p:spPr/>
        <p:txBody>
          <a:bodyPr/>
          <a:lstStyle/>
          <a:p>
            <a:pPr>
              <a:defRPr/>
            </a:pPr>
            <a:fld id="{97FA4343-F93E-4654-8A66-11B7E5006D35}" type="slidenum">
              <a:rPr lang="zh-CN" altLang="en-US" smtClean="0"/>
              <a:pPr>
                <a:defRPr/>
              </a:pPr>
              <a:t>52</a:t>
            </a:fld>
            <a:endParaRPr lang="zh-CN" altLang="en-US"/>
          </a:p>
        </p:txBody>
      </p:sp>
    </p:spTree>
  </p:cSld>
  <p:clrMapOvr>
    <a:masterClrMapping/>
  </p:clrMapOvr>
  <p:transition spd="slow">
    <p:push dir="u"/>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4"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anim calcmode="lin" valueType="num">
                                      <p:cBhvr additive="base">
                                        <p:cTn id="7"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4" end="4"/>
                                            </p:txEl>
                                          </p:spTgt>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3">
                                            <p:txEl>
                                              <p:pRg st="6" end="6"/>
                                            </p:txEl>
                                          </p:spTgt>
                                        </p:tgtEl>
                                        <p:attrNameLst>
                                          <p:attrName>style.visibility</p:attrName>
                                        </p:attrNameLst>
                                      </p:cBhvr>
                                      <p:to>
                                        <p:strVal val="visible"/>
                                      </p:to>
                                    </p:set>
                                    <p:anim calcmode="lin" valueType="num">
                                      <p:cBhvr additive="base">
                                        <p:cTn id="11"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3">
                                            <p:txEl>
                                              <p:pRg st="6" end="6"/>
                                            </p:txEl>
                                          </p:spTgt>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3">
                                            <p:txEl>
                                              <p:pRg st="7" end="7"/>
                                            </p:txEl>
                                          </p:spTgt>
                                        </p:tgtEl>
                                        <p:attrNameLst>
                                          <p:attrName>style.visibility</p:attrName>
                                        </p:attrNameLst>
                                      </p:cBhvr>
                                      <p:to>
                                        <p:strVal val="visible"/>
                                      </p:to>
                                    </p:set>
                                    <p:anim calcmode="lin" valueType="num">
                                      <p:cBhvr additive="base">
                                        <p:cTn id="15"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658" name="标题 1"/>
          <p:cNvSpPr>
            <a:spLocks noGrp="1"/>
          </p:cNvSpPr>
          <p:nvPr>
            <p:ph type="title"/>
          </p:nvPr>
        </p:nvSpPr>
        <p:spPr>
          <a:xfrm>
            <a:off x="107950" y="44450"/>
            <a:ext cx="7343775" cy="792163"/>
          </a:xfrm>
        </p:spPr>
        <p:txBody>
          <a:bodyPr/>
          <a:lstStyle/>
          <a:p>
            <a:r>
              <a:rPr lang="en-US" altLang="zh-CN" smtClean="0"/>
              <a:t>2.9 </a:t>
            </a:r>
            <a:r>
              <a:rPr lang="zh-CN" altLang="en-US" smtClean="0"/>
              <a:t>传输介质访问控制方式</a:t>
            </a:r>
          </a:p>
        </p:txBody>
      </p:sp>
      <p:sp>
        <p:nvSpPr>
          <p:cNvPr id="3" name="内容占位符 2"/>
          <p:cNvSpPr>
            <a:spLocks noGrp="1"/>
          </p:cNvSpPr>
          <p:nvPr>
            <p:ph idx="1"/>
          </p:nvPr>
        </p:nvSpPr>
        <p:spPr>
          <a:xfrm>
            <a:off x="107950" y="981075"/>
            <a:ext cx="8928100" cy="5102225"/>
          </a:xfrm>
        </p:spPr>
        <p:txBody>
          <a:bodyPr/>
          <a:lstStyle/>
          <a:p>
            <a:pPr algn="just">
              <a:lnSpc>
                <a:spcPct val="110000"/>
              </a:lnSpc>
              <a:buClr>
                <a:schemeClr val="tx1"/>
              </a:buClr>
              <a:defRPr/>
            </a:pPr>
            <a:r>
              <a:rPr lang="zh-CN" altLang="en-US" b="1" dirty="0">
                <a:solidFill>
                  <a:srgbClr val="FF0000"/>
                </a:solidFill>
                <a:latin typeface="楷体_GB2312" pitchFamily="49" charset="-122"/>
              </a:rPr>
              <a:t>令牌环（</a:t>
            </a:r>
            <a:r>
              <a:rPr lang="en-US" altLang="zh-CN" b="1" dirty="0">
                <a:solidFill>
                  <a:srgbClr val="FF0000"/>
                </a:solidFill>
                <a:latin typeface="楷体_GB2312" pitchFamily="49" charset="-122"/>
              </a:rPr>
              <a:t>token-ring</a:t>
            </a:r>
            <a:r>
              <a:rPr lang="zh-CN" altLang="en-US" b="1" dirty="0" smtClean="0">
                <a:solidFill>
                  <a:srgbClr val="FF0000"/>
                </a:solidFill>
                <a:latin typeface="楷体_GB2312" pitchFamily="49" charset="-122"/>
              </a:rPr>
              <a:t>）</a:t>
            </a:r>
            <a:r>
              <a:rPr lang="zh-CN" altLang="en-US" dirty="0" smtClean="0">
                <a:latin typeface="楷体_GB2312" pitchFamily="49" charset="-122"/>
              </a:rPr>
              <a:t>：</a:t>
            </a:r>
            <a:endParaRPr lang="en-US" altLang="zh-CN" dirty="0" smtClean="0">
              <a:latin typeface="楷体_GB2312" pitchFamily="49" charset="-122"/>
            </a:endParaRPr>
          </a:p>
          <a:p>
            <a:pPr marL="0" indent="0" algn="just">
              <a:lnSpc>
                <a:spcPct val="110000"/>
              </a:lnSpc>
              <a:buClr>
                <a:schemeClr val="tx1"/>
              </a:buClr>
              <a:buFont typeface="Wingdings" pitchFamily="2" charset="2"/>
              <a:buNone/>
              <a:defRPr/>
            </a:pPr>
            <a:r>
              <a:rPr lang="zh-CN" altLang="en-US" dirty="0" smtClean="0">
                <a:solidFill>
                  <a:srgbClr val="FF0000"/>
                </a:solidFill>
                <a:latin typeface="楷体_GB2312" pitchFamily="49" charset="-122"/>
              </a:rPr>
              <a:t>概念：</a:t>
            </a:r>
            <a:endParaRPr lang="en-US" altLang="zh-CN" dirty="0">
              <a:solidFill>
                <a:srgbClr val="FF0000"/>
              </a:solidFill>
              <a:latin typeface="楷体_GB2312" pitchFamily="49" charset="-122"/>
            </a:endParaRPr>
          </a:p>
          <a:p>
            <a:pPr marL="0" indent="0" algn="just">
              <a:lnSpc>
                <a:spcPct val="110000"/>
              </a:lnSpc>
              <a:buClr>
                <a:schemeClr val="tx1"/>
              </a:buClr>
              <a:buFont typeface="Wingdings" pitchFamily="2" charset="2"/>
              <a:buNone/>
              <a:defRPr/>
            </a:pPr>
            <a:r>
              <a:rPr lang="zh-CN" altLang="en-US" dirty="0" smtClean="0">
                <a:solidFill>
                  <a:srgbClr val="FF0000"/>
                </a:solidFill>
                <a:latin typeface="楷体_GB2312" pitchFamily="49" charset="-122"/>
              </a:rPr>
              <a:t>特点：</a:t>
            </a:r>
            <a:endParaRPr lang="zh-CN" altLang="en-US" dirty="0">
              <a:latin typeface="楷体_GB2312" pitchFamily="49" charset="-122"/>
            </a:endParaRPr>
          </a:p>
          <a:p>
            <a:pPr lvl="1" algn="just">
              <a:lnSpc>
                <a:spcPct val="110000"/>
              </a:lnSpc>
              <a:buClr>
                <a:srgbClr val="CC00CC"/>
              </a:buClr>
              <a:defRPr/>
            </a:pPr>
            <a:r>
              <a:rPr lang="zh-CN" altLang="en-US" dirty="0" smtClean="0">
                <a:solidFill>
                  <a:srgbClr val="C00000"/>
                </a:solidFill>
                <a:latin typeface="楷体_GB2312" pitchFamily="49" charset="-122"/>
              </a:rPr>
              <a:t>对</a:t>
            </a:r>
            <a:r>
              <a:rPr lang="zh-CN" altLang="en-US" dirty="0">
                <a:solidFill>
                  <a:srgbClr val="C00000"/>
                </a:solidFill>
                <a:latin typeface="楷体_GB2312" pitchFamily="49" charset="-122"/>
              </a:rPr>
              <a:t>轻、重负载不敏感。</a:t>
            </a:r>
          </a:p>
          <a:p>
            <a:pPr lvl="1" algn="just">
              <a:lnSpc>
                <a:spcPct val="110000"/>
              </a:lnSpc>
              <a:buClr>
                <a:srgbClr val="CC00CC"/>
              </a:buClr>
              <a:defRPr/>
            </a:pPr>
            <a:r>
              <a:rPr lang="zh-CN" altLang="en-US" dirty="0" smtClean="0">
                <a:solidFill>
                  <a:srgbClr val="C00000"/>
                </a:solidFill>
                <a:latin typeface="楷体_GB2312" pitchFamily="49" charset="-122"/>
              </a:rPr>
              <a:t>单环</a:t>
            </a:r>
            <a:r>
              <a:rPr lang="zh-CN" altLang="en-US" dirty="0">
                <a:solidFill>
                  <a:srgbClr val="C00000"/>
                </a:solidFill>
                <a:latin typeface="楷体_GB2312" pitchFamily="49" charset="-122"/>
              </a:rPr>
              <a:t>故障，整个瘫痪，可靠性低。</a:t>
            </a:r>
          </a:p>
          <a:p>
            <a:pPr lvl="1" algn="just">
              <a:lnSpc>
                <a:spcPct val="110000"/>
              </a:lnSpc>
              <a:buClr>
                <a:srgbClr val="CC00CC"/>
              </a:buClr>
              <a:defRPr/>
            </a:pPr>
            <a:r>
              <a:rPr lang="zh-CN" altLang="en-US" dirty="0" smtClean="0">
                <a:solidFill>
                  <a:srgbClr val="C00000"/>
                </a:solidFill>
                <a:latin typeface="楷体_GB2312" pitchFamily="49" charset="-122"/>
              </a:rPr>
              <a:t>信息</a:t>
            </a:r>
            <a:r>
              <a:rPr lang="zh-CN" altLang="en-US" dirty="0">
                <a:solidFill>
                  <a:srgbClr val="C00000"/>
                </a:solidFill>
                <a:latin typeface="楷体_GB2312" pitchFamily="49" charset="-122"/>
              </a:rPr>
              <a:t>传输具有确定性，能比较准确估计信息传输的</a:t>
            </a:r>
            <a:r>
              <a:rPr lang="zh-CN" altLang="en-US" dirty="0" smtClean="0">
                <a:solidFill>
                  <a:srgbClr val="C00000"/>
                </a:solidFill>
                <a:latin typeface="楷体_GB2312" pitchFamily="49" charset="-122"/>
              </a:rPr>
              <a:t>延迟时间，可用于实时系统。</a:t>
            </a:r>
            <a:endParaRPr lang="zh-CN" altLang="en-US" dirty="0">
              <a:solidFill>
                <a:srgbClr val="C00000"/>
              </a:solidFill>
              <a:latin typeface="楷体_GB2312" pitchFamily="49" charset="-122"/>
            </a:endParaRPr>
          </a:p>
          <a:p>
            <a:pPr>
              <a:defRPr/>
            </a:pPr>
            <a:endParaRPr lang="zh-CN" altLang="en-US" dirty="0"/>
          </a:p>
        </p:txBody>
      </p:sp>
      <p:sp>
        <p:nvSpPr>
          <p:cNvPr id="4" name="灯片编号占位符 3"/>
          <p:cNvSpPr>
            <a:spLocks noGrp="1"/>
          </p:cNvSpPr>
          <p:nvPr>
            <p:ph type="sldNum" sz="quarter" idx="12"/>
          </p:nvPr>
        </p:nvSpPr>
        <p:spPr/>
        <p:txBody>
          <a:bodyPr/>
          <a:lstStyle/>
          <a:p>
            <a:pPr>
              <a:defRPr/>
            </a:pPr>
            <a:fld id="{3743D66B-6646-447A-8E12-316228C1F3E5}" type="slidenum">
              <a:rPr lang="zh-CN" altLang="en-US" smtClean="0"/>
              <a:pPr>
                <a:defRPr/>
              </a:pPr>
              <a:t>53</a:t>
            </a:fld>
            <a:endParaRPr lang="zh-CN" altLang="en-US"/>
          </a:p>
        </p:txBody>
      </p:sp>
    </p:spTree>
  </p:cSld>
  <p:clrMapOvr>
    <a:masterClrMapping/>
  </p:clrMapOvr>
  <p:transition spd="slow">
    <p:push dir="u"/>
  </p:transition>
  <p:timing>
    <p:tnLst>
      <p:par>
        <p:cTn id="1" dur="indefinite" restart="never" nodeType="tmRoot"/>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682" name="标题 1"/>
          <p:cNvSpPr>
            <a:spLocks noGrp="1"/>
          </p:cNvSpPr>
          <p:nvPr>
            <p:ph type="title"/>
          </p:nvPr>
        </p:nvSpPr>
        <p:spPr>
          <a:xfrm>
            <a:off x="107950" y="44450"/>
            <a:ext cx="7343775" cy="792163"/>
          </a:xfrm>
        </p:spPr>
        <p:txBody>
          <a:bodyPr/>
          <a:lstStyle/>
          <a:p>
            <a:r>
              <a:rPr lang="en-US" altLang="zh-CN" smtClean="0"/>
              <a:t>2.9 </a:t>
            </a:r>
            <a:r>
              <a:rPr lang="zh-CN" altLang="en-US" smtClean="0"/>
              <a:t>传输介质访问控制方式</a:t>
            </a:r>
          </a:p>
        </p:txBody>
      </p:sp>
      <p:sp>
        <p:nvSpPr>
          <p:cNvPr id="71683" name="内容占位符 2"/>
          <p:cNvSpPr>
            <a:spLocks noGrp="1"/>
          </p:cNvSpPr>
          <p:nvPr>
            <p:ph idx="1"/>
          </p:nvPr>
        </p:nvSpPr>
        <p:spPr>
          <a:xfrm>
            <a:off x="107950" y="981075"/>
            <a:ext cx="8928100" cy="5102225"/>
          </a:xfrm>
        </p:spPr>
        <p:txBody>
          <a:bodyPr/>
          <a:lstStyle/>
          <a:p>
            <a:endParaRPr lang="zh-CN" altLang="en-US" smtClean="0"/>
          </a:p>
        </p:txBody>
      </p:sp>
      <p:sp>
        <p:nvSpPr>
          <p:cNvPr id="4" name="灯片编号占位符 3"/>
          <p:cNvSpPr>
            <a:spLocks noGrp="1"/>
          </p:cNvSpPr>
          <p:nvPr>
            <p:ph type="sldNum" sz="quarter" idx="12"/>
          </p:nvPr>
        </p:nvSpPr>
        <p:spPr/>
        <p:txBody>
          <a:bodyPr/>
          <a:lstStyle/>
          <a:p>
            <a:pPr>
              <a:defRPr/>
            </a:pPr>
            <a:fld id="{408F3915-FE21-4147-A350-937A90B3DB77}" type="slidenum">
              <a:rPr lang="zh-CN" altLang="en-US" smtClean="0"/>
              <a:pPr>
                <a:defRPr/>
              </a:pPr>
              <a:t>54</a:t>
            </a:fld>
            <a:endParaRPr lang="zh-CN" altLang="en-US"/>
          </a:p>
        </p:txBody>
      </p:sp>
      <p:pic>
        <p:nvPicPr>
          <p:cNvPr id="71685" name="Picture 3"/>
          <p:cNvPicPr>
            <a:picLocks noChangeAspect="1" noChangeArrowheads="1"/>
          </p:cNvPicPr>
          <p:nvPr/>
        </p:nvPicPr>
        <p:blipFill>
          <a:blip r:embed="rId3">
            <a:extLst>
              <a:ext uri="{28A0092B-C50C-407E-A947-70E740481C1C}">
                <a14:useLocalDpi xmlns:a14="http://schemas.microsoft.com/office/drawing/2010/main" val="0"/>
              </a:ext>
            </a:extLst>
          </a:blip>
          <a:srcRect b="8348"/>
          <a:stretch>
            <a:fillRect/>
          </a:stretch>
        </p:blipFill>
        <p:spPr bwMode="auto">
          <a:xfrm>
            <a:off x="1115616" y="1220788"/>
            <a:ext cx="5759450" cy="415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1686" name="TextBox 5"/>
          <p:cNvSpPr txBox="1">
            <a:spLocks noChangeArrowheads="1"/>
          </p:cNvSpPr>
          <p:nvPr/>
        </p:nvSpPr>
        <p:spPr bwMode="auto">
          <a:xfrm>
            <a:off x="900113" y="5373688"/>
            <a:ext cx="7343775"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spcBef>
                <a:spcPct val="20000"/>
              </a:spcBef>
              <a:buFont typeface="Wingdings" pitchFamily="2" charset="2"/>
              <a:buChar char="Ø"/>
              <a:defRPr sz="3200">
                <a:solidFill>
                  <a:srgbClr val="4F6228"/>
                </a:solidFill>
                <a:latin typeface="Calibri" pitchFamily="34" charset="0"/>
                <a:ea typeface="楷体_GB2312" pitchFamily="49" charset="-122"/>
              </a:defRPr>
            </a:lvl1pPr>
            <a:lvl2pPr marL="742950" indent="-285750" eaLnBrk="0" hangingPunct="0">
              <a:spcBef>
                <a:spcPct val="20000"/>
              </a:spcBef>
              <a:buFont typeface="Wingdings" pitchFamily="2" charset="2"/>
              <a:buChar char="ü"/>
              <a:defRPr sz="2800">
                <a:solidFill>
                  <a:srgbClr val="4F6228"/>
                </a:solidFill>
                <a:latin typeface="Calibri" pitchFamily="34" charset="0"/>
                <a:ea typeface="楷体_GB2312" pitchFamily="49" charset="-122"/>
              </a:defRPr>
            </a:lvl2pPr>
            <a:lvl3pPr marL="1143000" indent="-228600" eaLnBrk="0" hangingPunct="0">
              <a:spcBef>
                <a:spcPct val="20000"/>
              </a:spcBef>
              <a:buFont typeface="Arial" charset="0"/>
              <a:buChar char="•"/>
              <a:defRPr sz="2400">
                <a:solidFill>
                  <a:srgbClr val="4F6228"/>
                </a:solidFill>
                <a:latin typeface="Calibri" pitchFamily="34" charset="0"/>
                <a:ea typeface="楷体_GB2312" pitchFamily="49" charset="-122"/>
              </a:defRPr>
            </a:lvl3pPr>
            <a:lvl4pPr marL="1600200" indent="-228600" eaLnBrk="0" hangingPunct="0">
              <a:spcBef>
                <a:spcPct val="20000"/>
              </a:spcBef>
              <a:buFont typeface="Arial" charset="0"/>
              <a:buChar char="–"/>
              <a:defRPr sz="2000">
                <a:solidFill>
                  <a:schemeClr val="tx1"/>
                </a:solidFill>
                <a:latin typeface="Calibri" pitchFamily="34" charset="0"/>
                <a:ea typeface="宋体" pitchFamily="2" charset="-122"/>
              </a:defRPr>
            </a:lvl4pPr>
            <a:lvl5pPr marL="2057400" indent="-228600" eaLnBrk="0" hangingPunct="0">
              <a:spcBef>
                <a:spcPct val="20000"/>
              </a:spcBef>
              <a:buFont typeface="Arial" charset="0"/>
              <a:buChar char="»"/>
              <a:defRPr sz="2000">
                <a:solidFill>
                  <a:schemeClr val="tx1"/>
                </a:solidFill>
                <a:latin typeface="Calibri" pitchFamily="34" charset="0"/>
                <a:ea typeface="宋体" pitchFamily="2" charset="-122"/>
              </a:defRPr>
            </a:lvl5pPr>
            <a:lvl6pPr marL="2514600" indent="-228600" eaLnBrk="0" fontAlgn="base" hangingPunct="0">
              <a:spcBef>
                <a:spcPct val="20000"/>
              </a:spcBef>
              <a:spcAft>
                <a:spcPct val="0"/>
              </a:spcAft>
              <a:buFont typeface="Arial" charset="0"/>
              <a:buChar char="»"/>
              <a:defRPr sz="2000">
                <a:solidFill>
                  <a:schemeClr val="tx1"/>
                </a:solidFill>
                <a:latin typeface="Calibri" pitchFamily="34" charset="0"/>
                <a:ea typeface="宋体" pitchFamily="2" charset="-122"/>
              </a:defRPr>
            </a:lvl6pPr>
            <a:lvl7pPr marL="2971800" indent="-228600" eaLnBrk="0" fontAlgn="base" hangingPunct="0">
              <a:spcBef>
                <a:spcPct val="20000"/>
              </a:spcBef>
              <a:spcAft>
                <a:spcPct val="0"/>
              </a:spcAft>
              <a:buFont typeface="Arial" charset="0"/>
              <a:buChar char="»"/>
              <a:defRPr sz="2000">
                <a:solidFill>
                  <a:schemeClr val="tx1"/>
                </a:solidFill>
                <a:latin typeface="Calibri" pitchFamily="34" charset="0"/>
                <a:ea typeface="宋体" pitchFamily="2" charset="-122"/>
              </a:defRPr>
            </a:lvl7pPr>
            <a:lvl8pPr marL="3429000" indent="-228600" eaLnBrk="0" fontAlgn="base" hangingPunct="0">
              <a:spcBef>
                <a:spcPct val="20000"/>
              </a:spcBef>
              <a:spcAft>
                <a:spcPct val="0"/>
              </a:spcAft>
              <a:buFont typeface="Arial" charset="0"/>
              <a:buChar char="»"/>
              <a:defRPr sz="2000">
                <a:solidFill>
                  <a:schemeClr val="tx1"/>
                </a:solidFill>
                <a:latin typeface="Calibri" pitchFamily="34" charset="0"/>
                <a:ea typeface="宋体" pitchFamily="2" charset="-122"/>
              </a:defRPr>
            </a:lvl8pPr>
            <a:lvl9pPr marL="3886200" indent="-228600" eaLnBrk="0" fontAlgn="base" hangingPunct="0">
              <a:spcBef>
                <a:spcPct val="20000"/>
              </a:spcBef>
              <a:spcAft>
                <a:spcPct val="0"/>
              </a:spcAft>
              <a:buFont typeface="Arial" charset="0"/>
              <a:buChar char="»"/>
              <a:defRPr sz="2000">
                <a:solidFill>
                  <a:schemeClr val="tx1"/>
                </a:solidFill>
                <a:latin typeface="Calibri" pitchFamily="34" charset="0"/>
                <a:ea typeface="宋体" pitchFamily="2" charset="-122"/>
              </a:defRPr>
            </a:lvl9pPr>
          </a:lstStyle>
          <a:p>
            <a:pPr algn="ctr" eaLnBrk="1" hangingPunct="1">
              <a:spcBef>
                <a:spcPct val="0"/>
              </a:spcBef>
              <a:buFontTx/>
              <a:buNone/>
            </a:pPr>
            <a:r>
              <a:rPr lang="zh-CN" altLang="en-US" sz="2400">
                <a:solidFill>
                  <a:schemeClr val="tx1"/>
                </a:solidFill>
                <a:latin typeface="楷体_GB2312" pitchFamily="49" charset="-122"/>
              </a:rPr>
              <a:t>令牌环网络结构示意图</a:t>
            </a:r>
          </a:p>
        </p:txBody>
      </p:sp>
    </p:spTree>
  </p:cSld>
  <p:clrMapOvr>
    <a:masterClrMapping/>
  </p:clrMapOvr>
  <p:transition spd="slow">
    <p:push dir="u"/>
  </p:transition>
  <p:timing>
    <p:tnLst>
      <p:par>
        <p:cTn id="1" dur="indefinite" restart="never" nodeType="tmRoot"/>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706" name="标题 1"/>
          <p:cNvSpPr>
            <a:spLocks noGrp="1"/>
          </p:cNvSpPr>
          <p:nvPr>
            <p:ph type="title"/>
          </p:nvPr>
        </p:nvSpPr>
        <p:spPr>
          <a:xfrm>
            <a:off x="107950" y="44450"/>
            <a:ext cx="7343775" cy="792163"/>
          </a:xfrm>
        </p:spPr>
        <p:txBody>
          <a:bodyPr/>
          <a:lstStyle/>
          <a:p>
            <a:r>
              <a:rPr lang="en-US" altLang="zh-CN" smtClean="0"/>
              <a:t>2.9 </a:t>
            </a:r>
            <a:r>
              <a:rPr lang="zh-CN" altLang="en-US" smtClean="0"/>
              <a:t>传输介质访问控制方式</a:t>
            </a:r>
          </a:p>
        </p:txBody>
      </p:sp>
      <p:sp>
        <p:nvSpPr>
          <p:cNvPr id="72707" name="内容占位符 2"/>
          <p:cNvSpPr>
            <a:spLocks noGrp="1"/>
          </p:cNvSpPr>
          <p:nvPr>
            <p:ph idx="1"/>
          </p:nvPr>
        </p:nvSpPr>
        <p:spPr>
          <a:xfrm>
            <a:off x="107950" y="981075"/>
            <a:ext cx="8928100" cy="5102225"/>
          </a:xfrm>
        </p:spPr>
        <p:txBody>
          <a:bodyPr/>
          <a:lstStyle/>
          <a:p>
            <a:pPr algn="just">
              <a:buClr>
                <a:schemeClr val="tx1"/>
              </a:buClr>
            </a:pPr>
            <a:r>
              <a:rPr lang="zh-CN" altLang="en-US" b="1" dirty="0" smtClean="0">
                <a:solidFill>
                  <a:srgbClr val="FF0000"/>
                </a:solidFill>
                <a:latin typeface="楷体_GB2312" pitchFamily="49" charset="-122"/>
              </a:rPr>
              <a:t>令牌总线</a:t>
            </a:r>
            <a:endParaRPr lang="en-US" altLang="zh-CN" b="1" dirty="0">
              <a:solidFill>
                <a:srgbClr val="FF0000"/>
              </a:solidFill>
              <a:latin typeface="楷体_GB2312" pitchFamily="49" charset="-122"/>
            </a:endParaRPr>
          </a:p>
          <a:p>
            <a:pPr marL="0" indent="0" algn="just">
              <a:buClr>
                <a:schemeClr val="tx1"/>
              </a:buClr>
              <a:buNone/>
            </a:pPr>
            <a:r>
              <a:rPr lang="zh-CN" altLang="en-US" b="1" dirty="0" smtClean="0">
                <a:solidFill>
                  <a:srgbClr val="FF0000"/>
                </a:solidFill>
                <a:latin typeface="楷体_GB2312" pitchFamily="49" charset="-122"/>
              </a:rPr>
              <a:t>概念：</a:t>
            </a:r>
            <a:endParaRPr lang="en-US" altLang="zh-CN" b="1" dirty="0" smtClean="0">
              <a:solidFill>
                <a:srgbClr val="FF0000"/>
              </a:solidFill>
              <a:latin typeface="楷体_GB2312" pitchFamily="49" charset="-122"/>
            </a:endParaRPr>
          </a:p>
          <a:p>
            <a:pPr marL="0" indent="0" algn="just">
              <a:buClr>
                <a:schemeClr val="tx1"/>
              </a:buClr>
              <a:buNone/>
            </a:pPr>
            <a:r>
              <a:rPr lang="zh-CN" altLang="en-US" b="1" dirty="0" smtClean="0">
                <a:solidFill>
                  <a:srgbClr val="FF0000"/>
                </a:solidFill>
                <a:latin typeface="楷体_GB2312" pitchFamily="49" charset="-122"/>
              </a:rPr>
              <a:t>特点：</a:t>
            </a:r>
            <a:endParaRPr lang="en-US" altLang="zh-CN" b="1" dirty="0">
              <a:solidFill>
                <a:srgbClr val="FF0000"/>
              </a:solidFill>
              <a:latin typeface="楷体_GB2312" pitchFamily="49" charset="-122"/>
            </a:endParaRPr>
          </a:p>
          <a:p>
            <a:pPr marL="857250" lvl="1" indent="-457200" algn="just">
              <a:buClr>
                <a:schemeClr val="tx1"/>
              </a:buClr>
            </a:pPr>
            <a:r>
              <a:rPr lang="zh-CN" altLang="en-US" dirty="0" smtClean="0">
                <a:latin typeface="Times New Roman" pitchFamily="18" charset="0"/>
              </a:rPr>
              <a:t>利用</a:t>
            </a:r>
            <a:r>
              <a:rPr lang="zh-CN" altLang="en-US" dirty="0" smtClean="0">
                <a:solidFill>
                  <a:srgbClr val="C00000"/>
                </a:solidFill>
                <a:latin typeface="Times New Roman" pitchFamily="18" charset="0"/>
              </a:rPr>
              <a:t>令牌控制帧</a:t>
            </a:r>
            <a:r>
              <a:rPr lang="zh-CN" altLang="en-US" dirty="0" smtClean="0">
                <a:latin typeface="Times New Roman" pitchFamily="18" charset="0"/>
              </a:rPr>
              <a:t>，调整对总线</a:t>
            </a:r>
            <a:r>
              <a:rPr lang="zh-CN" altLang="en-US" dirty="0" smtClean="0">
                <a:solidFill>
                  <a:srgbClr val="C00000"/>
                </a:solidFill>
                <a:latin typeface="Times New Roman" pitchFamily="18" charset="0"/>
              </a:rPr>
              <a:t>访问的权利</a:t>
            </a:r>
            <a:r>
              <a:rPr lang="zh-CN" altLang="en-US" dirty="0" smtClean="0">
                <a:latin typeface="Times New Roman" pitchFamily="18" charset="0"/>
              </a:rPr>
              <a:t>。</a:t>
            </a:r>
            <a:endParaRPr lang="en-US" altLang="zh-CN" dirty="0">
              <a:latin typeface="Times New Roman" pitchFamily="18" charset="0"/>
            </a:endParaRPr>
          </a:p>
          <a:p>
            <a:pPr marL="857250" lvl="1" indent="-457200" algn="just">
              <a:buClr>
                <a:schemeClr val="tx1"/>
              </a:buClr>
            </a:pPr>
            <a:r>
              <a:rPr lang="zh-CN" altLang="en-US" dirty="0" smtClean="0">
                <a:latin typeface="Times New Roman" pitchFamily="18" charset="0"/>
              </a:rPr>
              <a:t>节点</a:t>
            </a:r>
            <a:r>
              <a:rPr lang="zh-CN" altLang="en-US" dirty="0" smtClean="0">
                <a:solidFill>
                  <a:srgbClr val="C00000"/>
                </a:solidFill>
                <a:latin typeface="Times New Roman" pitchFamily="18" charset="0"/>
              </a:rPr>
              <a:t>传输完成</a:t>
            </a:r>
            <a:r>
              <a:rPr lang="zh-CN" altLang="en-US" dirty="0" smtClean="0">
                <a:latin typeface="Times New Roman" pitchFamily="18" charset="0"/>
              </a:rPr>
              <a:t>或</a:t>
            </a:r>
            <a:r>
              <a:rPr lang="zh-CN" altLang="en-US" dirty="0" smtClean="0">
                <a:solidFill>
                  <a:srgbClr val="C00000"/>
                </a:solidFill>
                <a:latin typeface="Times New Roman" pitchFamily="18" charset="0"/>
              </a:rPr>
              <a:t>时间已到</a:t>
            </a:r>
            <a:r>
              <a:rPr lang="zh-CN" altLang="en-US" dirty="0" smtClean="0">
                <a:latin typeface="Times New Roman" pitchFamily="18" charset="0"/>
              </a:rPr>
              <a:t>，就将令牌传递到逻辑环中的下一节点。</a:t>
            </a:r>
            <a:endParaRPr lang="en-US" altLang="zh-CN" dirty="0" smtClean="0">
              <a:latin typeface="Times New Roman" pitchFamily="18" charset="0"/>
            </a:endParaRPr>
          </a:p>
          <a:p>
            <a:pPr marL="857250" lvl="1" indent="-457200" algn="just">
              <a:buClr>
                <a:schemeClr val="tx1"/>
              </a:buClr>
            </a:pPr>
            <a:r>
              <a:rPr lang="zh-CN" altLang="en-US" dirty="0" smtClean="0">
                <a:solidFill>
                  <a:srgbClr val="C00000"/>
                </a:solidFill>
                <a:latin typeface="Times New Roman" pitchFamily="18" charset="0"/>
              </a:rPr>
              <a:t>传</a:t>
            </a:r>
            <a:r>
              <a:rPr lang="zh-CN" altLang="en-US" dirty="0">
                <a:solidFill>
                  <a:srgbClr val="C00000"/>
                </a:solidFill>
                <a:latin typeface="Times New Roman" pitchFamily="18" charset="0"/>
              </a:rPr>
              <a:t>输过</a:t>
            </a:r>
            <a:r>
              <a:rPr lang="zh-CN" altLang="en-US" dirty="0" smtClean="0">
                <a:solidFill>
                  <a:srgbClr val="C00000"/>
                </a:solidFill>
                <a:latin typeface="Times New Roman" pitchFamily="18" charset="0"/>
              </a:rPr>
              <a:t>程</a:t>
            </a:r>
            <a:r>
              <a:rPr lang="zh-CN" altLang="en-US" dirty="0" smtClean="0">
                <a:latin typeface="Times New Roman" pitchFamily="18" charset="0"/>
              </a:rPr>
              <a:t>由</a:t>
            </a:r>
            <a:r>
              <a:rPr lang="zh-CN" altLang="en-US" dirty="0">
                <a:solidFill>
                  <a:srgbClr val="C00000"/>
                </a:solidFill>
                <a:latin typeface="Times New Roman" pitchFamily="18" charset="0"/>
              </a:rPr>
              <a:t>交替</a:t>
            </a:r>
            <a:r>
              <a:rPr lang="zh-CN" altLang="en-US" dirty="0">
                <a:latin typeface="Times New Roman" pitchFamily="18" charset="0"/>
              </a:rPr>
              <a:t>进行的</a:t>
            </a:r>
            <a:r>
              <a:rPr lang="zh-CN" altLang="en-US" dirty="0">
                <a:solidFill>
                  <a:srgbClr val="C00000"/>
                </a:solidFill>
                <a:latin typeface="Times New Roman" pitchFamily="18" charset="0"/>
              </a:rPr>
              <a:t>数据传输</a:t>
            </a:r>
            <a:r>
              <a:rPr lang="zh-CN" altLang="en-US" dirty="0">
                <a:latin typeface="Times New Roman" pitchFamily="18" charset="0"/>
              </a:rPr>
              <a:t>阶段和</a:t>
            </a:r>
            <a:r>
              <a:rPr lang="zh-CN" altLang="en-US" dirty="0">
                <a:solidFill>
                  <a:srgbClr val="C00000"/>
                </a:solidFill>
                <a:latin typeface="Times New Roman" pitchFamily="18" charset="0"/>
              </a:rPr>
              <a:t>令牌传</a:t>
            </a:r>
            <a:r>
              <a:rPr lang="zh-CN" altLang="en-US" dirty="0" smtClean="0">
                <a:solidFill>
                  <a:srgbClr val="C00000"/>
                </a:solidFill>
                <a:latin typeface="Times New Roman" pitchFamily="18" charset="0"/>
              </a:rPr>
              <a:t>送</a:t>
            </a:r>
            <a:r>
              <a:rPr lang="zh-CN" altLang="en-US" dirty="0" smtClean="0">
                <a:latin typeface="Times New Roman" pitchFamily="18" charset="0"/>
              </a:rPr>
              <a:t>阶</a:t>
            </a:r>
            <a:r>
              <a:rPr lang="zh-CN" altLang="en-US" dirty="0">
                <a:latin typeface="Times New Roman" pitchFamily="18" charset="0"/>
              </a:rPr>
              <a:t>段组成</a:t>
            </a:r>
            <a:r>
              <a:rPr lang="zh-CN" altLang="en-US" dirty="0" smtClean="0">
                <a:latin typeface="Times New Roman" pitchFamily="18" charset="0"/>
              </a:rPr>
              <a:t>。</a:t>
            </a:r>
            <a:endParaRPr lang="en-US" altLang="zh-CN" dirty="0">
              <a:latin typeface="Times New Roman" pitchFamily="18" charset="0"/>
            </a:endParaRPr>
          </a:p>
          <a:p>
            <a:pPr marL="857250" lvl="1" indent="-457200" algn="just">
              <a:buClr>
                <a:schemeClr val="tx1"/>
              </a:buClr>
            </a:pPr>
            <a:r>
              <a:rPr lang="zh-CN" altLang="en-US" dirty="0" smtClean="0">
                <a:latin typeface="Times New Roman" pitchFamily="18" charset="0"/>
              </a:rPr>
              <a:t>节点可</a:t>
            </a:r>
            <a:r>
              <a:rPr lang="zh-CN" altLang="en-US" dirty="0" smtClean="0">
                <a:solidFill>
                  <a:srgbClr val="C00000"/>
                </a:solidFill>
                <a:latin typeface="Times New Roman" pitchFamily="18" charset="0"/>
              </a:rPr>
              <a:t>退出</a:t>
            </a:r>
            <a:r>
              <a:rPr lang="zh-CN" altLang="en-US" dirty="0">
                <a:solidFill>
                  <a:srgbClr val="C00000"/>
                </a:solidFill>
                <a:latin typeface="Times New Roman" pitchFamily="18" charset="0"/>
              </a:rPr>
              <a:t>逻辑</a:t>
            </a:r>
            <a:r>
              <a:rPr lang="zh-CN" altLang="en-US" dirty="0" smtClean="0">
                <a:solidFill>
                  <a:srgbClr val="C00000"/>
                </a:solidFill>
                <a:latin typeface="Times New Roman" pitchFamily="18" charset="0"/>
              </a:rPr>
              <a:t>环</a:t>
            </a:r>
            <a:r>
              <a:rPr lang="zh-CN" altLang="en-US" dirty="0">
                <a:latin typeface="Times New Roman" pitchFamily="18" charset="0"/>
              </a:rPr>
              <a:t>成为非活动节点</a:t>
            </a:r>
            <a:r>
              <a:rPr lang="zh-CN" altLang="en-US" dirty="0" smtClean="0">
                <a:latin typeface="Times New Roman" pitchFamily="18" charset="0"/>
              </a:rPr>
              <a:t>，仅响</a:t>
            </a:r>
            <a:r>
              <a:rPr lang="zh-CN" altLang="en-US" dirty="0">
                <a:latin typeface="Times New Roman" pitchFamily="18" charset="0"/>
              </a:rPr>
              <a:t>应询问或请求应答。</a:t>
            </a:r>
          </a:p>
          <a:p>
            <a:pPr marL="0" indent="0" algn="just">
              <a:buClr>
                <a:schemeClr val="tx1"/>
              </a:buClr>
              <a:buNone/>
            </a:pPr>
            <a:endParaRPr lang="en-US" altLang="zh-CN" b="1" dirty="0" smtClean="0">
              <a:solidFill>
                <a:srgbClr val="FF0000"/>
              </a:solidFill>
              <a:latin typeface="楷体_GB2312" pitchFamily="49" charset="-122"/>
            </a:endParaRPr>
          </a:p>
          <a:p>
            <a:pPr marL="0" indent="0" algn="just">
              <a:buClr>
                <a:schemeClr val="tx1"/>
              </a:buClr>
              <a:buNone/>
            </a:pPr>
            <a:endParaRPr lang="zh-CN" altLang="en-US" dirty="0" smtClean="0">
              <a:latin typeface="楷体_GB2312" pitchFamily="49" charset="-122"/>
            </a:endParaRPr>
          </a:p>
        </p:txBody>
      </p:sp>
      <p:sp>
        <p:nvSpPr>
          <p:cNvPr id="4" name="灯片编号占位符 3"/>
          <p:cNvSpPr>
            <a:spLocks noGrp="1"/>
          </p:cNvSpPr>
          <p:nvPr>
            <p:ph type="sldNum" sz="quarter" idx="12"/>
          </p:nvPr>
        </p:nvSpPr>
        <p:spPr/>
        <p:txBody>
          <a:bodyPr/>
          <a:lstStyle/>
          <a:p>
            <a:pPr>
              <a:defRPr/>
            </a:pPr>
            <a:fld id="{7914BA9A-B304-4DB0-96A6-EC639D7B591A}" type="slidenum">
              <a:rPr lang="zh-CN" altLang="en-US" smtClean="0"/>
              <a:pPr>
                <a:defRPr/>
              </a:pPr>
              <a:t>55</a:t>
            </a:fld>
            <a:endParaRPr lang="zh-CN" altLang="en-US"/>
          </a:p>
        </p:txBody>
      </p:sp>
    </p:spTree>
  </p:cSld>
  <p:clrMapOvr>
    <a:masterClrMapping/>
  </p:clrMapOvr>
  <p:transition spd="slow">
    <p:push dir="u"/>
  </p:transition>
  <p:timing>
    <p:tnLst>
      <p:par>
        <p:cTn id="1" dur="indefinite" restart="never" nodeType="tmRoot"/>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754" name="标题 1"/>
          <p:cNvSpPr>
            <a:spLocks noGrp="1"/>
          </p:cNvSpPr>
          <p:nvPr>
            <p:ph type="title"/>
          </p:nvPr>
        </p:nvSpPr>
        <p:spPr>
          <a:xfrm>
            <a:off x="107950" y="44450"/>
            <a:ext cx="7343775" cy="792163"/>
          </a:xfrm>
        </p:spPr>
        <p:txBody>
          <a:bodyPr/>
          <a:lstStyle/>
          <a:p>
            <a:r>
              <a:rPr lang="en-US" altLang="zh-CN" smtClean="0"/>
              <a:t>2.9 </a:t>
            </a:r>
            <a:r>
              <a:rPr lang="zh-CN" altLang="en-US" smtClean="0"/>
              <a:t>传输介质访问控制方式</a:t>
            </a:r>
          </a:p>
        </p:txBody>
      </p:sp>
      <p:sp>
        <p:nvSpPr>
          <p:cNvPr id="4" name="灯片编号占位符 3"/>
          <p:cNvSpPr>
            <a:spLocks noGrp="1"/>
          </p:cNvSpPr>
          <p:nvPr>
            <p:ph type="sldNum" sz="quarter" idx="12"/>
          </p:nvPr>
        </p:nvSpPr>
        <p:spPr/>
        <p:txBody>
          <a:bodyPr/>
          <a:lstStyle/>
          <a:p>
            <a:pPr>
              <a:defRPr/>
            </a:pPr>
            <a:fld id="{E96E45BD-D89D-453F-B7D0-8CDCAED8C460}" type="slidenum">
              <a:rPr lang="zh-CN" altLang="en-US" smtClean="0"/>
              <a:pPr>
                <a:defRPr/>
              </a:pPr>
              <a:t>56</a:t>
            </a:fld>
            <a:endParaRPr lang="zh-CN" altLang="en-US"/>
          </a:p>
        </p:txBody>
      </p:sp>
      <p:pic>
        <p:nvPicPr>
          <p:cNvPr id="74756" name="Picture 7"/>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a:stretch>
            <a:fillRect/>
          </a:stretch>
        </p:blipFill>
        <p:spPr>
          <a:xfrm>
            <a:off x="611188" y="1412875"/>
            <a:ext cx="7273925" cy="2886075"/>
          </a:xfrm>
          <a:noFill/>
        </p:spPr>
      </p:pic>
      <p:sp>
        <p:nvSpPr>
          <p:cNvPr id="74757" name="矩形 5"/>
          <p:cNvSpPr>
            <a:spLocks noChangeArrowheads="1"/>
          </p:cNvSpPr>
          <p:nvPr/>
        </p:nvSpPr>
        <p:spPr bwMode="auto">
          <a:xfrm>
            <a:off x="2627313" y="4800600"/>
            <a:ext cx="3057525" cy="522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spcBef>
                <a:spcPct val="20000"/>
              </a:spcBef>
              <a:buFont typeface="Wingdings" pitchFamily="2" charset="2"/>
              <a:buChar char="Ø"/>
              <a:defRPr sz="3200">
                <a:solidFill>
                  <a:srgbClr val="4F6228"/>
                </a:solidFill>
                <a:latin typeface="Calibri" pitchFamily="34" charset="0"/>
                <a:ea typeface="楷体_GB2312" pitchFamily="49" charset="-122"/>
              </a:defRPr>
            </a:lvl1pPr>
            <a:lvl2pPr marL="742950" indent="-285750" eaLnBrk="0" hangingPunct="0">
              <a:spcBef>
                <a:spcPct val="20000"/>
              </a:spcBef>
              <a:buFont typeface="Wingdings" pitchFamily="2" charset="2"/>
              <a:buChar char="ü"/>
              <a:defRPr sz="2800">
                <a:solidFill>
                  <a:srgbClr val="4F6228"/>
                </a:solidFill>
                <a:latin typeface="Calibri" pitchFamily="34" charset="0"/>
                <a:ea typeface="楷体_GB2312" pitchFamily="49" charset="-122"/>
              </a:defRPr>
            </a:lvl2pPr>
            <a:lvl3pPr marL="1143000" indent="-228600" eaLnBrk="0" hangingPunct="0">
              <a:spcBef>
                <a:spcPct val="20000"/>
              </a:spcBef>
              <a:buFont typeface="Arial" charset="0"/>
              <a:buChar char="•"/>
              <a:defRPr sz="2400">
                <a:solidFill>
                  <a:srgbClr val="4F6228"/>
                </a:solidFill>
                <a:latin typeface="Calibri" pitchFamily="34" charset="0"/>
                <a:ea typeface="楷体_GB2312" pitchFamily="49" charset="-122"/>
              </a:defRPr>
            </a:lvl3pPr>
            <a:lvl4pPr marL="1600200" indent="-228600" eaLnBrk="0" hangingPunct="0">
              <a:spcBef>
                <a:spcPct val="20000"/>
              </a:spcBef>
              <a:buFont typeface="Arial" charset="0"/>
              <a:buChar char="–"/>
              <a:defRPr sz="2000">
                <a:solidFill>
                  <a:schemeClr val="tx1"/>
                </a:solidFill>
                <a:latin typeface="Calibri" pitchFamily="34" charset="0"/>
                <a:ea typeface="宋体" pitchFamily="2" charset="-122"/>
              </a:defRPr>
            </a:lvl4pPr>
            <a:lvl5pPr marL="2057400" indent="-228600" eaLnBrk="0" hangingPunct="0">
              <a:spcBef>
                <a:spcPct val="20000"/>
              </a:spcBef>
              <a:buFont typeface="Arial" charset="0"/>
              <a:buChar char="»"/>
              <a:defRPr sz="2000">
                <a:solidFill>
                  <a:schemeClr val="tx1"/>
                </a:solidFill>
                <a:latin typeface="Calibri" pitchFamily="34" charset="0"/>
                <a:ea typeface="宋体" pitchFamily="2" charset="-122"/>
              </a:defRPr>
            </a:lvl5pPr>
            <a:lvl6pPr marL="2514600" indent="-228600" eaLnBrk="0" fontAlgn="base" hangingPunct="0">
              <a:spcBef>
                <a:spcPct val="20000"/>
              </a:spcBef>
              <a:spcAft>
                <a:spcPct val="0"/>
              </a:spcAft>
              <a:buFont typeface="Arial" charset="0"/>
              <a:buChar char="»"/>
              <a:defRPr sz="2000">
                <a:solidFill>
                  <a:schemeClr val="tx1"/>
                </a:solidFill>
                <a:latin typeface="Calibri" pitchFamily="34" charset="0"/>
                <a:ea typeface="宋体" pitchFamily="2" charset="-122"/>
              </a:defRPr>
            </a:lvl6pPr>
            <a:lvl7pPr marL="2971800" indent="-228600" eaLnBrk="0" fontAlgn="base" hangingPunct="0">
              <a:spcBef>
                <a:spcPct val="20000"/>
              </a:spcBef>
              <a:spcAft>
                <a:spcPct val="0"/>
              </a:spcAft>
              <a:buFont typeface="Arial" charset="0"/>
              <a:buChar char="»"/>
              <a:defRPr sz="2000">
                <a:solidFill>
                  <a:schemeClr val="tx1"/>
                </a:solidFill>
                <a:latin typeface="Calibri" pitchFamily="34" charset="0"/>
                <a:ea typeface="宋体" pitchFamily="2" charset="-122"/>
              </a:defRPr>
            </a:lvl7pPr>
            <a:lvl8pPr marL="3429000" indent="-228600" eaLnBrk="0" fontAlgn="base" hangingPunct="0">
              <a:spcBef>
                <a:spcPct val="20000"/>
              </a:spcBef>
              <a:spcAft>
                <a:spcPct val="0"/>
              </a:spcAft>
              <a:buFont typeface="Arial" charset="0"/>
              <a:buChar char="»"/>
              <a:defRPr sz="2000">
                <a:solidFill>
                  <a:schemeClr val="tx1"/>
                </a:solidFill>
                <a:latin typeface="Calibri" pitchFamily="34" charset="0"/>
                <a:ea typeface="宋体" pitchFamily="2" charset="-122"/>
              </a:defRPr>
            </a:lvl8pPr>
            <a:lvl9pPr marL="3886200" indent="-228600" eaLnBrk="0" fontAlgn="base" hangingPunct="0">
              <a:spcBef>
                <a:spcPct val="20000"/>
              </a:spcBef>
              <a:spcAft>
                <a:spcPct val="0"/>
              </a:spcAft>
              <a:buFont typeface="Arial" charset="0"/>
              <a:buChar char="»"/>
              <a:defRPr sz="2000">
                <a:solidFill>
                  <a:schemeClr val="tx1"/>
                </a:solidFill>
                <a:latin typeface="Calibri" pitchFamily="34" charset="0"/>
                <a:ea typeface="宋体" pitchFamily="2" charset="-122"/>
              </a:defRPr>
            </a:lvl9pPr>
          </a:lstStyle>
          <a:p>
            <a:pPr eaLnBrk="1" hangingPunct="1">
              <a:spcBef>
                <a:spcPct val="0"/>
              </a:spcBef>
              <a:buFontTx/>
              <a:buNone/>
            </a:pPr>
            <a:r>
              <a:rPr lang="zh-CN" altLang="en-US" sz="2800">
                <a:solidFill>
                  <a:schemeClr val="tx1"/>
                </a:solidFill>
                <a:latin typeface="楷体_GB2312" pitchFamily="49" charset="-122"/>
              </a:rPr>
              <a:t>令牌总线与逻辑环</a:t>
            </a:r>
          </a:p>
        </p:txBody>
      </p:sp>
    </p:spTree>
  </p:cSld>
  <p:clrMapOvr>
    <a:masterClrMapping/>
  </p:clrMapOvr>
  <p:transition spd="slow">
    <p:push dir="u"/>
  </p:transition>
  <p:timing>
    <p:tnLst>
      <p:par>
        <p:cTn id="1" dur="indefinite" restart="never" nodeType="tmRoot"/>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778" name="标题 1"/>
          <p:cNvSpPr>
            <a:spLocks noGrp="1"/>
          </p:cNvSpPr>
          <p:nvPr>
            <p:ph type="title"/>
          </p:nvPr>
        </p:nvSpPr>
        <p:spPr>
          <a:xfrm>
            <a:off x="107950" y="44450"/>
            <a:ext cx="7343775" cy="792163"/>
          </a:xfrm>
        </p:spPr>
        <p:txBody>
          <a:bodyPr/>
          <a:lstStyle/>
          <a:p>
            <a:r>
              <a:rPr lang="en-US" altLang="zh-CN" dirty="0" smtClean="0"/>
              <a:t>2.9 </a:t>
            </a:r>
            <a:r>
              <a:rPr lang="zh-CN" altLang="en-US" dirty="0" smtClean="0"/>
              <a:t>传输介质访问控制方式</a:t>
            </a:r>
          </a:p>
        </p:txBody>
      </p:sp>
      <p:sp>
        <p:nvSpPr>
          <p:cNvPr id="3" name="内容占位符 2"/>
          <p:cNvSpPr>
            <a:spLocks noGrp="1"/>
          </p:cNvSpPr>
          <p:nvPr>
            <p:ph idx="1"/>
          </p:nvPr>
        </p:nvSpPr>
        <p:spPr>
          <a:xfrm>
            <a:off x="107950" y="981075"/>
            <a:ext cx="8928100" cy="5102225"/>
          </a:xfrm>
        </p:spPr>
        <p:txBody>
          <a:bodyPr/>
          <a:lstStyle/>
          <a:p>
            <a:pPr algn="just">
              <a:lnSpc>
                <a:spcPct val="120000"/>
              </a:lnSpc>
              <a:buClr>
                <a:schemeClr val="tx1"/>
              </a:buClr>
            </a:pPr>
            <a:r>
              <a:rPr lang="zh-CN" altLang="en-US" dirty="0" smtClean="0">
                <a:latin typeface="楷体_GB2312" pitchFamily="49" charset="-122"/>
              </a:rPr>
              <a:t>令牌总线的</a:t>
            </a:r>
            <a:r>
              <a:rPr lang="zh-CN" altLang="en-US" dirty="0" smtClean="0">
                <a:solidFill>
                  <a:srgbClr val="C00000"/>
                </a:solidFill>
                <a:latin typeface="楷体_GB2312" pitchFamily="49" charset="-122"/>
              </a:rPr>
              <a:t>介质访问控制</a:t>
            </a:r>
            <a:r>
              <a:rPr lang="zh-CN" altLang="en-US" dirty="0" smtClean="0">
                <a:latin typeface="楷体_GB2312" pitchFamily="49" charset="-122"/>
              </a:rPr>
              <a:t>应具备</a:t>
            </a:r>
            <a:r>
              <a:rPr lang="zh-CN" altLang="en-US" dirty="0" smtClean="0">
                <a:solidFill>
                  <a:srgbClr val="C00000"/>
                </a:solidFill>
                <a:latin typeface="楷体_GB2312" pitchFamily="49" charset="-122"/>
              </a:rPr>
              <a:t>功能</a:t>
            </a:r>
            <a:r>
              <a:rPr lang="zh-CN" altLang="en-US" dirty="0" smtClean="0">
                <a:latin typeface="楷体_GB2312" pitchFamily="49" charset="-122"/>
              </a:rPr>
              <a:t>：</a:t>
            </a:r>
          </a:p>
          <a:p>
            <a:pPr lvl="1" algn="just">
              <a:lnSpc>
                <a:spcPct val="120000"/>
              </a:lnSpc>
              <a:buClr>
                <a:schemeClr val="tx1"/>
              </a:buClr>
              <a:buSzPct val="80000"/>
            </a:pPr>
            <a:r>
              <a:rPr lang="zh-CN" altLang="en-US" sz="2400" b="1" dirty="0" smtClean="0">
                <a:solidFill>
                  <a:srgbClr val="C00000"/>
                </a:solidFill>
                <a:latin typeface="楷体_GB2312" pitchFamily="49" charset="-122"/>
              </a:rPr>
              <a:t>令牌传递算法</a:t>
            </a:r>
            <a:endParaRPr lang="en-US" altLang="zh-CN" sz="2400" b="1" dirty="0" smtClean="0">
              <a:solidFill>
                <a:srgbClr val="C00000"/>
              </a:solidFill>
              <a:latin typeface="楷体_GB2312" pitchFamily="49" charset="-122"/>
            </a:endParaRPr>
          </a:p>
          <a:p>
            <a:pPr lvl="1" algn="just">
              <a:lnSpc>
                <a:spcPct val="120000"/>
              </a:lnSpc>
              <a:buClr>
                <a:schemeClr val="tx1"/>
              </a:buClr>
              <a:buSzPct val="80000"/>
            </a:pPr>
            <a:r>
              <a:rPr lang="zh-CN" altLang="en-US" sz="2400" b="1" dirty="0" smtClean="0">
                <a:solidFill>
                  <a:srgbClr val="C00000"/>
                </a:solidFill>
                <a:latin typeface="楷体_GB2312" pitchFamily="49" charset="-122"/>
              </a:rPr>
              <a:t>逻辑环初始化</a:t>
            </a:r>
            <a:endParaRPr lang="en-US" altLang="zh-CN" sz="2400" b="1" dirty="0" smtClean="0">
              <a:solidFill>
                <a:srgbClr val="C00000"/>
              </a:solidFill>
              <a:latin typeface="楷体_GB2312" pitchFamily="49" charset="-122"/>
            </a:endParaRPr>
          </a:p>
          <a:p>
            <a:pPr lvl="1" algn="just">
              <a:lnSpc>
                <a:spcPct val="120000"/>
              </a:lnSpc>
              <a:buClr>
                <a:schemeClr val="tx1"/>
              </a:buClr>
              <a:buSzPct val="80000"/>
            </a:pPr>
            <a:r>
              <a:rPr lang="zh-CN" altLang="en-US" sz="2400" b="1" dirty="0" smtClean="0">
                <a:solidFill>
                  <a:srgbClr val="C00000"/>
                </a:solidFill>
                <a:latin typeface="楷体_GB2312" pitchFamily="49" charset="-122"/>
              </a:rPr>
              <a:t>节</a:t>
            </a:r>
            <a:r>
              <a:rPr lang="zh-CN" altLang="en-US" sz="2400" b="1" dirty="0">
                <a:solidFill>
                  <a:srgbClr val="C00000"/>
                </a:solidFill>
                <a:latin typeface="楷体_GB2312" pitchFamily="49" charset="-122"/>
              </a:rPr>
              <a:t>点插入算</a:t>
            </a:r>
            <a:r>
              <a:rPr lang="zh-CN" altLang="en-US" sz="2400" b="1" dirty="0" smtClean="0">
                <a:solidFill>
                  <a:srgbClr val="C00000"/>
                </a:solidFill>
                <a:latin typeface="楷体_GB2312" pitchFamily="49" charset="-122"/>
              </a:rPr>
              <a:t>法</a:t>
            </a:r>
            <a:endParaRPr lang="en-US" altLang="zh-CN" sz="2400" b="1" dirty="0" smtClean="0">
              <a:solidFill>
                <a:srgbClr val="C00000"/>
              </a:solidFill>
              <a:latin typeface="楷体_GB2312" pitchFamily="49" charset="-122"/>
            </a:endParaRPr>
          </a:p>
          <a:p>
            <a:pPr lvl="1" algn="just">
              <a:lnSpc>
                <a:spcPct val="120000"/>
              </a:lnSpc>
              <a:buClr>
                <a:schemeClr val="tx1"/>
              </a:buClr>
              <a:buSzPct val="80000"/>
            </a:pPr>
            <a:r>
              <a:rPr lang="zh-CN" altLang="en-US" sz="2400" b="1" dirty="0" smtClean="0">
                <a:solidFill>
                  <a:srgbClr val="C00000"/>
                </a:solidFill>
                <a:latin typeface="楷体_GB2312" pitchFamily="49" charset="-122"/>
              </a:rPr>
              <a:t>退</a:t>
            </a:r>
            <a:r>
              <a:rPr lang="zh-CN" altLang="en-US" sz="2400" b="1" dirty="0">
                <a:solidFill>
                  <a:srgbClr val="C00000"/>
                </a:solidFill>
                <a:latin typeface="楷体_GB2312" pitchFamily="49" charset="-122"/>
              </a:rPr>
              <a:t>出环</a:t>
            </a:r>
            <a:r>
              <a:rPr lang="zh-CN" altLang="en-US" sz="2400" b="1" dirty="0" smtClean="0">
                <a:solidFill>
                  <a:srgbClr val="C00000"/>
                </a:solidFill>
                <a:latin typeface="楷体_GB2312" pitchFamily="49" charset="-122"/>
              </a:rPr>
              <a:t>路</a:t>
            </a:r>
            <a:endParaRPr lang="en-US" altLang="zh-CN" sz="2400" b="1" dirty="0" smtClean="0">
              <a:solidFill>
                <a:srgbClr val="C00000"/>
              </a:solidFill>
              <a:latin typeface="楷体_GB2312" pitchFamily="49" charset="-122"/>
            </a:endParaRPr>
          </a:p>
          <a:p>
            <a:pPr lvl="1" algn="just">
              <a:lnSpc>
                <a:spcPct val="120000"/>
              </a:lnSpc>
              <a:buClr>
                <a:schemeClr val="tx1"/>
              </a:buClr>
              <a:buSzPct val="80000"/>
            </a:pPr>
            <a:r>
              <a:rPr lang="zh-CN" altLang="en-US" sz="2400" b="1" dirty="0" smtClean="0">
                <a:solidFill>
                  <a:srgbClr val="C00000"/>
                </a:solidFill>
                <a:latin typeface="楷体_GB2312" pitchFamily="49" charset="-122"/>
              </a:rPr>
              <a:t>恢复</a:t>
            </a:r>
            <a:endParaRPr lang="en-US" altLang="zh-CN" sz="2400" b="1" dirty="0">
              <a:solidFill>
                <a:srgbClr val="C00000"/>
              </a:solidFill>
              <a:latin typeface="楷体_GB2312" pitchFamily="49" charset="-122"/>
            </a:endParaRPr>
          </a:p>
          <a:p>
            <a:pPr marL="457200" lvl="1" indent="0" algn="just">
              <a:lnSpc>
                <a:spcPct val="120000"/>
              </a:lnSpc>
              <a:buClr>
                <a:schemeClr val="tx1"/>
              </a:buClr>
              <a:buSzPct val="80000"/>
              <a:buNone/>
            </a:pPr>
            <a:endParaRPr lang="en-US" altLang="zh-CN" b="1" dirty="0" smtClean="0">
              <a:solidFill>
                <a:srgbClr val="C00000"/>
              </a:solidFill>
              <a:latin typeface="楷体_GB2312" pitchFamily="49" charset="-122"/>
            </a:endParaRPr>
          </a:p>
          <a:p>
            <a:pPr marL="57150" indent="0" algn="just">
              <a:lnSpc>
                <a:spcPct val="120000"/>
              </a:lnSpc>
              <a:buClr>
                <a:schemeClr val="tx1"/>
              </a:buClr>
              <a:buSzPct val="80000"/>
              <a:buNone/>
            </a:pPr>
            <a:r>
              <a:rPr lang="zh-CN" altLang="en-US" b="1" dirty="0">
                <a:solidFill>
                  <a:schemeClr val="accent1"/>
                </a:solidFill>
              </a:rPr>
              <a:t>实令</a:t>
            </a:r>
            <a:r>
              <a:rPr lang="zh-CN" altLang="en-US" b="1" dirty="0" smtClean="0">
                <a:solidFill>
                  <a:schemeClr val="accent1"/>
                </a:solidFill>
              </a:rPr>
              <a:t>牌</a:t>
            </a:r>
            <a:r>
              <a:rPr lang="zh-CN" altLang="en-US" b="1" dirty="0" smtClean="0">
                <a:solidFill>
                  <a:srgbClr val="C00000"/>
                </a:solidFill>
              </a:rPr>
              <a:t>与</a:t>
            </a:r>
            <a:r>
              <a:rPr lang="zh-CN" altLang="en-US" b="1" dirty="0" smtClean="0">
                <a:solidFill>
                  <a:schemeClr val="accent1"/>
                </a:solidFill>
              </a:rPr>
              <a:t>虚令牌</a:t>
            </a:r>
            <a:endParaRPr lang="en-US" altLang="zh-CN" b="1" dirty="0" smtClean="0">
              <a:solidFill>
                <a:schemeClr val="accent1"/>
              </a:solidFill>
              <a:latin typeface="楷体_GB2312" pitchFamily="49" charset="-122"/>
            </a:endParaRPr>
          </a:p>
          <a:p>
            <a:pPr lvl="1" algn="just">
              <a:lnSpc>
                <a:spcPct val="120000"/>
              </a:lnSpc>
              <a:buClr>
                <a:schemeClr val="tx1"/>
              </a:buClr>
              <a:buSzPct val="80000"/>
            </a:pPr>
            <a:endParaRPr lang="zh-CN" altLang="en-US" sz="2400" dirty="0" smtClean="0">
              <a:latin typeface="楷体_GB2312" pitchFamily="49" charset="-122"/>
            </a:endParaRPr>
          </a:p>
        </p:txBody>
      </p:sp>
      <p:sp>
        <p:nvSpPr>
          <p:cNvPr id="4" name="灯片编号占位符 3"/>
          <p:cNvSpPr>
            <a:spLocks noGrp="1"/>
          </p:cNvSpPr>
          <p:nvPr>
            <p:ph type="sldNum" sz="quarter" idx="12"/>
          </p:nvPr>
        </p:nvSpPr>
        <p:spPr/>
        <p:txBody>
          <a:bodyPr/>
          <a:lstStyle/>
          <a:p>
            <a:pPr>
              <a:defRPr/>
            </a:pPr>
            <a:fld id="{E823744A-E651-4A46-B635-95F68F9CC398}" type="slidenum">
              <a:rPr lang="zh-CN" altLang="en-US" smtClean="0"/>
              <a:pPr>
                <a:defRPr/>
              </a:pPr>
              <a:t>57</a:t>
            </a:fld>
            <a:endParaRPr lang="zh-CN" altLang="en-US" dirty="0"/>
          </a:p>
        </p:txBody>
      </p:sp>
    </p:spTree>
  </p:cSld>
  <p:clrMapOvr>
    <a:masterClrMapping/>
  </p:clrMapOvr>
  <p:transition spd="slow">
    <p:push dir="u"/>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4"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 calcmode="lin" valueType="num">
                                      <p:cBhvr additive="base">
                                        <p:cTn id="7"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 calcmode="lin" valueType="num">
                                      <p:cBhvr additive="base">
                                        <p:cTn id="13"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anim calcmode="lin" valueType="num">
                                      <p:cBhvr additive="base">
                                        <p:cTn id="19"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3">
                                            <p:txEl>
                                              <p:pRg st="4" end="4"/>
                                            </p:txEl>
                                          </p:spTgt>
                                        </p:tgtEl>
                                        <p:attrNameLst>
                                          <p:attrName>style.visibility</p:attrName>
                                        </p:attrNameLst>
                                      </p:cBhvr>
                                      <p:to>
                                        <p:strVal val="visible"/>
                                      </p:to>
                                    </p:set>
                                    <p:anim calcmode="lin" valueType="num">
                                      <p:cBhvr additive="base">
                                        <p:cTn id="25"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nodeType="clickEffect">
                                  <p:stCondLst>
                                    <p:cond delay="0"/>
                                  </p:stCondLst>
                                  <p:childTnLst>
                                    <p:set>
                                      <p:cBhvr>
                                        <p:cTn id="30" dur="1" fill="hold">
                                          <p:stCondLst>
                                            <p:cond delay="0"/>
                                          </p:stCondLst>
                                        </p:cTn>
                                        <p:tgtEl>
                                          <p:spTgt spid="3">
                                            <p:txEl>
                                              <p:pRg st="5" end="5"/>
                                            </p:txEl>
                                          </p:spTgt>
                                        </p:tgtEl>
                                        <p:attrNameLst>
                                          <p:attrName>style.visibility</p:attrName>
                                        </p:attrNameLst>
                                      </p:cBhvr>
                                      <p:to>
                                        <p:strVal val="visible"/>
                                      </p:to>
                                    </p:set>
                                    <p:anim calcmode="lin" valueType="num">
                                      <p:cBhvr additive="base">
                                        <p:cTn id="31"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nodeType="clickEffect">
                                  <p:stCondLst>
                                    <p:cond delay="0"/>
                                  </p:stCondLst>
                                  <p:childTnLst>
                                    <p:set>
                                      <p:cBhvr>
                                        <p:cTn id="36" dur="1" fill="hold">
                                          <p:stCondLst>
                                            <p:cond delay="0"/>
                                          </p:stCondLst>
                                        </p:cTn>
                                        <p:tgtEl>
                                          <p:spTgt spid="3">
                                            <p:txEl>
                                              <p:pRg st="7" end="7"/>
                                            </p:txEl>
                                          </p:spTgt>
                                        </p:tgtEl>
                                        <p:attrNameLst>
                                          <p:attrName>style.visibility</p:attrName>
                                        </p:attrNameLst>
                                      </p:cBhvr>
                                      <p:to>
                                        <p:strVal val="visible"/>
                                      </p:to>
                                    </p:set>
                                    <p:anim calcmode="lin" valueType="num">
                                      <p:cBhvr additive="base">
                                        <p:cTn id="37"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2.9 </a:t>
            </a:r>
            <a:r>
              <a:rPr lang="zh-CN" altLang="en-US" dirty="0"/>
              <a:t>传输介质访问控制方式</a:t>
            </a:r>
          </a:p>
        </p:txBody>
      </p:sp>
      <p:sp>
        <p:nvSpPr>
          <p:cNvPr id="3" name="内容占位符 2"/>
          <p:cNvSpPr>
            <a:spLocks noGrp="1"/>
          </p:cNvSpPr>
          <p:nvPr>
            <p:ph idx="1"/>
          </p:nvPr>
        </p:nvSpPr>
        <p:spPr/>
        <p:txBody>
          <a:bodyPr/>
          <a:lstStyle/>
          <a:p>
            <a:r>
              <a:rPr lang="zh-CN" altLang="en-US" b="1" dirty="0">
                <a:solidFill>
                  <a:srgbClr val="FF0000"/>
                </a:solidFill>
                <a:latin typeface="楷体_GB2312" pitchFamily="49" charset="-122"/>
              </a:rPr>
              <a:t>时分复用</a:t>
            </a:r>
            <a:endParaRPr lang="en-US" altLang="zh-CN" b="1" dirty="0">
              <a:solidFill>
                <a:srgbClr val="FF0000"/>
              </a:solidFill>
              <a:latin typeface="楷体_GB2312" pitchFamily="49" charset="-122"/>
            </a:endParaRPr>
          </a:p>
          <a:p>
            <a:pPr marL="0" indent="0">
              <a:buNone/>
            </a:pPr>
            <a:r>
              <a:rPr lang="zh-CN" altLang="en-US" dirty="0" smtClean="0">
                <a:solidFill>
                  <a:srgbClr val="FF0000"/>
                </a:solidFill>
              </a:rPr>
              <a:t>概念：</a:t>
            </a:r>
            <a:endParaRPr lang="en-US" altLang="zh-CN" dirty="0" smtClean="0">
              <a:solidFill>
                <a:srgbClr val="FF0000"/>
              </a:solidFill>
            </a:endParaRPr>
          </a:p>
          <a:p>
            <a:pPr marL="0" indent="0">
              <a:buNone/>
            </a:pPr>
            <a:r>
              <a:rPr lang="zh-CN" altLang="en-US" dirty="0" smtClean="0">
                <a:solidFill>
                  <a:srgbClr val="FF0000"/>
                </a:solidFill>
              </a:rPr>
              <a:t>分类：</a:t>
            </a:r>
            <a:endParaRPr lang="en-US" altLang="zh-CN" dirty="0" smtClean="0">
              <a:solidFill>
                <a:srgbClr val="FF0000"/>
              </a:solidFill>
            </a:endParaRPr>
          </a:p>
          <a:p>
            <a:pPr marL="857250" lvl="1" indent="-457200">
              <a:buFont typeface="Wingdings" panose="05000000000000000000" pitchFamily="2" charset="2"/>
              <a:buChar char="p"/>
            </a:pPr>
            <a:r>
              <a:rPr lang="zh-CN" altLang="en-US" dirty="0" smtClean="0">
                <a:solidFill>
                  <a:schemeClr val="tx2"/>
                </a:solidFill>
              </a:rPr>
              <a:t>同步时分复用</a:t>
            </a:r>
            <a:r>
              <a:rPr lang="zh-CN" altLang="en-US" dirty="0" smtClean="0"/>
              <a:t>：为每个节点分配相等的总线占用时间，不</a:t>
            </a:r>
            <a:r>
              <a:rPr lang="zh-CN" altLang="en-US" dirty="0"/>
              <a:t>考虑</a:t>
            </a:r>
            <a:r>
              <a:rPr lang="zh-CN" altLang="en-US" dirty="0" smtClean="0"/>
              <a:t>通信数据量大小。</a:t>
            </a:r>
            <a:endParaRPr lang="en-US" altLang="zh-CN" dirty="0" smtClean="0"/>
          </a:p>
          <a:p>
            <a:pPr marL="857250" lvl="1" indent="-457200">
              <a:buFont typeface="Wingdings" panose="05000000000000000000" pitchFamily="2" charset="2"/>
              <a:buChar char="p"/>
            </a:pPr>
            <a:r>
              <a:rPr lang="zh-CN" altLang="en-US" dirty="0">
                <a:solidFill>
                  <a:schemeClr val="tx2"/>
                </a:solidFill>
              </a:rPr>
              <a:t>异步时分复用</a:t>
            </a:r>
            <a:r>
              <a:rPr lang="zh-CN" altLang="en-US" dirty="0" smtClean="0"/>
              <a:t>：依据通信数据量大小，分配不同长短的总线占用时间。</a:t>
            </a:r>
            <a:endParaRPr lang="en-US" altLang="zh-CN" dirty="0" smtClean="0"/>
          </a:p>
        </p:txBody>
      </p:sp>
      <p:sp>
        <p:nvSpPr>
          <p:cNvPr id="4" name="灯片编号占位符 3"/>
          <p:cNvSpPr>
            <a:spLocks noGrp="1"/>
          </p:cNvSpPr>
          <p:nvPr>
            <p:ph type="sldNum" sz="quarter" idx="12"/>
          </p:nvPr>
        </p:nvSpPr>
        <p:spPr/>
        <p:txBody>
          <a:bodyPr/>
          <a:lstStyle/>
          <a:p>
            <a:pPr>
              <a:defRPr/>
            </a:pPr>
            <a:fld id="{DB2C62FB-46E7-4904-8367-A62FD6542C6B}" type="slidenum">
              <a:rPr lang="zh-CN" altLang="en-US" smtClean="0"/>
              <a:pPr>
                <a:defRPr/>
              </a:pPr>
              <a:t>58</a:t>
            </a:fld>
            <a:endParaRPr lang="zh-CN" altLang="en-US"/>
          </a:p>
        </p:txBody>
      </p:sp>
    </p:spTree>
    <p:extLst>
      <p:ext uri="{BB962C8B-B14F-4D97-AF65-F5344CB8AC3E}">
        <p14:creationId xmlns:p14="http://schemas.microsoft.com/office/powerpoint/2010/main" val="941232510"/>
      </p:ext>
    </p:extLst>
  </p:cSld>
  <p:clrMapOvr>
    <a:masterClrMapping/>
  </p:clrMapOvr>
  <p:timing>
    <p:tnLst>
      <p:par>
        <p:cTn id="1" dur="indefinite" restart="never" nodeType="tmRoot"/>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850" name="标题 1"/>
          <p:cNvSpPr>
            <a:spLocks noGrp="1"/>
          </p:cNvSpPr>
          <p:nvPr>
            <p:ph type="title"/>
          </p:nvPr>
        </p:nvSpPr>
        <p:spPr>
          <a:xfrm>
            <a:off x="107950" y="44450"/>
            <a:ext cx="7343775" cy="792163"/>
          </a:xfrm>
        </p:spPr>
        <p:txBody>
          <a:bodyPr/>
          <a:lstStyle/>
          <a:p>
            <a:pPr eaLnBrk="1" hangingPunct="1"/>
            <a:r>
              <a:rPr lang="zh-CN" altLang="en-US" smtClean="0"/>
              <a:t>第</a:t>
            </a:r>
            <a:r>
              <a:rPr lang="en-US" altLang="zh-CN" smtClean="0"/>
              <a:t>2</a:t>
            </a:r>
            <a:r>
              <a:rPr lang="zh-CN" altLang="en-US" smtClean="0"/>
              <a:t>章 数据通信与网络基础</a:t>
            </a:r>
          </a:p>
        </p:txBody>
      </p:sp>
      <p:sp>
        <p:nvSpPr>
          <p:cNvPr id="78851" name="内容占位符 2"/>
          <p:cNvSpPr>
            <a:spLocks noGrp="1"/>
          </p:cNvSpPr>
          <p:nvPr>
            <p:ph idx="1"/>
          </p:nvPr>
        </p:nvSpPr>
        <p:spPr>
          <a:xfrm>
            <a:off x="107950" y="981075"/>
            <a:ext cx="8845550" cy="4957763"/>
          </a:xfrm>
        </p:spPr>
        <p:txBody>
          <a:bodyPr/>
          <a:lstStyle/>
          <a:p>
            <a:pPr eaLnBrk="1" hangingPunct="1"/>
            <a:r>
              <a:rPr lang="en-US" altLang="zh-CN" smtClean="0"/>
              <a:t>2.1 </a:t>
            </a:r>
            <a:r>
              <a:rPr lang="zh-CN" altLang="en-US" smtClean="0"/>
              <a:t>基本术语</a:t>
            </a:r>
            <a:endParaRPr lang="en-US" altLang="zh-CN" smtClean="0"/>
          </a:p>
          <a:p>
            <a:pPr eaLnBrk="1" hangingPunct="1"/>
            <a:r>
              <a:rPr lang="en-US" altLang="zh-CN" smtClean="0"/>
              <a:t>2.2 </a:t>
            </a:r>
            <a:r>
              <a:rPr lang="zh-CN" altLang="en-US" smtClean="0"/>
              <a:t>数据编码</a:t>
            </a:r>
            <a:endParaRPr lang="en-US" altLang="zh-CN" smtClean="0"/>
          </a:p>
          <a:p>
            <a:pPr eaLnBrk="1" hangingPunct="1"/>
            <a:r>
              <a:rPr lang="en-US" altLang="zh-CN" smtClean="0"/>
              <a:t>2.3 </a:t>
            </a:r>
            <a:r>
              <a:rPr lang="zh-CN" altLang="en-US" smtClean="0"/>
              <a:t>数据传输方式</a:t>
            </a:r>
            <a:endParaRPr lang="en-US" altLang="zh-CN" smtClean="0"/>
          </a:p>
          <a:p>
            <a:pPr eaLnBrk="1" hangingPunct="1"/>
            <a:r>
              <a:rPr lang="en-US" altLang="zh-CN" smtClean="0"/>
              <a:t>2.4 </a:t>
            </a:r>
            <a:r>
              <a:rPr lang="zh-CN" altLang="en-US" smtClean="0"/>
              <a:t>通信线路工作方式</a:t>
            </a:r>
            <a:endParaRPr lang="en-US" altLang="zh-CN" smtClean="0"/>
          </a:p>
          <a:p>
            <a:pPr eaLnBrk="1" hangingPunct="1"/>
            <a:r>
              <a:rPr lang="en-US" altLang="zh-CN" smtClean="0"/>
              <a:t>2.5 </a:t>
            </a:r>
            <a:r>
              <a:rPr lang="zh-CN" altLang="en-US" smtClean="0"/>
              <a:t>信号传输模式</a:t>
            </a:r>
            <a:endParaRPr lang="en-US" altLang="zh-CN" smtClean="0"/>
          </a:p>
          <a:p>
            <a:pPr eaLnBrk="1" hangingPunct="1"/>
            <a:r>
              <a:rPr lang="en-US" altLang="zh-CN" smtClean="0"/>
              <a:t>2.6</a:t>
            </a:r>
            <a:r>
              <a:rPr lang="zh-CN" altLang="en-US" smtClean="0"/>
              <a:t> 差错检测及校正</a:t>
            </a:r>
            <a:endParaRPr lang="en-US" altLang="zh-CN" smtClean="0"/>
          </a:p>
          <a:p>
            <a:pPr eaLnBrk="1" hangingPunct="1"/>
            <a:r>
              <a:rPr lang="en-US" altLang="zh-CN" smtClean="0"/>
              <a:t>2.7 </a:t>
            </a:r>
            <a:r>
              <a:rPr lang="zh-CN" altLang="en-US" smtClean="0"/>
              <a:t>网络拓扑</a:t>
            </a:r>
            <a:endParaRPr lang="en-US" altLang="zh-CN" smtClean="0"/>
          </a:p>
          <a:p>
            <a:pPr eaLnBrk="1" hangingPunct="1"/>
            <a:r>
              <a:rPr lang="en-US" altLang="zh-CN" smtClean="0"/>
              <a:t>2.8 </a:t>
            </a:r>
            <a:r>
              <a:rPr lang="zh-CN" altLang="en-US" smtClean="0"/>
              <a:t>网络的传输介质</a:t>
            </a:r>
            <a:endParaRPr lang="en-US" altLang="zh-CN" smtClean="0"/>
          </a:p>
          <a:p>
            <a:pPr eaLnBrk="1" hangingPunct="1"/>
            <a:r>
              <a:rPr lang="en-US" altLang="zh-CN" smtClean="0"/>
              <a:t>2.9 </a:t>
            </a:r>
            <a:r>
              <a:rPr lang="zh-CN" altLang="en-US" smtClean="0"/>
              <a:t>传输介质访问控制方式</a:t>
            </a:r>
            <a:endParaRPr lang="en-US" altLang="zh-CN" smtClean="0"/>
          </a:p>
          <a:p>
            <a:pPr eaLnBrk="1" hangingPunct="1"/>
            <a:r>
              <a:rPr lang="en-US" altLang="zh-CN" smtClean="0">
                <a:solidFill>
                  <a:srgbClr val="FF0000"/>
                </a:solidFill>
              </a:rPr>
              <a:t>2.10 </a:t>
            </a:r>
            <a:r>
              <a:rPr lang="zh-CN" altLang="en-US" smtClean="0">
                <a:solidFill>
                  <a:srgbClr val="FF0000"/>
                </a:solidFill>
              </a:rPr>
              <a:t>网络互连与通信参考模型</a:t>
            </a:r>
          </a:p>
        </p:txBody>
      </p:sp>
      <p:sp>
        <p:nvSpPr>
          <p:cNvPr id="3" name="灯片编号占位符 2"/>
          <p:cNvSpPr>
            <a:spLocks noGrp="1"/>
          </p:cNvSpPr>
          <p:nvPr>
            <p:ph type="sldNum" sz="quarter" idx="12"/>
          </p:nvPr>
        </p:nvSpPr>
        <p:spPr/>
        <p:txBody>
          <a:bodyPr/>
          <a:lstStyle/>
          <a:p>
            <a:pPr>
              <a:defRPr/>
            </a:pPr>
            <a:fld id="{A435736E-CE70-422A-9E46-BBE8C4C961CB}" type="slidenum">
              <a:rPr lang="zh-CN" altLang="en-US" smtClean="0"/>
              <a:pPr>
                <a:defRPr/>
              </a:pPr>
              <a:t>59</a:t>
            </a:fld>
            <a:endParaRPr lang="zh-CN" altLang="en-US"/>
          </a:p>
        </p:txBody>
      </p:sp>
    </p:spTree>
  </p:cSld>
  <p:clrMapOvr>
    <a:masterClrMapping/>
  </p:clrMapOvr>
  <p:transition spd="slow">
    <p:push dir="u"/>
  </p:transition>
  <p:timing>
    <p:tnLst>
      <p:par>
        <p:cTn id="1" dur="indefinite" restart="never" nodeType="tmRoot"/>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874" name="标题 1"/>
          <p:cNvSpPr>
            <a:spLocks noGrp="1"/>
          </p:cNvSpPr>
          <p:nvPr>
            <p:ph type="title"/>
          </p:nvPr>
        </p:nvSpPr>
        <p:spPr>
          <a:xfrm>
            <a:off x="107950" y="44450"/>
            <a:ext cx="7343775" cy="792163"/>
          </a:xfrm>
        </p:spPr>
        <p:txBody>
          <a:bodyPr/>
          <a:lstStyle/>
          <a:p>
            <a:r>
              <a:rPr lang="en-US" altLang="zh-CN" smtClean="0"/>
              <a:t>2.10 </a:t>
            </a:r>
            <a:r>
              <a:rPr lang="zh-CN" altLang="en-US" smtClean="0"/>
              <a:t>网络互连与通信参考模型</a:t>
            </a:r>
          </a:p>
        </p:txBody>
      </p:sp>
      <p:sp>
        <p:nvSpPr>
          <p:cNvPr id="79875" name="内容占位符 2"/>
          <p:cNvSpPr>
            <a:spLocks noGrp="1"/>
          </p:cNvSpPr>
          <p:nvPr>
            <p:ph idx="1"/>
          </p:nvPr>
        </p:nvSpPr>
        <p:spPr>
          <a:xfrm>
            <a:off x="107950" y="981075"/>
            <a:ext cx="8928100" cy="5102225"/>
          </a:xfrm>
        </p:spPr>
        <p:txBody>
          <a:bodyPr/>
          <a:lstStyle/>
          <a:p>
            <a:pPr algn="just"/>
            <a:r>
              <a:rPr lang="zh-CN" altLang="en-US" b="1" smtClean="0">
                <a:solidFill>
                  <a:srgbClr val="C00000"/>
                </a:solidFill>
              </a:rPr>
              <a:t>网络互连</a:t>
            </a:r>
            <a:r>
              <a:rPr lang="zh-CN" altLang="en-US" smtClean="0"/>
              <a:t>：指将分布在不同地理位置的网络、设备相连接，以构成更大规模的网络系统，实现网络资源的共享。</a:t>
            </a:r>
          </a:p>
          <a:p>
            <a:pPr algn="just">
              <a:buClr>
                <a:schemeClr val="tx1"/>
              </a:buClr>
            </a:pPr>
            <a:r>
              <a:rPr lang="zh-CN" altLang="en-US" b="1" smtClean="0">
                <a:solidFill>
                  <a:srgbClr val="C00000"/>
                </a:solidFill>
              </a:rPr>
              <a:t>网络互连类型</a:t>
            </a:r>
            <a:r>
              <a:rPr lang="zh-CN" altLang="en-US" smtClean="0"/>
              <a:t>：局域网与局域网互连、局域网与广域网互连、局域网通过广域网与局域网互连及广域网与广域网的互连等。</a:t>
            </a:r>
          </a:p>
          <a:p>
            <a:pPr algn="just"/>
            <a:endParaRPr lang="zh-CN" altLang="en-US" smtClean="0"/>
          </a:p>
        </p:txBody>
      </p:sp>
      <p:sp>
        <p:nvSpPr>
          <p:cNvPr id="4" name="灯片编号占位符 3"/>
          <p:cNvSpPr>
            <a:spLocks noGrp="1"/>
          </p:cNvSpPr>
          <p:nvPr>
            <p:ph type="sldNum" sz="quarter" idx="12"/>
          </p:nvPr>
        </p:nvSpPr>
        <p:spPr/>
        <p:txBody>
          <a:bodyPr/>
          <a:lstStyle/>
          <a:p>
            <a:pPr>
              <a:defRPr/>
            </a:pPr>
            <a:fld id="{16C3B7FA-0CEA-447F-A9EC-A295D242ECD5}" type="slidenum">
              <a:rPr lang="zh-CN" altLang="en-US" smtClean="0"/>
              <a:pPr>
                <a:defRPr/>
              </a:pPr>
              <a:t>60</a:t>
            </a:fld>
            <a:endParaRPr lang="zh-CN" altLang="en-US"/>
          </a:p>
        </p:txBody>
      </p:sp>
    </p:spTree>
  </p:cSld>
  <p:clrMapOvr>
    <a:masterClrMapping/>
  </p:clrMapOvr>
  <p:transition spd="slow">
    <p:push dir="u"/>
  </p:transition>
  <p:timing>
    <p:tnLst>
      <p:par>
        <p:cTn id="1" dur="indefinite" restart="never" nodeType="tmRoot"/>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898" name="标题 1"/>
          <p:cNvSpPr>
            <a:spLocks noGrp="1"/>
          </p:cNvSpPr>
          <p:nvPr>
            <p:ph type="title"/>
          </p:nvPr>
        </p:nvSpPr>
        <p:spPr>
          <a:xfrm>
            <a:off x="107950" y="44450"/>
            <a:ext cx="7343775" cy="792163"/>
          </a:xfrm>
        </p:spPr>
        <p:txBody>
          <a:bodyPr/>
          <a:lstStyle/>
          <a:p>
            <a:r>
              <a:rPr lang="en-US" altLang="zh-CN" smtClean="0"/>
              <a:t>2.10 </a:t>
            </a:r>
            <a:r>
              <a:rPr lang="zh-CN" altLang="en-US" smtClean="0"/>
              <a:t>网络互连与通信参考模型</a:t>
            </a:r>
          </a:p>
        </p:txBody>
      </p:sp>
      <p:sp>
        <p:nvSpPr>
          <p:cNvPr id="4" name="灯片编号占位符 3"/>
          <p:cNvSpPr>
            <a:spLocks noGrp="1"/>
          </p:cNvSpPr>
          <p:nvPr>
            <p:ph type="sldNum" sz="quarter" idx="12"/>
          </p:nvPr>
        </p:nvSpPr>
        <p:spPr/>
        <p:txBody>
          <a:bodyPr/>
          <a:lstStyle/>
          <a:p>
            <a:pPr>
              <a:defRPr/>
            </a:pPr>
            <a:fld id="{75531B28-2BDB-488F-929C-ABD8E3B822E3}" type="slidenum">
              <a:rPr lang="zh-CN" altLang="en-US" smtClean="0"/>
              <a:pPr>
                <a:defRPr/>
              </a:pPr>
              <a:t>61</a:t>
            </a:fld>
            <a:endParaRPr lang="zh-CN" altLang="en-US"/>
          </a:p>
        </p:txBody>
      </p:sp>
      <p:graphicFrame>
        <p:nvGraphicFramePr>
          <p:cNvPr id="5" name="Group 45"/>
          <p:cNvGraphicFramePr>
            <a:graphicFrameLocks/>
          </p:cNvGraphicFramePr>
          <p:nvPr/>
        </p:nvGraphicFramePr>
        <p:xfrm>
          <a:off x="179388" y="1125538"/>
          <a:ext cx="7620000" cy="4662864"/>
        </p:xfrm>
        <a:graphic>
          <a:graphicData uri="http://schemas.openxmlformats.org/drawingml/2006/table">
            <a:tbl>
              <a:tblPr/>
              <a:tblGrid>
                <a:gridCol w="2540000"/>
                <a:gridCol w="2540000"/>
                <a:gridCol w="2540000"/>
              </a:tblGrid>
              <a:tr h="518054">
                <a:tc>
                  <a:txBody>
                    <a:bodyPr/>
                    <a:lstStyle>
                      <a:lvl1pPr>
                        <a:buClr>
                          <a:schemeClr val="tx2"/>
                        </a:buClr>
                        <a:buSzPct val="70000"/>
                        <a:buFont typeface="Wingdings" pitchFamily="2" charset="2"/>
                        <a:defRPr sz="2600">
                          <a:solidFill>
                            <a:schemeClr val="tx1"/>
                          </a:solidFill>
                          <a:latin typeface="Arial" charset="0"/>
                          <a:ea typeface="宋体" pitchFamily="2" charset="-122"/>
                        </a:defRPr>
                      </a:lvl1pPr>
                      <a:lvl2pPr indent="-112713">
                        <a:buClr>
                          <a:schemeClr val="accent2"/>
                        </a:buClr>
                        <a:buSzPct val="70000"/>
                        <a:buFont typeface="Wingdings" pitchFamily="2" charset="2"/>
                        <a:defRPr sz="2200">
                          <a:solidFill>
                            <a:schemeClr val="tx1"/>
                          </a:solidFill>
                          <a:latin typeface="Arial" charset="0"/>
                          <a:ea typeface="宋体" pitchFamily="2" charset="-122"/>
                        </a:defRPr>
                      </a:lvl2pPr>
                      <a:lvl3pPr indent="-220663">
                        <a:buClr>
                          <a:schemeClr val="accent1"/>
                        </a:buClr>
                        <a:buSzPct val="70000"/>
                        <a:buFont typeface="Wingdings" pitchFamily="2" charset="2"/>
                        <a:defRPr sz="2100">
                          <a:solidFill>
                            <a:schemeClr val="tx1"/>
                          </a:solidFill>
                          <a:latin typeface="Arial" charset="0"/>
                          <a:ea typeface="宋体" pitchFamily="2" charset="-122"/>
                        </a:defRPr>
                      </a:lvl3pPr>
                      <a:lvl4pPr indent="-382588">
                        <a:buClr>
                          <a:schemeClr val="tx2"/>
                        </a:buClr>
                        <a:buSzPct val="75000"/>
                        <a:buFont typeface="Wingdings" pitchFamily="2" charset="2"/>
                        <a:defRPr>
                          <a:solidFill>
                            <a:schemeClr val="tx1"/>
                          </a:solidFill>
                          <a:latin typeface="Arial" charset="0"/>
                          <a:ea typeface="宋体" pitchFamily="2" charset="-122"/>
                        </a:defRPr>
                      </a:lvl4pPr>
                      <a:lvl5pPr indent="-546100">
                        <a:buClr>
                          <a:schemeClr val="folHlink"/>
                        </a:buClr>
                        <a:buSzPct val="80000"/>
                        <a:buFont typeface="Wingdings" pitchFamily="2" charset="2"/>
                        <a:defRPr>
                          <a:solidFill>
                            <a:schemeClr val="tx1"/>
                          </a:solidFill>
                          <a:latin typeface="Arial" charset="0"/>
                          <a:ea typeface="宋体" pitchFamily="2" charset="-122"/>
                        </a:defRPr>
                      </a:lvl5pPr>
                      <a:lvl6pPr indent="-546100" fontAlgn="base">
                        <a:spcBef>
                          <a:spcPct val="20000"/>
                        </a:spcBef>
                        <a:spcAft>
                          <a:spcPct val="0"/>
                        </a:spcAft>
                        <a:buClr>
                          <a:schemeClr val="folHlink"/>
                        </a:buClr>
                        <a:buSzPct val="80000"/>
                        <a:buFont typeface="Wingdings" pitchFamily="2" charset="2"/>
                        <a:defRPr>
                          <a:solidFill>
                            <a:schemeClr val="tx1"/>
                          </a:solidFill>
                          <a:latin typeface="Arial" charset="0"/>
                          <a:ea typeface="宋体" pitchFamily="2" charset="-122"/>
                        </a:defRPr>
                      </a:lvl6pPr>
                      <a:lvl7pPr indent="-546100" fontAlgn="base">
                        <a:spcBef>
                          <a:spcPct val="20000"/>
                        </a:spcBef>
                        <a:spcAft>
                          <a:spcPct val="0"/>
                        </a:spcAft>
                        <a:buClr>
                          <a:schemeClr val="folHlink"/>
                        </a:buClr>
                        <a:buSzPct val="80000"/>
                        <a:buFont typeface="Wingdings" pitchFamily="2" charset="2"/>
                        <a:defRPr>
                          <a:solidFill>
                            <a:schemeClr val="tx1"/>
                          </a:solidFill>
                          <a:latin typeface="Arial" charset="0"/>
                          <a:ea typeface="宋体" pitchFamily="2" charset="-122"/>
                        </a:defRPr>
                      </a:lvl7pPr>
                      <a:lvl8pPr indent="-546100" fontAlgn="base">
                        <a:spcBef>
                          <a:spcPct val="20000"/>
                        </a:spcBef>
                        <a:spcAft>
                          <a:spcPct val="0"/>
                        </a:spcAft>
                        <a:buClr>
                          <a:schemeClr val="folHlink"/>
                        </a:buClr>
                        <a:buSzPct val="80000"/>
                        <a:buFont typeface="Wingdings" pitchFamily="2" charset="2"/>
                        <a:defRPr>
                          <a:solidFill>
                            <a:schemeClr val="tx1"/>
                          </a:solidFill>
                          <a:latin typeface="Arial" charset="0"/>
                          <a:ea typeface="宋体" pitchFamily="2" charset="-122"/>
                        </a:defRPr>
                      </a:lvl8pPr>
                      <a:lvl9pPr indent="-546100" fontAlgn="base">
                        <a:spcBef>
                          <a:spcPct val="20000"/>
                        </a:spcBef>
                        <a:spcAft>
                          <a:spcPct val="0"/>
                        </a:spcAft>
                        <a:buClr>
                          <a:schemeClr val="folHlink"/>
                        </a:buClr>
                        <a:buSzPct val="80000"/>
                        <a:buFont typeface="Wingdings" pitchFamily="2" charset="2"/>
                        <a:defRPr>
                          <a:solidFill>
                            <a:schemeClr val="tx1"/>
                          </a:solidFill>
                          <a:latin typeface="Arial" charset="0"/>
                          <a:ea typeface="宋体" pitchFamily="2" charset="-122"/>
                        </a:defRPr>
                      </a:lvl9pPr>
                    </a:lstStyle>
                    <a:p>
                      <a:pPr marL="0" marR="0" lvl="0" indent="0" algn="ctr" defTabSz="914400" rtl="0" eaLnBrk="1" fontAlgn="base" latinLnBrk="0" hangingPunct="1">
                        <a:lnSpc>
                          <a:spcPct val="100000"/>
                        </a:lnSpc>
                        <a:spcBef>
                          <a:spcPct val="20000"/>
                        </a:spcBef>
                        <a:spcAft>
                          <a:spcPct val="0"/>
                        </a:spcAft>
                        <a:buClr>
                          <a:schemeClr val="tx2"/>
                        </a:buClr>
                        <a:buSzPct val="70000"/>
                        <a:buFont typeface="Wingdings" pitchFamily="2" charset="2"/>
                        <a:buNone/>
                        <a:tabLst/>
                      </a:pPr>
                      <a:r>
                        <a:rPr kumimoji="0" lang="en-US" altLang="zh-CN" sz="2800" b="0" i="0" u="none" strike="noStrike" cap="none" normalizeH="0" baseline="0" dirty="0" smtClean="0">
                          <a:ln>
                            <a:noFill/>
                          </a:ln>
                          <a:solidFill>
                            <a:schemeClr val="tx1"/>
                          </a:solidFill>
                          <a:effectLst/>
                          <a:latin typeface="Times New Roman" pitchFamily="18" charset="0"/>
                          <a:ea typeface="宋体" pitchFamily="2" charset="-122"/>
                        </a:rPr>
                        <a:t>0.1 m</a:t>
                      </a:r>
                    </a:p>
                  </a:txBody>
                  <a:tcPr marT="45688" marB="45688" anchor="ct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buClr>
                          <a:schemeClr val="tx2"/>
                        </a:buClr>
                        <a:buSzPct val="70000"/>
                        <a:buFont typeface="Wingdings" pitchFamily="2" charset="2"/>
                        <a:defRPr sz="2600">
                          <a:solidFill>
                            <a:schemeClr val="tx1"/>
                          </a:solidFill>
                          <a:latin typeface="Arial" charset="0"/>
                          <a:ea typeface="宋体" pitchFamily="2" charset="-122"/>
                        </a:defRPr>
                      </a:lvl1pPr>
                      <a:lvl2pPr indent="-112713">
                        <a:buClr>
                          <a:schemeClr val="accent2"/>
                        </a:buClr>
                        <a:buSzPct val="70000"/>
                        <a:buFont typeface="Wingdings" pitchFamily="2" charset="2"/>
                        <a:defRPr sz="2200">
                          <a:solidFill>
                            <a:schemeClr val="tx1"/>
                          </a:solidFill>
                          <a:latin typeface="Arial" charset="0"/>
                          <a:ea typeface="宋体" pitchFamily="2" charset="-122"/>
                        </a:defRPr>
                      </a:lvl2pPr>
                      <a:lvl3pPr indent="-220663">
                        <a:buClr>
                          <a:schemeClr val="accent1"/>
                        </a:buClr>
                        <a:buSzPct val="70000"/>
                        <a:buFont typeface="Wingdings" pitchFamily="2" charset="2"/>
                        <a:defRPr sz="2100">
                          <a:solidFill>
                            <a:schemeClr val="tx1"/>
                          </a:solidFill>
                          <a:latin typeface="Arial" charset="0"/>
                          <a:ea typeface="宋体" pitchFamily="2" charset="-122"/>
                        </a:defRPr>
                      </a:lvl3pPr>
                      <a:lvl4pPr indent="-382588">
                        <a:buClr>
                          <a:schemeClr val="tx2"/>
                        </a:buClr>
                        <a:buSzPct val="75000"/>
                        <a:buFont typeface="Wingdings" pitchFamily="2" charset="2"/>
                        <a:defRPr>
                          <a:solidFill>
                            <a:schemeClr val="tx1"/>
                          </a:solidFill>
                          <a:latin typeface="Arial" charset="0"/>
                          <a:ea typeface="宋体" pitchFamily="2" charset="-122"/>
                        </a:defRPr>
                      </a:lvl4pPr>
                      <a:lvl5pPr indent="-546100">
                        <a:buClr>
                          <a:schemeClr val="folHlink"/>
                        </a:buClr>
                        <a:buSzPct val="80000"/>
                        <a:buFont typeface="Wingdings" pitchFamily="2" charset="2"/>
                        <a:defRPr>
                          <a:solidFill>
                            <a:schemeClr val="tx1"/>
                          </a:solidFill>
                          <a:latin typeface="Arial" charset="0"/>
                          <a:ea typeface="宋体" pitchFamily="2" charset="-122"/>
                        </a:defRPr>
                      </a:lvl5pPr>
                      <a:lvl6pPr indent="-546100" fontAlgn="base">
                        <a:spcBef>
                          <a:spcPct val="20000"/>
                        </a:spcBef>
                        <a:spcAft>
                          <a:spcPct val="0"/>
                        </a:spcAft>
                        <a:buClr>
                          <a:schemeClr val="folHlink"/>
                        </a:buClr>
                        <a:buSzPct val="80000"/>
                        <a:buFont typeface="Wingdings" pitchFamily="2" charset="2"/>
                        <a:defRPr>
                          <a:solidFill>
                            <a:schemeClr val="tx1"/>
                          </a:solidFill>
                          <a:latin typeface="Arial" charset="0"/>
                          <a:ea typeface="宋体" pitchFamily="2" charset="-122"/>
                        </a:defRPr>
                      </a:lvl6pPr>
                      <a:lvl7pPr indent="-546100" fontAlgn="base">
                        <a:spcBef>
                          <a:spcPct val="20000"/>
                        </a:spcBef>
                        <a:spcAft>
                          <a:spcPct val="0"/>
                        </a:spcAft>
                        <a:buClr>
                          <a:schemeClr val="folHlink"/>
                        </a:buClr>
                        <a:buSzPct val="80000"/>
                        <a:buFont typeface="Wingdings" pitchFamily="2" charset="2"/>
                        <a:defRPr>
                          <a:solidFill>
                            <a:schemeClr val="tx1"/>
                          </a:solidFill>
                          <a:latin typeface="Arial" charset="0"/>
                          <a:ea typeface="宋体" pitchFamily="2" charset="-122"/>
                        </a:defRPr>
                      </a:lvl7pPr>
                      <a:lvl8pPr indent="-546100" fontAlgn="base">
                        <a:spcBef>
                          <a:spcPct val="20000"/>
                        </a:spcBef>
                        <a:spcAft>
                          <a:spcPct val="0"/>
                        </a:spcAft>
                        <a:buClr>
                          <a:schemeClr val="folHlink"/>
                        </a:buClr>
                        <a:buSzPct val="80000"/>
                        <a:buFont typeface="Wingdings" pitchFamily="2" charset="2"/>
                        <a:defRPr>
                          <a:solidFill>
                            <a:schemeClr val="tx1"/>
                          </a:solidFill>
                          <a:latin typeface="Arial" charset="0"/>
                          <a:ea typeface="宋体" pitchFamily="2" charset="-122"/>
                        </a:defRPr>
                      </a:lvl8pPr>
                      <a:lvl9pPr indent="-546100" fontAlgn="base">
                        <a:spcBef>
                          <a:spcPct val="20000"/>
                        </a:spcBef>
                        <a:spcAft>
                          <a:spcPct val="0"/>
                        </a:spcAft>
                        <a:buClr>
                          <a:schemeClr val="folHlink"/>
                        </a:buClr>
                        <a:buSzPct val="80000"/>
                        <a:buFont typeface="Wingdings" pitchFamily="2" charset="2"/>
                        <a:defRPr>
                          <a:solidFill>
                            <a:schemeClr val="tx1"/>
                          </a:solidFill>
                          <a:latin typeface="Arial" charset="0"/>
                          <a:ea typeface="宋体" pitchFamily="2" charset="-122"/>
                        </a:defRPr>
                      </a:lvl9pPr>
                    </a:lstStyle>
                    <a:p>
                      <a:pPr marL="0" marR="0" lvl="0" indent="0" algn="ctr" defTabSz="914400" rtl="0" eaLnBrk="1" fontAlgn="base" latinLnBrk="0" hangingPunct="1">
                        <a:lnSpc>
                          <a:spcPct val="100000"/>
                        </a:lnSpc>
                        <a:spcBef>
                          <a:spcPct val="20000"/>
                        </a:spcBef>
                        <a:spcAft>
                          <a:spcPct val="0"/>
                        </a:spcAft>
                        <a:buClr>
                          <a:schemeClr val="tx2"/>
                        </a:buClr>
                        <a:buSzPct val="70000"/>
                        <a:buFont typeface="Wingdings" pitchFamily="2" charset="2"/>
                        <a:buNone/>
                        <a:tabLst/>
                      </a:pPr>
                      <a:r>
                        <a:rPr kumimoji="0" lang="zh-CN" altLang="en-US" sz="2800" b="0" i="0" u="none" strike="noStrike" cap="none" normalizeH="0" baseline="0" smtClean="0">
                          <a:ln>
                            <a:noFill/>
                          </a:ln>
                          <a:solidFill>
                            <a:schemeClr val="tx1"/>
                          </a:solidFill>
                          <a:effectLst/>
                          <a:latin typeface="Times New Roman" pitchFamily="18" charset="0"/>
                          <a:ea typeface="宋体" pitchFamily="2" charset="-122"/>
                        </a:rPr>
                        <a:t>同一电路板</a:t>
                      </a:r>
                    </a:p>
                  </a:txBody>
                  <a:tcPr marT="45688" marB="45688"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buClr>
                          <a:schemeClr val="tx2"/>
                        </a:buClr>
                        <a:buSzPct val="70000"/>
                        <a:buFont typeface="Wingdings" pitchFamily="2" charset="2"/>
                        <a:defRPr sz="2600">
                          <a:solidFill>
                            <a:schemeClr val="tx1"/>
                          </a:solidFill>
                          <a:latin typeface="Arial" charset="0"/>
                          <a:ea typeface="宋体" pitchFamily="2" charset="-122"/>
                        </a:defRPr>
                      </a:lvl1pPr>
                      <a:lvl2pPr indent="-112713">
                        <a:buClr>
                          <a:schemeClr val="accent2"/>
                        </a:buClr>
                        <a:buSzPct val="70000"/>
                        <a:buFont typeface="Wingdings" pitchFamily="2" charset="2"/>
                        <a:defRPr sz="2200">
                          <a:solidFill>
                            <a:schemeClr val="tx1"/>
                          </a:solidFill>
                          <a:latin typeface="Arial" charset="0"/>
                          <a:ea typeface="宋体" pitchFamily="2" charset="-122"/>
                        </a:defRPr>
                      </a:lvl2pPr>
                      <a:lvl3pPr indent="-220663">
                        <a:buClr>
                          <a:schemeClr val="accent1"/>
                        </a:buClr>
                        <a:buSzPct val="70000"/>
                        <a:buFont typeface="Wingdings" pitchFamily="2" charset="2"/>
                        <a:defRPr sz="2100">
                          <a:solidFill>
                            <a:schemeClr val="tx1"/>
                          </a:solidFill>
                          <a:latin typeface="Arial" charset="0"/>
                          <a:ea typeface="宋体" pitchFamily="2" charset="-122"/>
                        </a:defRPr>
                      </a:lvl3pPr>
                      <a:lvl4pPr indent="-382588">
                        <a:buClr>
                          <a:schemeClr val="tx2"/>
                        </a:buClr>
                        <a:buSzPct val="75000"/>
                        <a:buFont typeface="Wingdings" pitchFamily="2" charset="2"/>
                        <a:defRPr>
                          <a:solidFill>
                            <a:schemeClr val="tx1"/>
                          </a:solidFill>
                          <a:latin typeface="Arial" charset="0"/>
                          <a:ea typeface="宋体" pitchFamily="2" charset="-122"/>
                        </a:defRPr>
                      </a:lvl4pPr>
                      <a:lvl5pPr indent="-546100">
                        <a:buClr>
                          <a:schemeClr val="folHlink"/>
                        </a:buClr>
                        <a:buSzPct val="80000"/>
                        <a:buFont typeface="Wingdings" pitchFamily="2" charset="2"/>
                        <a:defRPr>
                          <a:solidFill>
                            <a:schemeClr val="tx1"/>
                          </a:solidFill>
                          <a:latin typeface="Arial" charset="0"/>
                          <a:ea typeface="宋体" pitchFamily="2" charset="-122"/>
                        </a:defRPr>
                      </a:lvl5pPr>
                      <a:lvl6pPr indent="-546100" fontAlgn="base">
                        <a:spcBef>
                          <a:spcPct val="20000"/>
                        </a:spcBef>
                        <a:spcAft>
                          <a:spcPct val="0"/>
                        </a:spcAft>
                        <a:buClr>
                          <a:schemeClr val="folHlink"/>
                        </a:buClr>
                        <a:buSzPct val="80000"/>
                        <a:buFont typeface="Wingdings" pitchFamily="2" charset="2"/>
                        <a:defRPr>
                          <a:solidFill>
                            <a:schemeClr val="tx1"/>
                          </a:solidFill>
                          <a:latin typeface="Arial" charset="0"/>
                          <a:ea typeface="宋体" pitchFamily="2" charset="-122"/>
                        </a:defRPr>
                      </a:lvl6pPr>
                      <a:lvl7pPr indent="-546100" fontAlgn="base">
                        <a:spcBef>
                          <a:spcPct val="20000"/>
                        </a:spcBef>
                        <a:spcAft>
                          <a:spcPct val="0"/>
                        </a:spcAft>
                        <a:buClr>
                          <a:schemeClr val="folHlink"/>
                        </a:buClr>
                        <a:buSzPct val="80000"/>
                        <a:buFont typeface="Wingdings" pitchFamily="2" charset="2"/>
                        <a:defRPr>
                          <a:solidFill>
                            <a:schemeClr val="tx1"/>
                          </a:solidFill>
                          <a:latin typeface="Arial" charset="0"/>
                          <a:ea typeface="宋体" pitchFamily="2" charset="-122"/>
                        </a:defRPr>
                      </a:lvl7pPr>
                      <a:lvl8pPr indent="-546100" fontAlgn="base">
                        <a:spcBef>
                          <a:spcPct val="20000"/>
                        </a:spcBef>
                        <a:spcAft>
                          <a:spcPct val="0"/>
                        </a:spcAft>
                        <a:buClr>
                          <a:schemeClr val="folHlink"/>
                        </a:buClr>
                        <a:buSzPct val="80000"/>
                        <a:buFont typeface="Wingdings" pitchFamily="2" charset="2"/>
                        <a:defRPr>
                          <a:solidFill>
                            <a:schemeClr val="tx1"/>
                          </a:solidFill>
                          <a:latin typeface="Arial" charset="0"/>
                          <a:ea typeface="宋体" pitchFamily="2" charset="-122"/>
                        </a:defRPr>
                      </a:lvl8pPr>
                      <a:lvl9pPr indent="-546100" fontAlgn="base">
                        <a:spcBef>
                          <a:spcPct val="20000"/>
                        </a:spcBef>
                        <a:spcAft>
                          <a:spcPct val="0"/>
                        </a:spcAft>
                        <a:buClr>
                          <a:schemeClr val="folHlink"/>
                        </a:buClr>
                        <a:buSzPct val="80000"/>
                        <a:buFont typeface="Wingdings" pitchFamily="2" charset="2"/>
                        <a:defRPr>
                          <a:solidFill>
                            <a:schemeClr val="tx1"/>
                          </a:solidFill>
                          <a:latin typeface="Arial" charset="0"/>
                          <a:ea typeface="宋体" pitchFamily="2" charset="-122"/>
                        </a:defRPr>
                      </a:lvl9pPr>
                    </a:lstStyle>
                    <a:p>
                      <a:pPr marL="0" marR="0" lvl="0" indent="0" algn="ctr" defTabSz="914400" rtl="0" eaLnBrk="1" fontAlgn="base" latinLnBrk="0" hangingPunct="1">
                        <a:lnSpc>
                          <a:spcPct val="100000"/>
                        </a:lnSpc>
                        <a:spcBef>
                          <a:spcPct val="20000"/>
                        </a:spcBef>
                        <a:spcAft>
                          <a:spcPct val="0"/>
                        </a:spcAft>
                        <a:buClr>
                          <a:schemeClr val="tx2"/>
                        </a:buClr>
                        <a:buSzPct val="70000"/>
                        <a:buFont typeface="Wingdings" pitchFamily="2" charset="2"/>
                        <a:buNone/>
                        <a:tabLst/>
                      </a:pPr>
                      <a:r>
                        <a:rPr kumimoji="0" lang="zh-CN" altLang="en-US" sz="2800" b="0" i="0" u="none" strike="noStrike" cap="none" normalizeH="0" baseline="0" dirty="0" smtClean="0">
                          <a:ln>
                            <a:noFill/>
                          </a:ln>
                          <a:solidFill>
                            <a:schemeClr val="tx1"/>
                          </a:solidFill>
                          <a:effectLst/>
                          <a:latin typeface="Times New Roman" pitchFamily="18" charset="0"/>
                          <a:ea typeface="宋体" pitchFamily="2" charset="-122"/>
                        </a:rPr>
                        <a:t>数据流机器</a:t>
                      </a:r>
                    </a:p>
                  </a:txBody>
                  <a:tcPr marT="45688" marB="45688"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r>
              <a:tr h="518054">
                <a:tc>
                  <a:txBody>
                    <a:bodyPr/>
                    <a:lstStyle>
                      <a:lvl1pPr>
                        <a:buClr>
                          <a:schemeClr val="tx2"/>
                        </a:buClr>
                        <a:buSzPct val="70000"/>
                        <a:buFont typeface="Wingdings" pitchFamily="2" charset="2"/>
                        <a:defRPr sz="2600">
                          <a:solidFill>
                            <a:schemeClr val="tx1"/>
                          </a:solidFill>
                          <a:latin typeface="Arial" charset="0"/>
                          <a:ea typeface="宋体" pitchFamily="2" charset="-122"/>
                        </a:defRPr>
                      </a:lvl1pPr>
                      <a:lvl2pPr indent="-112713">
                        <a:buClr>
                          <a:schemeClr val="accent2"/>
                        </a:buClr>
                        <a:buSzPct val="70000"/>
                        <a:buFont typeface="Wingdings" pitchFamily="2" charset="2"/>
                        <a:defRPr sz="2200">
                          <a:solidFill>
                            <a:schemeClr val="tx1"/>
                          </a:solidFill>
                          <a:latin typeface="Arial" charset="0"/>
                          <a:ea typeface="宋体" pitchFamily="2" charset="-122"/>
                        </a:defRPr>
                      </a:lvl2pPr>
                      <a:lvl3pPr indent="-220663">
                        <a:buClr>
                          <a:schemeClr val="accent1"/>
                        </a:buClr>
                        <a:buSzPct val="70000"/>
                        <a:buFont typeface="Wingdings" pitchFamily="2" charset="2"/>
                        <a:defRPr sz="2100">
                          <a:solidFill>
                            <a:schemeClr val="tx1"/>
                          </a:solidFill>
                          <a:latin typeface="Arial" charset="0"/>
                          <a:ea typeface="宋体" pitchFamily="2" charset="-122"/>
                        </a:defRPr>
                      </a:lvl3pPr>
                      <a:lvl4pPr indent="-382588">
                        <a:buClr>
                          <a:schemeClr val="tx2"/>
                        </a:buClr>
                        <a:buSzPct val="75000"/>
                        <a:buFont typeface="Wingdings" pitchFamily="2" charset="2"/>
                        <a:defRPr>
                          <a:solidFill>
                            <a:schemeClr val="tx1"/>
                          </a:solidFill>
                          <a:latin typeface="Arial" charset="0"/>
                          <a:ea typeface="宋体" pitchFamily="2" charset="-122"/>
                        </a:defRPr>
                      </a:lvl4pPr>
                      <a:lvl5pPr indent="-546100">
                        <a:buClr>
                          <a:schemeClr val="folHlink"/>
                        </a:buClr>
                        <a:buSzPct val="80000"/>
                        <a:buFont typeface="Wingdings" pitchFamily="2" charset="2"/>
                        <a:defRPr>
                          <a:solidFill>
                            <a:schemeClr val="tx1"/>
                          </a:solidFill>
                          <a:latin typeface="Arial" charset="0"/>
                          <a:ea typeface="宋体" pitchFamily="2" charset="-122"/>
                        </a:defRPr>
                      </a:lvl5pPr>
                      <a:lvl6pPr indent="-546100" fontAlgn="base">
                        <a:spcBef>
                          <a:spcPct val="20000"/>
                        </a:spcBef>
                        <a:spcAft>
                          <a:spcPct val="0"/>
                        </a:spcAft>
                        <a:buClr>
                          <a:schemeClr val="folHlink"/>
                        </a:buClr>
                        <a:buSzPct val="80000"/>
                        <a:buFont typeface="Wingdings" pitchFamily="2" charset="2"/>
                        <a:defRPr>
                          <a:solidFill>
                            <a:schemeClr val="tx1"/>
                          </a:solidFill>
                          <a:latin typeface="Arial" charset="0"/>
                          <a:ea typeface="宋体" pitchFamily="2" charset="-122"/>
                        </a:defRPr>
                      </a:lvl6pPr>
                      <a:lvl7pPr indent="-546100" fontAlgn="base">
                        <a:spcBef>
                          <a:spcPct val="20000"/>
                        </a:spcBef>
                        <a:spcAft>
                          <a:spcPct val="0"/>
                        </a:spcAft>
                        <a:buClr>
                          <a:schemeClr val="folHlink"/>
                        </a:buClr>
                        <a:buSzPct val="80000"/>
                        <a:buFont typeface="Wingdings" pitchFamily="2" charset="2"/>
                        <a:defRPr>
                          <a:solidFill>
                            <a:schemeClr val="tx1"/>
                          </a:solidFill>
                          <a:latin typeface="Arial" charset="0"/>
                          <a:ea typeface="宋体" pitchFamily="2" charset="-122"/>
                        </a:defRPr>
                      </a:lvl7pPr>
                      <a:lvl8pPr indent="-546100" fontAlgn="base">
                        <a:spcBef>
                          <a:spcPct val="20000"/>
                        </a:spcBef>
                        <a:spcAft>
                          <a:spcPct val="0"/>
                        </a:spcAft>
                        <a:buClr>
                          <a:schemeClr val="folHlink"/>
                        </a:buClr>
                        <a:buSzPct val="80000"/>
                        <a:buFont typeface="Wingdings" pitchFamily="2" charset="2"/>
                        <a:defRPr>
                          <a:solidFill>
                            <a:schemeClr val="tx1"/>
                          </a:solidFill>
                          <a:latin typeface="Arial" charset="0"/>
                          <a:ea typeface="宋体" pitchFamily="2" charset="-122"/>
                        </a:defRPr>
                      </a:lvl8pPr>
                      <a:lvl9pPr indent="-546100" fontAlgn="base">
                        <a:spcBef>
                          <a:spcPct val="20000"/>
                        </a:spcBef>
                        <a:spcAft>
                          <a:spcPct val="0"/>
                        </a:spcAft>
                        <a:buClr>
                          <a:schemeClr val="folHlink"/>
                        </a:buClr>
                        <a:buSzPct val="80000"/>
                        <a:buFont typeface="Wingdings" pitchFamily="2" charset="2"/>
                        <a:defRPr>
                          <a:solidFill>
                            <a:schemeClr val="tx1"/>
                          </a:solidFill>
                          <a:latin typeface="Arial" charset="0"/>
                          <a:ea typeface="宋体" pitchFamily="2" charset="-122"/>
                        </a:defRPr>
                      </a:lvl9pPr>
                    </a:lstStyle>
                    <a:p>
                      <a:pPr marL="0" marR="0" lvl="0" indent="0" algn="ctr" defTabSz="914400" rtl="0" eaLnBrk="1" fontAlgn="base" latinLnBrk="0" hangingPunct="1">
                        <a:lnSpc>
                          <a:spcPct val="100000"/>
                        </a:lnSpc>
                        <a:spcBef>
                          <a:spcPct val="20000"/>
                        </a:spcBef>
                        <a:spcAft>
                          <a:spcPct val="0"/>
                        </a:spcAft>
                        <a:buClr>
                          <a:schemeClr val="tx2"/>
                        </a:buClr>
                        <a:buSzPct val="70000"/>
                        <a:buFont typeface="Wingdings" pitchFamily="2" charset="2"/>
                        <a:buNone/>
                        <a:tabLst/>
                      </a:pPr>
                      <a:r>
                        <a:rPr kumimoji="0" lang="en-US" altLang="zh-CN" sz="2800" b="0" i="0" u="none" strike="noStrike" cap="none" normalizeH="0" baseline="0" smtClean="0">
                          <a:ln>
                            <a:noFill/>
                          </a:ln>
                          <a:solidFill>
                            <a:schemeClr val="tx1"/>
                          </a:solidFill>
                          <a:effectLst/>
                          <a:latin typeface="Times New Roman" pitchFamily="18" charset="0"/>
                          <a:ea typeface="宋体" pitchFamily="2" charset="-122"/>
                        </a:rPr>
                        <a:t>1 m</a:t>
                      </a:r>
                    </a:p>
                  </a:txBody>
                  <a:tcPr marT="45688" marB="45688" anchor="ct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buClr>
                          <a:schemeClr val="tx2"/>
                        </a:buClr>
                        <a:buSzPct val="70000"/>
                        <a:buFont typeface="Wingdings" pitchFamily="2" charset="2"/>
                        <a:defRPr sz="2600">
                          <a:solidFill>
                            <a:schemeClr val="tx1"/>
                          </a:solidFill>
                          <a:latin typeface="Arial" charset="0"/>
                          <a:ea typeface="宋体" pitchFamily="2" charset="-122"/>
                        </a:defRPr>
                      </a:lvl1pPr>
                      <a:lvl2pPr indent="-112713">
                        <a:buClr>
                          <a:schemeClr val="accent2"/>
                        </a:buClr>
                        <a:buSzPct val="70000"/>
                        <a:buFont typeface="Wingdings" pitchFamily="2" charset="2"/>
                        <a:defRPr sz="2200">
                          <a:solidFill>
                            <a:schemeClr val="tx1"/>
                          </a:solidFill>
                          <a:latin typeface="Arial" charset="0"/>
                          <a:ea typeface="宋体" pitchFamily="2" charset="-122"/>
                        </a:defRPr>
                      </a:lvl2pPr>
                      <a:lvl3pPr indent="-220663">
                        <a:buClr>
                          <a:schemeClr val="accent1"/>
                        </a:buClr>
                        <a:buSzPct val="70000"/>
                        <a:buFont typeface="Wingdings" pitchFamily="2" charset="2"/>
                        <a:defRPr sz="2100">
                          <a:solidFill>
                            <a:schemeClr val="tx1"/>
                          </a:solidFill>
                          <a:latin typeface="Arial" charset="0"/>
                          <a:ea typeface="宋体" pitchFamily="2" charset="-122"/>
                        </a:defRPr>
                      </a:lvl3pPr>
                      <a:lvl4pPr indent="-382588">
                        <a:buClr>
                          <a:schemeClr val="tx2"/>
                        </a:buClr>
                        <a:buSzPct val="75000"/>
                        <a:buFont typeface="Wingdings" pitchFamily="2" charset="2"/>
                        <a:defRPr>
                          <a:solidFill>
                            <a:schemeClr val="tx1"/>
                          </a:solidFill>
                          <a:latin typeface="Arial" charset="0"/>
                          <a:ea typeface="宋体" pitchFamily="2" charset="-122"/>
                        </a:defRPr>
                      </a:lvl4pPr>
                      <a:lvl5pPr indent="-546100">
                        <a:buClr>
                          <a:schemeClr val="folHlink"/>
                        </a:buClr>
                        <a:buSzPct val="80000"/>
                        <a:buFont typeface="Wingdings" pitchFamily="2" charset="2"/>
                        <a:defRPr>
                          <a:solidFill>
                            <a:schemeClr val="tx1"/>
                          </a:solidFill>
                          <a:latin typeface="Arial" charset="0"/>
                          <a:ea typeface="宋体" pitchFamily="2" charset="-122"/>
                        </a:defRPr>
                      </a:lvl5pPr>
                      <a:lvl6pPr indent="-546100" fontAlgn="base">
                        <a:spcBef>
                          <a:spcPct val="20000"/>
                        </a:spcBef>
                        <a:spcAft>
                          <a:spcPct val="0"/>
                        </a:spcAft>
                        <a:buClr>
                          <a:schemeClr val="folHlink"/>
                        </a:buClr>
                        <a:buSzPct val="80000"/>
                        <a:buFont typeface="Wingdings" pitchFamily="2" charset="2"/>
                        <a:defRPr>
                          <a:solidFill>
                            <a:schemeClr val="tx1"/>
                          </a:solidFill>
                          <a:latin typeface="Arial" charset="0"/>
                          <a:ea typeface="宋体" pitchFamily="2" charset="-122"/>
                        </a:defRPr>
                      </a:lvl6pPr>
                      <a:lvl7pPr indent="-546100" fontAlgn="base">
                        <a:spcBef>
                          <a:spcPct val="20000"/>
                        </a:spcBef>
                        <a:spcAft>
                          <a:spcPct val="0"/>
                        </a:spcAft>
                        <a:buClr>
                          <a:schemeClr val="folHlink"/>
                        </a:buClr>
                        <a:buSzPct val="80000"/>
                        <a:buFont typeface="Wingdings" pitchFamily="2" charset="2"/>
                        <a:defRPr>
                          <a:solidFill>
                            <a:schemeClr val="tx1"/>
                          </a:solidFill>
                          <a:latin typeface="Arial" charset="0"/>
                          <a:ea typeface="宋体" pitchFamily="2" charset="-122"/>
                        </a:defRPr>
                      </a:lvl7pPr>
                      <a:lvl8pPr indent="-546100" fontAlgn="base">
                        <a:spcBef>
                          <a:spcPct val="20000"/>
                        </a:spcBef>
                        <a:spcAft>
                          <a:spcPct val="0"/>
                        </a:spcAft>
                        <a:buClr>
                          <a:schemeClr val="folHlink"/>
                        </a:buClr>
                        <a:buSzPct val="80000"/>
                        <a:buFont typeface="Wingdings" pitchFamily="2" charset="2"/>
                        <a:defRPr>
                          <a:solidFill>
                            <a:schemeClr val="tx1"/>
                          </a:solidFill>
                          <a:latin typeface="Arial" charset="0"/>
                          <a:ea typeface="宋体" pitchFamily="2" charset="-122"/>
                        </a:defRPr>
                      </a:lvl8pPr>
                      <a:lvl9pPr indent="-546100" fontAlgn="base">
                        <a:spcBef>
                          <a:spcPct val="20000"/>
                        </a:spcBef>
                        <a:spcAft>
                          <a:spcPct val="0"/>
                        </a:spcAft>
                        <a:buClr>
                          <a:schemeClr val="folHlink"/>
                        </a:buClr>
                        <a:buSzPct val="80000"/>
                        <a:buFont typeface="Wingdings" pitchFamily="2" charset="2"/>
                        <a:defRPr>
                          <a:solidFill>
                            <a:schemeClr val="tx1"/>
                          </a:solidFill>
                          <a:latin typeface="Arial" charset="0"/>
                          <a:ea typeface="宋体" pitchFamily="2" charset="-122"/>
                        </a:defRPr>
                      </a:lvl9pPr>
                    </a:lstStyle>
                    <a:p>
                      <a:pPr marL="0" marR="0" lvl="0" indent="0" algn="ctr" defTabSz="914400" rtl="0" eaLnBrk="1" fontAlgn="base" latinLnBrk="0" hangingPunct="1">
                        <a:lnSpc>
                          <a:spcPct val="100000"/>
                        </a:lnSpc>
                        <a:spcBef>
                          <a:spcPct val="20000"/>
                        </a:spcBef>
                        <a:spcAft>
                          <a:spcPct val="0"/>
                        </a:spcAft>
                        <a:buClr>
                          <a:schemeClr val="tx2"/>
                        </a:buClr>
                        <a:buSzPct val="70000"/>
                        <a:buFont typeface="Wingdings" pitchFamily="2" charset="2"/>
                        <a:buNone/>
                        <a:tabLst/>
                      </a:pPr>
                      <a:r>
                        <a:rPr kumimoji="0" lang="zh-CN" altLang="en-US" sz="2800" b="0" i="0" u="none" strike="noStrike" cap="none" normalizeH="0" baseline="0" smtClean="0">
                          <a:ln>
                            <a:noFill/>
                          </a:ln>
                          <a:solidFill>
                            <a:schemeClr val="tx1"/>
                          </a:solidFill>
                          <a:effectLst/>
                          <a:latin typeface="Times New Roman" pitchFamily="18" charset="0"/>
                          <a:ea typeface="宋体" pitchFamily="2" charset="-122"/>
                        </a:rPr>
                        <a:t>同一系统</a:t>
                      </a:r>
                    </a:p>
                  </a:txBody>
                  <a:tcPr marT="45688" marB="45688"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buClr>
                          <a:schemeClr val="tx2"/>
                        </a:buClr>
                        <a:buSzPct val="70000"/>
                        <a:buFont typeface="Wingdings" pitchFamily="2" charset="2"/>
                        <a:defRPr sz="2600">
                          <a:solidFill>
                            <a:schemeClr val="tx1"/>
                          </a:solidFill>
                          <a:latin typeface="Arial" charset="0"/>
                          <a:ea typeface="宋体" pitchFamily="2" charset="-122"/>
                        </a:defRPr>
                      </a:lvl1pPr>
                      <a:lvl2pPr indent="-112713">
                        <a:buClr>
                          <a:schemeClr val="accent2"/>
                        </a:buClr>
                        <a:buSzPct val="70000"/>
                        <a:buFont typeface="Wingdings" pitchFamily="2" charset="2"/>
                        <a:defRPr sz="2200">
                          <a:solidFill>
                            <a:schemeClr val="tx1"/>
                          </a:solidFill>
                          <a:latin typeface="Arial" charset="0"/>
                          <a:ea typeface="宋体" pitchFamily="2" charset="-122"/>
                        </a:defRPr>
                      </a:lvl2pPr>
                      <a:lvl3pPr indent="-220663">
                        <a:buClr>
                          <a:schemeClr val="accent1"/>
                        </a:buClr>
                        <a:buSzPct val="70000"/>
                        <a:buFont typeface="Wingdings" pitchFamily="2" charset="2"/>
                        <a:defRPr sz="2100">
                          <a:solidFill>
                            <a:schemeClr val="tx1"/>
                          </a:solidFill>
                          <a:latin typeface="Arial" charset="0"/>
                          <a:ea typeface="宋体" pitchFamily="2" charset="-122"/>
                        </a:defRPr>
                      </a:lvl3pPr>
                      <a:lvl4pPr indent="-382588">
                        <a:buClr>
                          <a:schemeClr val="tx2"/>
                        </a:buClr>
                        <a:buSzPct val="75000"/>
                        <a:buFont typeface="Wingdings" pitchFamily="2" charset="2"/>
                        <a:defRPr>
                          <a:solidFill>
                            <a:schemeClr val="tx1"/>
                          </a:solidFill>
                          <a:latin typeface="Arial" charset="0"/>
                          <a:ea typeface="宋体" pitchFamily="2" charset="-122"/>
                        </a:defRPr>
                      </a:lvl4pPr>
                      <a:lvl5pPr indent="-546100">
                        <a:buClr>
                          <a:schemeClr val="folHlink"/>
                        </a:buClr>
                        <a:buSzPct val="80000"/>
                        <a:buFont typeface="Wingdings" pitchFamily="2" charset="2"/>
                        <a:defRPr>
                          <a:solidFill>
                            <a:schemeClr val="tx1"/>
                          </a:solidFill>
                          <a:latin typeface="Arial" charset="0"/>
                          <a:ea typeface="宋体" pitchFamily="2" charset="-122"/>
                        </a:defRPr>
                      </a:lvl5pPr>
                      <a:lvl6pPr indent="-546100" fontAlgn="base">
                        <a:spcBef>
                          <a:spcPct val="20000"/>
                        </a:spcBef>
                        <a:spcAft>
                          <a:spcPct val="0"/>
                        </a:spcAft>
                        <a:buClr>
                          <a:schemeClr val="folHlink"/>
                        </a:buClr>
                        <a:buSzPct val="80000"/>
                        <a:buFont typeface="Wingdings" pitchFamily="2" charset="2"/>
                        <a:defRPr>
                          <a:solidFill>
                            <a:schemeClr val="tx1"/>
                          </a:solidFill>
                          <a:latin typeface="Arial" charset="0"/>
                          <a:ea typeface="宋体" pitchFamily="2" charset="-122"/>
                        </a:defRPr>
                      </a:lvl6pPr>
                      <a:lvl7pPr indent="-546100" fontAlgn="base">
                        <a:spcBef>
                          <a:spcPct val="20000"/>
                        </a:spcBef>
                        <a:spcAft>
                          <a:spcPct val="0"/>
                        </a:spcAft>
                        <a:buClr>
                          <a:schemeClr val="folHlink"/>
                        </a:buClr>
                        <a:buSzPct val="80000"/>
                        <a:buFont typeface="Wingdings" pitchFamily="2" charset="2"/>
                        <a:defRPr>
                          <a:solidFill>
                            <a:schemeClr val="tx1"/>
                          </a:solidFill>
                          <a:latin typeface="Arial" charset="0"/>
                          <a:ea typeface="宋体" pitchFamily="2" charset="-122"/>
                        </a:defRPr>
                      </a:lvl7pPr>
                      <a:lvl8pPr indent="-546100" fontAlgn="base">
                        <a:spcBef>
                          <a:spcPct val="20000"/>
                        </a:spcBef>
                        <a:spcAft>
                          <a:spcPct val="0"/>
                        </a:spcAft>
                        <a:buClr>
                          <a:schemeClr val="folHlink"/>
                        </a:buClr>
                        <a:buSzPct val="80000"/>
                        <a:buFont typeface="Wingdings" pitchFamily="2" charset="2"/>
                        <a:defRPr>
                          <a:solidFill>
                            <a:schemeClr val="tx1"/>
                          </a:solidFill>
                          <a:latin typeface="Arial" charset="0"/>
                          <a:ea typeface="宋体" pitchFamily="2" charset="-122"/>
                        </a:defRPr>
                      </a:lvl8pPr>
                      <a:lvl9pPr indent="-546100" fontAlgn="base">
                        <a:spcBef>
                          <a:spcPct val="20000"/>
                        </a:spcBef>
                        <a:spcAft>
                          <a:spcPct val="0"/>
                        </a:spcAft>
                        <a:buClr>
                          <a:schemeClr val="folHlink"/>
                        </a:buClr>
                        <a:buSzPct val="80000"/>
                        <a:buFont typeface="Wingdings" pitchFamily="2" charset="2"/>
                        <a:defRPr>
                          <a:solidFill>
                            <a:schemeClr val="tx1"/>
                          </a:solidFill>
                          <a:latin typeface="Arial" charset="0"/>
                          <a:ea typeface="宋体" pitchFamily="2" charset="-122"/>
                        </a:defRPr>
                      </a:lvl9pPr>
                    </a:lstStyle>
                    <a:p>
                      <a:pPr marL="0" marR="0" lvl="0" indent="0" algn="ctr" defTabSz="914400" rtl="0" eaLnBrk="1" fontAlgn="base" latinLnBrk="0" hangingPunct="1">
                        <a:lnSpc>
                          <a:spcPct val="100000"/>
                        </a:lnSpc>
                        <a:spcBef>
                          <a:spcPct val="20000"/>
                        </a:spcBef>
                        <a:spcAft>
                          <a:spcPct val="0"/>
                        </a:spcAft>
                        <a:buClr>
                          <a:schemeClr val="tx2"/>
                        </a:buClr>
                        <a:buSzPct val="70000"/>
                        <a:buFont typeface="Wingdings" pitchFamily="2" charset="2"/>
                        <a:buNone/>
                        <a:tabLst/>
                      </a:pPr>
                      <a:r>
                        <a:rPr kumimoji="0" lang="zh-CN" altLang="en-US" sz="2800" b="0" i="0" u="none" strike="noStrike" cap="none" normalizeH="0" baseline="0" smtClean="0">
                          <a:ln>
                            <a:noFill/>
                          </a:ln>
                          <a:solidFill>
                            <a:schemeClr val="tx1"/>
                          </a:solidFill>
                          <a:effectLst/>
                          <a:latin typeface="Times New Roman" pitchFamily="18" charset="0"/>
                          <a:ea typeface="宋体" pitchFamily="2" charset="-122"/>
                        </a:rPr>
                        <a:t>多计算机</a:t>
                      </a:r>
                    </a:p>
                  </a:txBody>
                  <a:tcPr marT="45688" marB="45688"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r>
              <a:tr h="518054">
                <a:tc>
                  <a:txBody>
                    <a:bodyPr/>
                    <a:lstStyle>
                      <a:lvl1pPr>
                        <a:buClr>
                          <a:schemeClr val="tx2"/>
                        </a:buClr>
                        <a:buSzPct val="70000"/>
                        <a:buFont typeface="Wingdings" pitchFamily="2" charset="2"/>
                        <a:defRPr sz="2600">
                          <a:solidFill>
                            <a:schemeClr val="tx1"/>
                          </a:solidFill>
                          <a:latin typeface="Arial" charset="0"/>
                          <a:ea typeface="宋体" pitchFamily="2" charset="-122"/>
                        </a:defRPr>
                      </a:lvl1pPr>
                      <a:lvl2pPr indent="-112713">
                        <a:buClr>
                          <a:schemeClr val="accent2"/>
                        </a:buClr>
                        <a:buSzPct val="70000"/>
                        <a:buFont typeface="Wingdings" pitchFamily="2" charset="2"/>
                        <a:defRPr sz="2200">
                          <a:solidFill>
                            <a:schemeClr val="tx1"/>
                          </a:solidFill>
                          <a:latin typeface="Arial" charset="0"/>
                          <a:ea typeface="宋体" pitchFamily="2" charset="-122"/>
                        </a:defRPr>
                      </a:lvl2pPr>
                      <a:lvl3pPr indent="-220663">
                        <a:buClr>
                          <a:schemeClr val="accent1"/>
                        </a:buClr>
                        <a:buSzPct val="70000"/>
                        <a:buFont typeface="Wingdings" pitchFamily="2" charset="2"/>
                        <a:defRPr sz="2100">
                          <a:solidFill>
                            <a:schemeClr val="tx1"/>
                          </a:solidFill>
                          <a:latin typeface="Arial" charset="0"/>
                          <a:ea typeface="宋体" pitchFamily="2" charset="-122"/>
                        </a:defRPr>
                      </a:lvl3pPr>
                      <a:lvl4pPr indent="-382588">
                        <a:buClr>
                          <a:schemeClr val="tx2"/>
                        </a:buClr>
                        <a:buSzPct val="75000"/>
                        <a:buFont typeface="Wingdings" pitchFamily="2" charset="2"/>
                        <a:defRPr>
                          <a:solidFill>
                            <a:schemeClr val="tx1"/>
                          </a:solidFill>
                          <a:latin typeface="Arial" charset="0"/>
                          <a:ea typeface="宋体" pitchFamily="2" charset="-122"/>
                        </a:defRPr>
                      </a:lvl4pPr>
                      <a:lvl5pPr indent="-546100">
                        <a:buClr>
                          <a:schemeClr val="folHlink"/>
                        </a:buClr>
                        <a:buSzPct val="80000"/>
                        <a:buFont typeface="Wingdings" pitchFamily="2" charset="2"/>
                        <a:defRPr>
                          <a:solidFill>
                            <a:schemeClr val="tx1"/>
                          </a:solidFill>
                          <a:latin typeface="Arial" charset="0"/>
                          <a:ea typeface="宋体" pitchFamily="2" charset="-122"/>
                        </a:defRPr>
                      </a:lvl5pPr>
                      <a:lvl6pPr indent="-546100" fontAlgn="base">
                        <a:spcBef>
                          <a:spcPct val="20000"/>
                        </a:spcBef>
                        <a:spcAft>
                          <a:spcPct val="0"/>
                        </a:spcAft>
                        <a:buClr>
                          <a:schemeClr val="folHlink"/>
                        </a:buClr>
                        <a:buSzPct val="80000"/>
                        <a:buFont typeface="Wingdings" pitchFamily="2" charset="2"/>
                        <a:defRPr>
                          <a:solidFill>
                            <a:schemeClr val="tx1"/>
                          </a:solidFill>
                          <a:latin typeface="Arial" charset="0"/>
                          <a:ea typeface="宋体" pitchFamily="2" charset="-122"/>
                        </a:defRPr>
                      </a:lvl6pPr>
                      <a:lvl7pPr indent="-546100" fontAlgn="base">
                        <a:spcBef>
                          <a:spcPct val="20000"/>
                        </a:spcBef>
                        <a:spcAft>
                          <a:spcPct val="0"/>
                        </a:spcAft>
                        <a:buClr>
                          <a:schemeClr val="folHlink"/>
                        </a:buClr>
                        <a:buSzPct val="80000"/>
                        <a:buFont typeface="Wingdings" pitchFamily="2" charset="2"/>
                        <a:defRPr>
                          <a:solidFill>
                            <a:schemeClr val="tx1"/>
                          </a:solidFill>
                          <a:latin typeface="Arial" charset="0"/>
                          <a:ea typeface="宋体" pitchFamily="2" charset="-122"/>
                        </a:defRPr>
                      </a:lvl7pPr>
                      <a:lvl8pPr indent="-546100" fontAlgn="base">
                        <a:spcBef>
                          <a:spcPct val="20000"/>
                        </a:spcBef>
                        <a:spcAft>
                          <a:spcPct val="0"/>
                        </a:spcAft>
                        <a:buClr>
                          <a:schemeClr val="folHlink"/>
                        </a:buClr>
                        <a:buSzPct val="80000"/>
                        <a:buFont typeface="Wingdings" pitchFamily="2" charset="2"/>
                        <a:defRPr>
                          <a:solidFill>
                            <a:schemeClr val="tx1"/>
                          </a:solidFill>
                          <a:latin typeface="Arial" charset="0"/>
                          <a:ea typeface="宋体" pitchFamily="2" charset="-122"/>
                        </a:defRPr>
                      </a:lvl8pPr>
                      <a:lvl9pPr indent="-546100" fontAlgn="base">
                        <a:spcBef>
                          <a:spcPct val="20000"/>
                        </a:spcBef>
                        <a:spcAft>
                          <a:spcPct val="0"/>
                        </a:spcAft>
                        <a:buClr>
                          <a:schemeClr val="folHlink"/>
                        </a:buClr>
                        <a:buSzPct val="80000"/>
                        <a:buFont typeface="Wingdings" pitchFamily="2" charset="2"/>
                        <a:defRPr>
                          <a:solidFill>
                            <a:schemeClr val="tx1"/>
                          </a:solidFill>
                          <a:latin typeface="Arial" charset="0"/>
                          <a:ea typeface="宋体" pitchFamily="2" charset="-122"/>
                        </a:defRPr>
                      </a:lvl9pPr>
                    </a:lstStyle>
                    <a:p>
                      <a:pPr marL="0" marR="0" lvl="0" indent="0" algn="ctr" defTabSz="914400" rtl="0" eaLnBrk="1" fontAlgn="base" latinLnBrk="0" hangingPunct="1">
                        <a:lnSpc>
                          <a:spcPct val="100000"/>
                        </a:lnSpc>
                        <a:spcBef>
                          <a:spcPct val="20000"/>
                        </a:spcBef>
                        <a:spcAft>
                          <a:spcPct val="0"/>
                        </a:spcAft>
                        <a:buClr>
                          <a:schemeClr val="tx2"/>
                        </a:buClr>
                        <a:buSzPct val="70000"/>
                        <a:buFont typeface="Wingdings" pitchFamily="2" charset="2"/>
                        <a:buNone/>
                        <a:tabLst/>
                      </a:pPr>
                      <a:r>
                        <a:rPr kumimoji="0" lang="en-US" altLang="zh-CN" sz="2800" b="0" i="0" u="none" strike="noStrike" cap="none" normalizeH="0" baseline="0" smtClean="0">
                          <a:ln>
                            <a:noFill/>
                          </a:ln>
                          <a:solidFill>
                            <a:schemeClr val="tx1"/>
                          </a:solidFill>
                          <a:effectLst/>
                          <a:latin typeface="Times New Roman" pitchFamily="18" charset="0"/>
                          <a:ea typeface="宋体" pitchFamily="2" charset="-122"/>
                        </a:rPr>
                        <a:t>10 m</a:t>
                      </a:r>
                    </a:p>
                  </a:txBody>
                  <a:tcPr marT="45688" marB="45688" anchor="ct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buClr>
                          <a:schemeClr val="tx2"/>
                        </a:buClr>
                        <a:buSzPct val="70000"/>
                        <a:buFont typeface="Wingdings" pitchFamily="2" charset="2"/>
                        <a:defRPr sz="2600">
                          <a:solidFill>
                            <a:schemeClr val="tx1"/>
                          </a:solidFill>
                          <a:latin typeface="Arial" charset="0"/>
                          <a:ea typeface="宋体" pitchFamily="2" charset="-122"/>
                        </a:defRPr>
                      </a:lvl1pPr>
                      <a:lvl2pPr indent="-112713">
                        <a:buClr>
                          <a:schemeClr val="accent2"/>
                        </a:buClr>
                        <a:buSzPct val="70000"/>
                        <a:buFont typeface="Wingdings" pitchFamily="2" charset="2"/>
                        <a:defRPr sz="2200">
                          <a:solidFill>
                            <a:schemeClr val="tx1"/>
                          </a:solidFill>
                          <a:latin typeface="Arial" charset="0"/>
                          <a:ea typeface="宋体" pitchFamily="2" charset="-122"/>
                        </a:defRPr>
                      </a:lvl2pPr>
                      <a:lvl3pPr indent="-220663">
                        <a:buClr>
                          <a:schemeClr val="accent1"/>
                        </a:buClr>
                        <a:buSzPct val="70000"/>
                        <a:buFont typeface="Wingdings" pitchFamily="2" charset="2"/>
                        <a:defRPr sz="2100">
                          <a:solidFill>
                            <a:schemeClr val="tx1"/>
                          </a:solidFill>
                          <a:latin typeface="Arial" charset="0"/>
                          <a:ea typeface="宋体" pitchFamily="2" charset="-122"/>
                        </a:defRPr>
                      </a:lvl3pPr>
                      <a:lvl4pPr indent="-382588">
                        <a:buClr>
                          <a:schemeClr val="tx2"/>
                        </a:buClr>
                        <a:buSzPct val="75000"/>
                        <a:buFont typeface="Wingdings" pitchFamily="2" charset="2"/>
                        <a:defRPr>
                          <a:solidFill>
                            <a:schemeClr val="tx1"/>
                          </a:solidFill>
                          <a:latin typeface="Arial" charset="0"/>
                          <a:ea typeface="宋体" pitchFamily="2" charset="-122"/>
                        </a:defRPr>
                      </a:lvl4pPr>
                      <a:lvl5pPr indent="-546100">
                        <a:buClr>
                          <a:schemeClr val="folHlink"/>
                        </a:buClr>
                        <a:buSzPct val="80000"/>
                        <a:buFont typeface="Wingdings" pitchFamily="2" charset="2"/>
                        <a:defRPr>
                          <a:solidFill>
                            <a:schemeClr val="tx1"/>
                          </a:solidFill>
                          <a:latin typeface="Arial" charset="0"/>
                          <a:ea typeface="宋体" pitchFamily="2" charset="-122"/>
                        </a:defRPr>
                      </a:lvl5pPr>
                      <a:lvl6pPr indent="-546100" fontAlgn="base">
                        <a:spcBef>
                          <a:spcPct val="20000"/>
                        </a:spcBef>
                        <a:spcAft>
                          <a:spcPct val="0"/>
                        </a:spcAft>
                        <a:buClr>
                          <a:schemeClr val="folHlink"/>
                        </a:buClr>
                        <a:buSzPct val="80000"/>
                        <a:buFont typeface="Wingdings" pitchFamily="2" charset="2"/>
                        <a:defRPr>
                          <a:solidFill>
                            <a:schemeClr val="tx1"/>
                          </a:solidFill>
                          <a:latin typeface="Arial" charset="0"/>
                          <a:ea typeface="宋体" pitchFamily="2" charset="-122"/>
                        </a:defRPr>
                      </a:lvl6pPr>
                      <a:lvl7pPr indent="-546100" fontAlgn="base">
                        <a:spcBef>
                          <a:spcPct val="20000"/>
                        </a:spcBef>
                        <a:spcAft>
                          <a:spcPct val="0"/>
                        </a:spcAft>
                        <a:buClr>
                          <a:schemeClr val="folHlink"/>
                        </a:buClr>
                        <a:buSzPct val="80000"/>
                        <a:buFont typeface="Wingdings" pitchFamily="2" charset="2"/>
                        <a:defRPr>
                          <a:solidFill>
                            <a:schemeClr val="tx1"/>
                          </a:solidFill>
                          <a:latin typeface="Arial" charset="0"/>
                          <a:ea typeface="宋体" pitchFamily="2" charset="-122"/>
                        </a:defRPr>
                      </a:lvl7pPr>
                      <a:lvl8pPr indent="-546100" fontAlgn="base">
                        <a:spcBef>
                          <a:spcPct val="20000"/>
                        </a:spcBef>
                        <a:spcAft>
                          <a:spcPct val="0"/>
                        </a:spcAft>
                        <a:buClr>
                          <a:schemeClr val="folHlink"/>
                        </a:buClr>
                        <a:buSzPct val="80000"/>
                        <a:buFont typeface="Wingdings" pitchFamily="2" charset="2"/>
                        <a:defRPr>
                          <a:solidFill>
                            <a:schemeClr val="tx1"/>
                          </a:solidFill>
                          <a:latin typeface="Arial" charset="0"/>
                          <a:ea typeface="宋体" pitchFamily="2" charset="-122"/>
                        </a:defRPr>
                      </a:lvl8pPr>
                      <a:lvl9pPr indent="-546100" fontAlgn="base">
                        <a:spcBef>
                          <a:spcPct val="20000"/>
                        </a:spcBef>
                        <a:spcAft>
                          <a:spcPct val="0"/>
                        </a:spcAft>
                        <a:buClr>
                          <a:schemeClr val="folHlink"/>
                        </a:buClr>
                        <a:buSzPct val="80000"/>
                        <a:buFont typeface="Wingdings" pitchFamily="2" charset="2"/>
                        <a:defRPr>
                          <a:solidFill>
                            <a:schemeClr val="tx1"/>
                          </a:solidFill>
                          <a:latin typeface="Arial" charset="0"/>
                          <a:ea typeface="宋体" pitchFamily="2" charset="-122"/>
                        </a:defRPr>
                      </a:lvl9pPr>
                    </a:lstStyle>
                    <a:p>
                      <a:pPr marL="0" marR="0" lvl="0" indent="0" algn="ctr" defTabSz="914400" rtl="0" eaLnBrk="1" fontAlgn="base" latinLnBrk="0" hangingPunct="1">
                        <a:lnSpc>
                          <a:spcPct val="100000"/>
                        </a:lnSpc>
                        <a:spcBef>
                          <a:spcPct val="20000"/>
                        </a:spcBef>
                        <a:spcAft>
                          <a:spcPct val="0"/>
                        </a:spcAft>
                        <a:buClr>
                          <a:schemeClr val="tx2"/>
                        </a:buClr>
                        <a:buSzPct val="70000"/>
                        <a:buFont typeface="Wingdings" pitchFamily="2" charset="2"/>
                        <a:buNone/>
                        <a:tabLst/>
                      </a:pPr>
                      <a:r>
                        <a:rPr kumimoji="0" lang="zh-CN" altLang="en-US" sz="2800" b="0" i="0" u="none" strike="noStrike" cap="none" normalizeH="0" baseline="0" smtClean="0">
                          <a:ln>
                            <a:noFill/>
                          </a:ln>
                          <a:solidFill>
                            <a:schemeClr val="tx1"/>
                          </a:solidFill>
                          <a:effectLst/>
                          <a:latin typeface="Times New Roman" pitchFamily="18" charset="0"/>
                          <a:ea typeface="宋体" pitchFamily="2" charset="-122"/>
                        </a:rPr>
                        <a:t>同一房间</a:t>
                      </a:r>
                    </a:p>
                  </a:txBody>
                  <a:tcPr marT="45688" marB="45688"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rowSpan="3">
                  <a:txBody>
                    <a:bodyPr/>
                    <a:lstStyle>
                      <a:lvl1pPr>
                        <a:buClr>
                          <a:schemeClr val="tx2"/>
                        </a:buClr>
                        <a:buSzPct val="70000"/>
                        <a:buFont typeface="Wingdings" pitchFamily="2" charset="2"/>
                        <a:defRPr sz="2600">
                          <a:solidFill>
                            <a:schemeClr val="tx1"/>
                          </a:solidFill>
                          <a:latin typeface="Arial" charset="0"/>
                          <a:ea typeface="宋体" pitchFamily="2" charset="-122"/>
                        </a:defRPr>
                      </a:lvl1pPr>
                      <a:lvl2pPr indent="-112713">
                        <a:buClr>
                          <a:schemeClr val="accent2"/>
                        </a:buClr>
                        <a:buSzPct val="70000"/>
                        <a:buFont typeface="Wingdings" pitchFamily="2" charset="2"/>
                        <a:defRPr sz="2200">
                          <a:solidFill>
                            <a:schemeClr val="tx1"/>
                          </a:solidFill>
                          <a:latin typeface="Arial" charset="0"/>
                          <a:ea typeface="宋体" pitchFamily="2" charset="-122"/>
                        </a:defRPr>
                      </a:lvl2pPr>
                      <a:lvl3pPr indent="-220663">
                        <a:buClr>
                          <a:schemeClr val="accent1"/>
                        </a:buClr>
                        <a:buSzPct val="70000"/>
                        <a:buFont typeface="Wingdings" pitchFamily="2" charset="2"/>
                        <a:defRPr sz="2100">
                          <a:solidFill>
                            <a:schemeClr val="tx1"/>
                          </a:solidFill>
                          <a:latin typeface="Arial" charset="0"/>
                          <a:ea typeface="宋体" pitchFamily="2" charset="-122"/>
                        </a:defRPr>
                      </a:lvl3pPr>
                      <a:lvl4pPr indent="-382588">
                        <a:buClr>
                          <a:schemeClr val="tx2"/>
                        </a:buClr>
                        <a:buSzPct val="75000"/>
                        <a:buFont typeface="Wingdings" pitchFamily="2" charset="2"/>
                        <a:defRPr>
                          <a:solidFill>
                            <a:schemeClr val="tx1"/>
                          </a:solidFill>
                          <a:latin typeface="Arial" charset="0"/>
                          <a:ea typeface="宋体" pitchFamily="2" charset="-122"/>
                        </a:defRPr>
                      </a:lvl4pPr>
                      <a:lvl5pPr indent="-546100">
                        <a:buClr>
                          <a:schemeClr val="folHlink"/>
                        </a:buClr>
                        <a:buSzPct val="80000"/>
                        <a:buFont typeface="Wingdings" pitchFamily="2" charset="2"/>
                        <a:defRPr>
                          <a:solidFill>
                            <a:schemeClr val="tx1"/>
                          </a:solidFill>
                          <a:latin typeface="Arial" charset="0"/>
                          <a:ea typeface="宋体" pitchFamily="2" charset="-122"/>
                        </a:defRPr>
                      </a:lvl5pPr>
                      <a:lvl6pPr indent="-546100" fontAlgn="base">
                        <a:spcBef>
                          <a:spcPct val="20000"/>
                        </a:spcBef>
                        <a:spcAft>
                          <a:spcPct val="0"/>
                        </a:spcAft>
                        <a:buClr>
                          <a:schemeClr val="folHlink"/>
                        </a:buClr>
                        <a:buSzPct val="80000"/>
                        <a:buFont typeface="Wingdings" pitchFamily="2" charset="2"/>
                        <a:defRPr>
                          <a:solidFill>
                            <a:schemeClr val="tx1"/>
                          </a:solidFill>
                          <a:latin typeface="Arial" charset="0"/>
                          <a:ea typeface="宋体" pitchFamily="2" charset="-122"/>
                        </a:defRPr>
                      </a:lvl6pPr>
                      <a:lvl7pPr indent="-546100" fontAlgn="base">
                        <a:spcBef>
                          <a:spcPct val="20000"/>
                        </a:spcBef>
                        <a:spcAft>
                          <a:spcPct val="0"/>
                        </a:spcAft>
                        <a:buClr>
                          <a:schemeClr val="folHlink"/>
                        </a:buClr>
                        <a:buSzPct val="80000"/>
                        <a:buFont typeface="Wingdings" pitchFamily="2" charset="2"/>
                        <a:defRPr>
                          <a:solidFill>
                            <a:schemeClr val="tx1"/>
                          </a:solidFill>
                          <a:latin typeface="Arial" charset="0"/>
                          <a:ea typeface="宋体" pitchFamily="2" charset="-122"/>
                        </a:defRPr>
                      </a:lvl7pPr>
                      <a:lvl8pPr indent="-546100" fontAlgn="base">
                        <a:spcBef>
                          <a:spcPct val="20000"/>
                        </a:spcBef>
                        <a:spcAft>
                          <a:spcPct val="0"/>
                        </a:spcAft>
                        <a:buClr>
                          <a:schemeClr val="folHlink"/>
                        </a:buClr>
                        <a:buSzPct val="80000"/>
                        <a:buFont typeface="Wingdings" pitchFamily="2" charset="2"/>
                        <a:defRPr>
                          <a:solidFill>
                            <a:schemeClr val="tx1"/>
                          </a:solidFill>
                          <a:latin typeface="Arial" charset="0"/>
                          <a:ea typeface="宋体" pitchFamily="2" charset="-122"/>
                        </a:defRPr>
                      </a:lvl8pPr>
                      <a:lvl9pPr indent="-546100" fontAlgn="base">
                        <a:spcBef>
                          <a:spcPct val="20000"/>
                        </a:spcBef>
                        <a:spcAft>
                          <a:spcPct val="0"/>
                        </a:spcAft>
                        <a:buClr>
                          <a:schemeClr val="folHlink"/>
                        </a:buClr>
                        <a:buSzPct val="80000"/>
                        <a:buFont typeface="Wingdings" pitchFamily="2" charset="2"/>
                        <a:defRPr>
                          <a:solidFill>
                            <a:schemeClr val="tx1"/>
                          </a:solidFill>
                          <a:latin typeface="Arial" charset="0"/>
                          <a:ea typeface="宋体" pitchFamily="2" charset="-122"/>
                        </a:defRPr>
                      </a:lvl9pPr>
                    </a:lstStyle>
                    <a:p>
                      <a:pPr marL="0" marR="0" lvl="0" indent="0" algn="ctr" defTabSz="914400" rtl="0" eaLnBrk="1" fontAlgn="base" latinLnBrk="0" hangingPunct="1">
                        <a:lnSpc>
                          <a:spcPct val="100000"/>
                        </a:lnSpc>
                        <a:spcBef>
                          <a:spcPct val="20000"/>
                        </a:spcBef>
                        <a:spcAft>
                          <a:spcPct val="0"/>
                        </a:spcAft>
                        <a:buClr>
                          <a:schemeClr val="tx2"/>
                        </a:buClr>
                        <a:buSzPct val="70000"/>
                        <a:buFont typeface="Wingdings" pitchFamily="2" charset="2"/>
                        <a:buNone/>
                        <a:tabLst/>
                      </a:pPr>
                      <a:r>
                        <a:rPr kumimoji="0" lang="zh-CN" altLang="en-US" sz="2800" b="0" i="0" u="none" strike="noStrike" cap="none" normalizeH="0" baseline="0" smtClean="0">
                          <a:ln>
                            <a:noFill/>
                          </a:ln>
                          <a:solidFill>
                            <a:schemeClr val="tx1"/>
                          </a:solidFill>
                          <a:effectLst/>
                          <a:latin typeface="Times New Roman" pitchFamily="18" charset="0"/>
                          <a:ea typeface="宋体" pitchFamily="2" charset="-122"/>
                        </a:rPr>
                        <a:t>局域网</a:t>
                      </a:r>
                    </a:p>
                  </a:txBody>
                  <a:tcPr marT="45688" marB="45688"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r>
              <a:tr h="518054">
                <a:tc>
                  <a:txBody>
                    <a:bodyPr/>
                    <a:lstStyle>
                      <a:lvl1pPr>
                        <a:buClr>
                          <a:schemeClr val="tx2"/>
                        </a:buClr>
                        <a:buSzPct val="70000"/>
                        <a:buFont typeface="Wingdings" pitchFamily="2" charset="2"/>
                        <a:defRPr sz="2600">
                          <a:solidFill>
                            <a:schemeClr val="tx1"/>
                          </a:solidFill>
                          <a:latin typeface="Arial" charset="0"/>
                          <a:ea typeface="宋体" pitchFamily="2" charset="-122"/>
                        </a:defRPr>
                      </a:lvl1pPr>
                      <a:lvl2pPr indent="-112713">
                        <a:buClr>
                          <a:schemeClr val="accent2"/>
                        </a:buClr>
                        <a:buSzPct val="70000"/>
                        <a:buFont typeface="Wingdings" pitchFamily="2" charset="2"/>
                        <a:defRPr sz="2200">
                          <a:solidFill>
                            <a:schemeClr val="tx1"/>
                          </a:solidFill>
                          <a:latin typeface="Arial" charset="0"/>
                          <a:ea typeface="宋体" pitchFamily="2" charset="-122"/>
                        </a:defRPr>
                      </a:lvl2pPr>
                      <a:lvl3pPr indent="-220663">
                        <a:buClr>
                          <a:schemeClr val="accent1"/>
                        </a:buClr>
                        <a:buSzPct val="70000"/>
                        <a:buFont typeface="Wingdings" pitchFamily="2" charset="2"/>
                        <a:defRPr sz="2100">
                          <a:solidFill>
                            <a:schemeClr val="tx1"/>
                          </a:solidFill>
                          <a:latin typeface="Arial" charset="0"/>
                          <a:ea typeface="宋体" pitchFamily="2" charset="-122"/>
                        </a:defRPr>
                      </a:lvl3pPr>
                      <a:lvl4pPr indent="-382588">
                        <a:buClr>
                          <a:schemeClr val="tx2"/>
                        </a:buClr>
                        <a:buSzPct val="75000"/>
                        <a:buFont typeface="Wingdings" pitchFamily="2" charset="2"/>
                        <a:defRPr>
                          <a:solidFill>
                            <a:schemeClr val="tx1"/>
                          </a:solidFill>
                          <a:latin typeface="Arial" charset="0"/>
                          <a:ea typeface="宋体" pitchFamily="2" charset="-122"/>
                        </a:defRPr>
                      </a:lvl4pPr>
                      <a:lvl5pPr indent="-546100">
                        <a:buClr>
                          <a:schemeClr val="folHlink"/>
                        </a:buClr>
                        <a:buSzPct val="80000"/>
                        <a:buFont typeface="Wingdings" pitchFamily="2" charset="2"/>
                        <a:defRPr>
                          <a:solidFill>
                            <a:schemeClr val="tx1"/>
                          </a:solidFill>
                          <a:latin typeface="Arial" charset="0"/>
                          <a:ea typeface="宋体" pitchFamily="2" charset="-122"/>
                        </a:defRPr>
                      </a:lvl5pPr>
                      <a:lvl6pPr indent="-546100" fontAlgn="base">
                        <a:spcBef>
                          <a:spcPct val="20000"/>
                        </a:spcBef>
                        <a:spcAft>
                          <a:spcPct val="0"/>
                        </a:spcAft>
                        <a:buClr>
                          <a:schemeClr val="folHlink"/>
                        </a:buClr>
                        <a:buSzPct val="80000"/>
                        <a:buFont typeface="Wingdings" pitchFamily="2" charset="2"/>
                        <a:defRPr>
                          <a:solidFill>
                            <a:schemeClr val="tx1"/>
                          </a:solidFill>
                          <a:latin typeface="Arial" charset="0"/>
                          <a:ea typeface="宋体" pitchFamily="2" charset="-122"/>
                        </a:defRPr>
                      </a:lvl6pPr>
                      <a:lvl7pPr indent="-546100" fontAlgn="base">
                        <a:spcBef>
                          <a:spcPct val="20000"/>
                        </a:spcBef>
                        <a:spcAft>
                          <a:spcPct val="0"/>
                        </a:spcAft>
                        <a:buClr>
                          <a:schemeClr val="folHlink"/>
                        </a:buClr>
                        <a:buSzPct val="80000"/>
                        <a:buFont typeface="Wingdings" pitchFamily="2" charset="2"/>
                        <a:defRPr>
                          <a:solidFill>
                            <a:schemeClr val="tx1"/>
                          </a:solidFill>
                          <a:latin typeface="Arial" charset="0"/>
                          <a:ea typeface="宋体" pitchFamily="2" charset="-122"/>
                        </a:defRPr>
                      </a:lvl7pPr>
                      <a:lvl8pPr indent="-546100" fontAlgn="base">
                        <a:spcBef>
                          <a:spcPct val="20000"/>
                        </a:spcBef>
                        <a:spcAft>
                          <a:spcPct val="0"/>
                        </a:spcAft>
                        <a:buClr>
                          <a:schemeClr val="folHlink"/>
                        </a:buClr>
                        <a:buSzPct val="80000"/>
                        <a:buFont typeface="Wingdings" pitchFamily="2" charset="2"/>
                        <a:defRPr>
                          <a:solidFill>
                            <a:schemeClr val="tx1"/>
                          </a:solidFill>
                          <a:latin typeface="Arial" charset="0"/>
                          <a:ea typeface="宋体" pitchFamily="2" charset="-122"/>
                        </a:defRPr>
                      </a:lvl8pPr>
                      <a:lvl9pPr indent="-546100" fontAlgn="base">
                        <a:spcBef>
                          <a:spcPct val="20000"/>
                        </a:spcBef>
                        <a:spcAft>
                          <a:spcPct val="0"/>
                        </a:spcAft>
                        <a:buClr>
                          <a:schemeClr val="folHlink"/>
                        </a:buClr>
                        <a:buSzPct val="80000"/>
                        <a:buFont typeface="Wingdings" pitchFamily="2" charset="2"/>
                        <a:defRPr>
                          <a:solidFill>
                            <a:schemeClr val="tx1"/>
                          </a:solidFill>
                          <a:latin typeface="Arial" charset="0"/>
                          <a:ea typeface="宋体" pitchFamily="2" charset="-122"/>
                        </a:defRPr>
                      </a:lvl9pPr>
                    </a:lstStyle>
                    <a:p>
                      <a:pPr marL="0" marR="0" lvl="0" indent="0" algn="ctr" defTabSz="914400" rtl="0" eaLnBrk="1" fontAlgn="base" latinLnBrk="0" hangingPunct="1">
                        <a:lnSpc>
                          <a:spcPct val="100000"/>
                        </a:lnSpc>
                        <a:spcBef>
                          <a:spcPct val="20000"/>
                        </a:spcBef>
                        <a:spcAft>
                          <a:spcPct val="0"/>
                        </a:spcAft>
                        <a:buClr>
                          <a:schemeClr val="tx2"/>
                        </a:buClr>
                        <a:buSzPct val="70000"/>
                        <a:buFont typeface="Wingdings" pitchFamily="2" charset="2"/>
                        <a:buNone/>
                        <a:tabLst/>
                      </a:pPr>
                      <a:r>
                        <a:rPr kumimoji="0" lang="en-US" altLang="zh-CN" sz="2800" b="0" i="0" u="none" strike="noStrike" cap="none" normalizeH="0" baseline="0" smtClean="0">
                          <a:ln>
                            <a:noFill/>
                          </a:ln>
                          <a:solidFill>
                            <a:schemeClr val="tx1"/>
                          </a:solidFill>
                          <a:effectLst/>
                          <a:latin typeface="Times New Roman" pitchFamily="18" charset="0"/>
                          <a:ea typeface="宋体" pitchFamily="2" charset="-122"/>
                        </a:rPr>
                        <a:t>100m</a:t>
                      </a:r>
                    </a:p>
                  </a:txBody>
                  <a:tcPr marT="45688" marB="45688" anchor="ct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buClr>
                          <a:schemeClr val="tx2"/>
                        </a:buClr>
                        <a:buSzPct val="70000"/>
                        <a:buFont typeface="Wingdings" pitchFamily="2" charset="2"/>
                        <a:defRPr sz="2600">
                          <a:solidFill>
                            <a:schemeClr val="tx1"/>
                          </a:solidFill>
                          <a:latin typeface="Arial" charset="0"/>
                          <a:ea typeface="宋体" pitchFamily="2" charset="-122"/>
                        </a:defRPr>
                      </a:lvl1pPr>
                      <a:lvl2pPr indent="-112713">
                        <a:buClr>
                          <a:schemeClr val="accent2"/>
                        </a:buClr>
                        <a:buSzPct val="70000"/>
                        <a:buFont typeface="Wingdings" pitchFamily="2" charset="2"/>
                        <a:defRPr sz="2200">
                          <a:solidFill>
                            <a:schemeClr val="tx1"/>
                          </a:solidFill>
                          <a:latin typeface="Arial" charset="0"/>
                          <a:ea typeface="宋体" pitchFamily="2" charset="-122"/>
                        </a:defRPr>
                      </a:lvl2pPr>
                      <a:lvl3pPr indent="-220663">
                        <a:buClr>
                          <a:schemeClr val="accent1"/>
                        </a:buClr>
                        <a:buSzPct val="70000"/>
                        <a:buFont typeface="Wingdings" pitchFamily="2" charset="2"/>
                        <a:defRPr sz="2100">
                          <a:solidFill>
                            <a:schemeClr val="tx1"/>
                          </a:solidFill>
                          <a:latin typeface="Arial" charset="0"/>
                          <a:ea typeface="宋体" pitchFamily="2" charset="-122"/>
                        </a:defRPr>
                      </a:lvl3pPr>
                      <a:lvl4pPr indent="-382588">
                        <a:buClr>
                          <a:schemeClr val="tx2"/>
                        </a:buClr>
                        <a:buSzPct val="75000"/>
                        <a:buFont typeface="Wingdings" pitchFamily="2" charset="2"/>
                        <a:defRPr>
                          <a:solidFill>
                            <a:schemeClr val="tx1"/>
                          </a:solidFill>
                          <a:latin typeface="Arial" charset="0"/>
                          <a:ea typeface="宋体" pitchFamily="2" charset="-122"/>
                        </a:defRPr>
                      </a:lvl4pPr>
                      <a:lvl5pPr indent="-546100">
                        <a:buClr>
                          <a:schemeClr val="folHlink"/>
                        </a:buClr>
                        <a:buSzPct val="80000"/>
                        <a:buFont typeface="Wingdings" pitchFamily="2" charset="2"/>
                        <a:defRPr>
                          <a:solidFill>
                            <a:schemeClr val="tx1"/>
                          </a:solidFill>
                          <a:latin typeface="Arial" charset="0"/>
                          <a:ea typeface="宋体" pitchFamily="2" charset="-122"/>
                        </a:defRPr>
                      </a:lvl5pPr>
                      <a:lvl6pPr indent="-546100" fontAlgn="base">
                        <a:spcBef>
                          <a:spcPct val="20000"/>
                        </a:spcBef>
                        <a:spcAft>
                          <a:spcPct val="0"/>
                        </a:spcAft>
                        <a:buClr>
                          <a:schemeClr val="folHlink"/>
                        </a:buClr>
                        <a:buSzPct val="80000"/>
                        <a:buFont typeface="Wingdings" pitchFamily="2" charset="2"/>
                        <a:defRPr>
                          <a:solidFill>
                            <a:schemeClr val="tx1"/>
                          </a:solidFill>
                          <a:latin typeface="Arial" charset="0"/>
                          <a:ea typeface="宋体" pitchFamily="2" charset="-122"/>
                        </a:defRPr>
                      </a:lvl6pPr>
                      <a:lvl7pPr indent="-546100" fontAlgn="base">
                        <a:spcBef>
                          <a:spcPct val="20000"/>
                        </a:spcBef>
                        <a:spcAft>
                          <a:spcPct val="0"/>
                        </a:spcAft>
                        <a:buClr>
                          <a:schemeClr val="folHlink"/>
                        </a:buClr>
                        <a:buSzPct val="80000"/>
                        <a:buFont typeface="Wingdings" pitchFamily="2" charset="2"/>
                        <a:defRPr>
                          <a:solidFill>
                            <a:schemeClr val="tx1"/>
                          </a:solidFill>
                          <a:latin typeface="Arial" charset="0"/>
                          <a:ea typeface="宋体" pitchFamily="2" charset="-122"/>
                        </a:defRPr>
                      </a:lvl7pPr>
                      <a:lvl8pPr indent="-546100" fontAlgn="base">
                        <a:spcBef>
                          <a:spcPct val="20000"/>
                        </a:spcBef>
                        <a:spcAft>
                          <a:spcPct val="0"/>
                        </a:spcAft>
                        <a:buClr>
                          <a:schemeClr val="folHlink"/>
                        </a:buClr>
                        <a:buSzPct val="80000"/>
                        <a:buFont typeface="Wingdings" pitchFamily="2" charset="2"/>
                        <a:defRPr>
                          <a:solidFill>
                            <a:schemeClr val="tx1"/>
                          </a:solidFill>
                          <a:latin typeface="Arial" charset="0"/>
                          <a:ea typeface="宋体" pitchFamily="2" charset="-122"/>
                        </a:defRPr>
                      </a:lvl8pPr>
                      <a:lvl9pPr indent="-546100" fontAlgn="base">
                        <a:spcBef>
                          <a:spcPct val="20000"/>
                        </a:spcBef>
                        <a:spcAft>
                          <a:spcPct val="0"/>
                        </a:spcAft>
                        <a:buClr>
                          <a:schemeClr val="folHlink"/>
                        </a:buClr>
                        <a:buSzPct val="80000"/>
                        <a:buFont typeface="Wingdings" pitchFamily="2" charset="2"/>
                        <a:defRPr>
                          <a:solidFill>
                            <a:schemeClr val="tx1"/>
                          </a:solidFill>
                          <a:latin typeface="Arial" charset="0"/>
                          <a:ea typeface="宋体" pitchFamily="2" charset="-122"/>
                        </a:defRPr>
                      </a:lvl9pPr>
                    </a:lstStyle>
                    <a:p>
                      <a:pPr marL="0" marR="0" lvl="0" indent="0" algn="ctr" defTabSz="914400" rtl="0" eaLnBrk="1" fontAlgn="base" latinLnBrk="0" hangingPunct="1">
                        <a:lnSpc>
                          <a:spcPct val="100000"/>
                        </a:lnSpc>
                        <a:spcBef>
                          <a:spcPct val="20000"/>
                        </a:spcBef>
                        <a:spcAft>
                          <a:spcPct val="0"/>
                        </a:spcAft>
                        <a:buClr>
                          <a:schemeClr val="tx2"/>
                        </a:buClr>
                        <a:buSzPct val="70000"/>
                        <a:buFont typeface="Wingdings" pitchFamily="2" charset="2"/>
                        <a:buNone/>
                        <a:tabLst/>
                      </a:pPr>
                      <a:r>
                        <a:rPr kumimoji="0" lang="zh-CN" altLang="en-US" sz="2800" b="0" i="0" u="none" strike="noStrike" cap="none" normalizeH="0" baseline="0" smtClean="0">
                          <a:ln>
                            <a:noFill/>
                          </a:ln>
                          <a:solidFill>
                            <a:schemeClr val="tx1"/>
                          </a:solidFill>
                          <a:effectLst/>
                          <a:latin typeface="Times New Roman" pitchFamily="18" charset="0"/>
                          <a:ea typeface="宋体" pitchFamily="2" charset="-122"/>
                        </a:rPr>
                        <a:t>同一建筑物</a:t>
                      </a:r>
                    </a:p>
                  </a:txBody>
                  <a:tcPr marT="45688" marB="45688"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vMerge="1">
                  <a:txBody>
                    <a:bodyPr/>
                    <a:lstStyle/>
                    <a:p>
                      <a:endParaRPr lang="zh-CN" altLang="en-US"/>
                    </a:p>
                  </a:txBody>
                  <a:tcPr/>
                </a:tc>
              </a:tr>
              <a:tr h="518054">
                <a:tc>
                  <a:txBody>
                    <a:bodyPr/>
                    <a:lstStyle>
                      <a:lvl1pPr>
                        <a:buClr>
                          <a:schemeClr val="tx2"/>
                        </a:buClr>
                        <a:buSzPct val="70000"/>
                        <a:buFont typeface="Wingdings" pitchFamily="2" charset="2"/>
                        <a:defRPr sz="2600">
                          <a:solidFill>
                            <a:schemeClr val="tx1"/>
                          </a:solidFill>
                          <a:latin typeface="Arial" charset="0"/>
                          <a:ea typeface="宋体" pitchFamily="2" charset="-122"/>
                        </a:defRPr>
                      </a:lvl1pPr>
                      <a:lvl2pPr indent="-112713">
                        <a:buClr>
                          <a:schemeClr val="accent2"/>
                        </a:buClr>
                        <a:buSzPct val="70000"/>
                        <a:buFont typeface="Wingdings" pitchFamily="2" charset="2"/>
                        <a:defRPr sz="2200">
                          <a:solidFill>
                            <a:schemeClr val="tx1"/>
                          </a:solidFill>
                          <a:latin typeface="Arial" charset="0"/>
                          <a:ea typeface="宋体" pitchFamily="2" charset="-122"/>
                        </a:defRPr>
                      </a:lvl2pPr>
                      <a:lvl3pPr indent="-220663">
                        <a:buClr>
                          <a:schemeClr val="accent1"/>
                        </a:buClr>
                        <a:buSzPct val="70000"/>
                        <a:buFont typeface="Wingdings" pitchFamily="2" charset="2"/>
                        <a:defRPr sz="2100">
                          <a:solidFill>
                            <a:schemeClr val="tx1"/>
                          </a:solidFill>
                          <a:latin typeface="Arial" charset="0"/>
                          <a:ea typeface="宋体" pitchFamily="2" charset="-122"/>
                        </a:defRPr>
                      </a:lvl3pPr>
                      <a:lvl4pPr indent="-382588">
                        <a:buClr>
                          <a:schemeClr val="tx2"/>
                        </a:buClr>
                        <a:buSzPct val="75000"/>
                        <a:buFont typeface="Wingdings" pitchFamily="2" charset="2"/>
                        <a:defRPr>
                          <a:solidFill>
                            <a:schemeClr val="tx1"/>
                          </a:solidFill>
                          <a:latin typeface="Arial" charset="0"/>
                          <a:ea typeface="宋体" pitchFamily="2" charset="-122"/>
                        </a:defRPr>
                      </a:lvl4pPr>
                      <a:lvl5pPr indent="-546100">
                        <a:buClr>
                          <a:schemeClr val="folHlink"/>
                        </a:buClr>
                        <a:buSzPct val="80000"/>
                        <a:buFont typeface="Wingdings" pitchFamily="2" charset="2"/>
                        <a:defRPr>
                          <a:solidFill>
                            <a:schemeClr val="tx1"/>
                          </a:solidFill>
                          <a:latin typeface="Arial" charset="0"/>
                          <a:ea typeface="宋体" pitchFamily="2" charset="-122"/>
                        </a:defRPr>
                      </a:lvl5pPr>
                      <a:lvl6pPr indent="-546100" fontAlgn="base">
                        <a:spcBef>
                          <a:spcPct val="20000"/>
                        </a:spcBef>
                        <a:spcAft>
                          <a:spcPct val="0"/>
                        </a:spcAft>
                        <a:buClr>
                          <a:schemeClr val="folHlink"/>
                        </a:buClr>
                        <a:buSzPct val="80000"/>
                        <a:buFont typeface="Wingdings" pitchFamily="2" charset="2"/>
                        <a:defRPr>
                          <a:solidFill>
                            <a:schemeClr val="tx1"/>
                          </a:solidFill>
                          <a:latin typeface="Arial" charset="0"/>
                          <a:ea typeface="宋体" pitchFamily="2" charset="-122"/>
                        </a:defRPr>
                      </a:lvl6pPr>
                      <a:lvl7pPr indent="-546100" fontAlgn="base">
                        <a:spcBef>
                          <a:spcPct val="20000"/>
                        </a:spcBef>
                        <a:spcAft>
                          <a:spcPct val="0"/>
                        </a:spcAft>
                        <a:buClr>
                          <a:schemeClr val="folHlink"/>
                        </a:buClr>
                        <a:buSzPct val="80000"/>
                        <a:buFont typeface="Wingdings" pitchFamily="2" charset="2"/>
                        <a:defRPr>
                          <a:solidFill>
                            <a:schemeClr val="tx1"/>
                          </a:solidFill>
                          <a:latin typeface="Arial" charset="0"/>
                          <a:ea typeface="宋体" pitchFamily="2" charset="-122"/>
                        </a:defRPr>
                      </a:lvl7pPr>
                      <a:lvl8pPr indent="-546100" fontAlgn="base">
                        <a:spcBef>
                          <a:spcPct val="20000"/>
                        </a:spcBef>
                        <a:spcAft>
                          <a:spcPct val="0"/>
                        </a:spcAft>
                        <a:buClr>
                          <a:schemeClr val="folHlink"/>
                        </a:buClr>
                        <a:buSzPct val="80000"/>
                        <a:buFont typeface="Wingdings" pitchFamily="2" charset="2"/>
                        <a:defRPr>
                          <a:solidFill>
                            <a:schemeClr val="tx1"/>
                          </a:solidFill>
                          <a:latin typeface="Arial" charset="0"/>
                          <a:ea typeface="宋体" pitchFamily="2" charset="-122"/>
                        </a:defRPr>
                      </a:lvl8pPr>
                      <a:lvl9pPr indent="-546100" fontAlgn="base">
                        <a:spcBef>
                          <a:spcPct val="20000"/>
                        </a:spcBef>
                        <a:spcAft>
                          <a:spcPct val="0"/>
                        </a:spcAft>
                        <a:buClr>
                          <a:schemeClr val="folHlink"/>
                        </a:buClr>
                        <a:buSzPct val="80000"/>
                        <a:buFont typeface="Wingdings" pitchFamily="2" charset="2"/>
                        <a:defRPr>
                          <a:solidFill>
                            <a:schemeClr val="tx1"/>
                          </a:solidFill>
                          <a:latin typeface="Arial" charset="0"/>
                          <a:ea typeface="宋体" pitchFamily="2" charset="-122"/>
                        </a:defRPr>
                      </a:lvl9pPr>
                    </a:lstStyle>
                    <a:p>
                      <a:pPr marL="0" marR="0" lvl="0" indent="0" algn="ctr" defTabSz="914400" rtl="0" eaLnBrk="1" fontAlgn="base" latinLnBrk="0" hangingPunct="1">
                        <a:lnSpc>
                          <a:spcPct val="100000"/>
                        </a:lnSpc>
                        <a:spcBef>
                          <a:spcPct val="20000"/>
                        </a:spcBef>
                        <a:spcAft>
                          <a:spcPct val="0"/>
                        </a:spcAft>
                        <a:buClr>
                          <a:schemeClr val="tx2"/>
                        </a:buClr>
                        <a:buSzPct val="70000"/>
                        <a:buFont typeface="Wingdings" pitchFamily="2" charset="2"/>
                        <a:buNone/>
                        <a:tabLst/>
                      </a:pPr>
                      <a:r>
                        <a:rPr kumimoji="0" lang="en-US" altLang="zh-CN" sz="2800" b="0" i="0" u="none" strike="noStrike" cap="none" normalizeH="0" baseline="0" smtClean="0">
                          <a:ln>
                            <a:noFill/>
                          </a:ln>
                          <a:solidFill>
                            <a:schemeClr val="tx1"/>
                          </a:solidFill>
                          <a:effectLst/>
                          <a:latin typeface="Times New Roman" pitchFamily="18" charset="0"/>
                          <a:ea typeface="宋体" pitchFamily="2" charset="-122"/>
                        </a:rPr>
                        <a:t>1 km</a:t>
                      </a:r>
                    </a:p>
                  </a:txBody>
                  <a:tcPr marT="45688" marB="45688" anchor="ct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buClr>
                          <a:schemeClr val="tx2"/>
                        </a:buClr>
                        <a:buSzPct val="70000"/>
                        <a:buFont typeface="Wingdings" pitchFamily="2" charset="2"/>
                        <a:defRPr sz="2600">
                          <a:solidFill>
                            <a:schemeClr val="tx1"/>
                          </a:solidFill>
                          <a:latin typeface="Arial" charset="0"/>
                          <a:ea typeface="宋体" pitchFamily="2" charset="-122"/>
                        </a:defRPr>
                      </a:lvl1pPr>
                      <a:lvl2pPr indent="-112713">
                        <a:buClr>
                          <a:schemeClr val="accent2"/>
                        </a:buClr>
                        <a:buSzPct val="70000"/>
                        <a:buFont typeface="Wingdings" pitchFamily="2" charset="2"/>
                        <a:defRPr sz="2200">
                          <a:solidFill>
                            <a:schemeClr val="tx1"/>
                          </a:solidFill>
                          <a:latin typeface="Arial" charset="0"/>
                          <a:ea typeface="宋体" pitchFamily="2" charset="-122"/>
                        </a:defRPr>
                      </a:lvl2pPr>
                      <a:lvl3pPr indent="-220663">
                        <a:buClr>
                          <a:schemeClr val="accent1"/>
                        </a:buClr>
                        <a:buSzPct val="70000"/>
                        <a:buFont typeface="Wingdings" pitchFamily="2" charset="2"/>
                        <a:defRPr sz="2100">
                          <a:solidFill>
                            <a:schemeClr val="tx1"/>
                          </a:solidFill>
                          <a:latin typeface="Arial" charset="0"/>
                          <a:ea typeface="宋体" pitchFamily="2" charset="-122"/>
                        </a:defRPr>
                      </a:lvl3pPr>
                      <a:lvl4pPr indent="-382588">
                        <a:buClr>
                          <a:schemeClr val="tx2"/>
                        </a:buClr>
                        <a:buSzPct val="75000"/>
                        <a:buFont typeface="Wingdings" pitchFamily="2" charset="2"/>
                        <a:defRPr>
                          <a:solidFill>
                            <a:schemeClr val="tx1"/>
                          </a:solidFill>
                          <a:latin typeface="Arial" charset="0"/>
                          <a:ea typeface="宋体" pitchFamily="2" charset="-122"/>
                        </a:defRPr>
                      </a:lvl4pPr>
                      <a:lvl5pPr indent="-546100">
                        <a:buClr>
                          <a:schemeClr val="folHlink"/>
                        </a:buClr>
                        <a:buSzPct val="80000"/>
                        <a:buFont typeface="Wingdings" pitchFamily="2" charset="2"/>
                        <a:defRPr>
                          <a:solidFill>
                            <a:schemeClr val="tx1"/>
                          </a:solidFill>
                          <a:latin typeface="Arial" charset="0"/>
                          <a:ea typeface="宋体" pitchFamily="2" charset="-122"/>
                        </a:defRPr>
                      </a:lvl5pPr>
                      <a:lvl6pPr indent="-546100" fontAlgn="base">
                        <a:spcBef>
                          <a:spcPct val="20000"/>
                        </a:spcBef>
                        <a:spcAft>
                          <a:spcPct val="0"/>
                        </a:spcAft>
                        <a:buClr>
                          <a:schemeClr val="folHlink"/>
                        </a:buClr>
                        <a:buSzPct val="80000"/>
                        <a:buFont typeface="Wingdings" pitchFamily="2" charset="2"/>
                        <a:defRPr>
                          <a:solidFill>
                            <a:schemeClr val="tx1"/>
                          </a:solidFill>
                          <a:latin typeface="Arial" charset="0"/>
                          <a:ea typeface="宋体" pitchFamily="2" charset="-122"/>
                        </a:defRPr>
                      </a:lvl6pPr>
                      <a:lvl7pPr indent="-546100" fontAlgn="base">
                        <a:spcBef>
                          <a:spcPct val="20000"/>
                        </a:spcBef>
                        <a:spcAft>
                          <a:spcPct val="0"/>
                        </a:spcAft>
                        <a:buClr>
                          <a:schemeClr val="folHlink"/>
                        </a:buClr>
                        <a:buSzPct val="80000"/>
                        <a:buFont typeface="Wingdings" pitchFamily="2" charset="2"/>
                        <a:defRPr>
                          <a:solidFill>
                            <a:schemeClr val="tx1"/>
                          </a:solidFill>
                          <a:latin typeface="Arial" charset="0"/>
                          <a:ea typeface="宋体" pitchFamily="2" charset="-122"/>
                        </a:defRPr>
                      </a:lvl7pPr>
                      <a:lvl8pPr indent="-546100" fontAlgn="base">
                        <a:spcBef>
                          <a:spcPct val="20000"/>
                        </a:spcBef>
                        <a:spcAft>
                          <a:spcPct val="0"/>
                        </a:spcAft>
                        <a:buClr>
                          <a:schemeClr val="folHlink"/>
                        </a:buClr>
                        <a:buSzPct val="80000"/>
                        <a:buFont typeface="Wingdings" pitchFamily="2" charset="2"/>
                        <a:defRPr>
                          <a:solidFill>
                            <a:schemeClr val="tx1"/>
                          </a:solidFill>
                          <a:latin typeface="Arial" charset="0"/>
                          <a:ea typeface="宋体" pitchFamily="2" charset="-122"/>
                        </a:defRPr>
                      </a:lvl8pPr>
                      <a:lvl9pPr indent="-546100" fontAlgn="base">
                        <a:spcBef>
                          <a:spcPct val="20000"/>
                        </a:spcBef>
                        <a:spcAft>
                          <a:spcPct val="0"/>
                        </a:spcAft>
                        <a:buClr>
                          <a:schemeClr val="folHlink"/>
                        </a:buClr>
                        <a:buSzPct val="80000"/>
                        <a:buFont typeface="Wingdings" pitchFamily="2" charset="2"/>
                        <a:defRPr>
                          <a:solidFill>
                            <a:schemeClr val="tx1"/>
                          </a:solidFill>
                          <a:latin typeface="Arial" charset="0"/>
                          <a:ea typeface="宋体" pitchFamily="2" charset="-122"/>
                        </a:defRPr>
                      </a:lvl9pPr>
                    </a:lstStyle>
                    <a:p>
                      <a:pPr marL="0" marR="0" lvl="0" indent="0" algn="ctr" defTabSz="914400" rtl="0" eaLnBrk="1" fontAlgn="base" latinLnBrk="0" hangingPunct="1">
                        <a:lnSpc>
                          <a:spcPct val="100000"/>
                        </a:lnSpc>
                        <a:spcBef>
                          <a:spcPct val="20000"/>
                        </a:spcBef>
                        <a:spcAft>
                          <a:spcPct val="0"/>
                        </a:spcAft>
                        <a:buClr>
                          <a:schemeClr val="tx2"/>
                        </a:buClr>
                        <a:buSzPct val="70000"/>
                        <a:buFont typeface="Wingdings" pitchFamily="2" charset="2"/>
                        <a:buNone/>
                        <a:tabLst/>
                      </a:pPr>
                      <a:r>
                        <a:rPr kumimoji="0" lang="zh-CN" altLang="en-US" sz="2800" b="0" i="0" u="none" strike="noStrike" cap="none" normalizeH="0" baseline="0" smtClean="0">
                          <a:ln>
                            <a:noFill/>
                          </a:ln>
                          <a:solidFill>
                            <a:schemeClr val="tx1"/>
                          </a:solidFill>
                          <a:effectLst/>
                          <a:latin typeface="Times New Roman" pitchFamily="18" charset="0"/>
                          <a:ea typeface="宋体" pitchFamily="2" charset="-122"/>
                        </a:rPr>
                        <a:t>同一园区</a:t>
                      </a:r>
                    </a:p>
                  </a:txBody>
                  <a:tcPr marT="45688" marB="45688"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vMerge="1">
                  <a:txBody>
                    <a:bodyPr/>
                    <a:lstStyle/>
                    <a:p>
                      <a:endParaRPr lang="zh-CN" altLang="en-US"/>
                    </a:p>
                  </a:txBody>
                  <a:tcPr/>
                </a:tc>
              </a:tr>
              <a:tr h="518054">
                <a:tc>
                  <a:txBody>
                    <a:bodyPr/>
                    <a:lstStyle>
                      <a:lvl1pPr>
                        <a:buClr>
                          <a:schemeClr val="tx2"/>
                        </a:buClr>
                        <a:buSzPct val="70000"/>
                        <a:buFont typeface="Wingdings" pitchFamily="2" charset="2"/>
                        <a:defRPr sz="2600">
                          <a:solidFill>
                            <a:schemeClr val="tx1"/>
                          </a:solidFill>
                          <a:latin typeface="Arial" charset="0"/>
                          <a:ea typeface="宋体" pitchFamily="2" charset="-122"/>
                        </a:defRPr>
                      </a:lvl1pPr>
                      <a:lvl2pPr indent="-112713">
                        <a:buClr>
                          <a:schemeClr val="accent2"/>
                        </a:buClr>
                        <a:buSzPct val="70000"/>
                        <a:buFont typeface="Wingdings" pitchFamily="2" charset="2"/>
                        <a:defRPr sz="2200">
                          <a:solidFill>
                            <a:schemeClr val="tx1"/>
                          </a:solidFill>
                          <a:latin typeface="Arial" charset="0"/>
                          <a:ea typeface="宋体" pitchFamily="2" charset="-122"/>
                        </a:defRPr>
                      </a:lvl2pPr>
                      <a:lvl3pPr indent="-220663">
                        <a:buClr>
                          <a:schemeClr val="accent1"/>
                        </a:buClr>
                        <a:buSzPct val="70000"/>
                        <a:buFont typeface="Wingdings" pitchFamily="2" charset="2"/>
                        <a:defRPr sz="2100">
                          <a:solidFill>
                            <a:schemeClr val="tx1"/>
                          </a:solidFill>
                          <a:latin typeface="Arial" charset="0"/>
                          <a:ea typeface="宋体" pitchFamily="2" charset="-122"/>
                        </a:defRPr>
                      </a:lvl3pPr>
                      <a:lvl4pPr indent="-382588">
                        <a:buClr>
                          <a:schemeClr val="tx2"/>
                        </a:buClr>
                        <a:buSzPct val="75000"/>
                        <a:buFont typeface="Wingdings" pitchFamily="2" charset="2"/>
                        <a:defRPr>
                          <a:solidFill>
                            <a:schemeClr val="tx1"/>
                          </a:solidFill>
                          <a:latin typeface="Arial" charset="0"/>
                          <a:ea typeface="宋体" pitchFamily="2" charset="-122"/>
                        </a:defRPr>
                      </a:lvl4pPr>
                      <a:lvl5pPr indent="-546100">
                        <a:buClr>
                          <a:schemeClr val="folHlink"/>
                        </a:buClr>
                        <a:buSzPct val="80000"/>
                        <a:buFont typeface="Wingdings" pitchFamily="2" charset="2"/>
                        <a:defRPr>
                          <a:solidFill>
                            <a:schemeClr val="tx1"/>
                          </a:solidFill>
                          <a:latin typeface="Arial" charset="0"/>
                          <a:ea typeface="宋体" pitchFamily="2" charset="-122"/>
                        </a:defRPr>
                      </a:lvl5pPr>
                      <a:lvl6pPr indent="-546100" fontAlgn="base">
                        <a:spcBef>
                          <a:spcPct val="20000"/>
                        </a:spcBef>
                        <a:spcAft>
                          <a:spcPct val="0"/>
                        </a:spcAft>
                        <a:buClr>
                          <a:schemeClr val="folHlink"/>
                        </a:buClr>
                        <a:buSzPct val="80000"/>
                        <a:buFont typeface="Wingdings" pitchFamily="2" charset="2"/>
                        <a:defRPr>
                          <a:solidFill>
                            <a:schemeClr val="tx1"/>
                          </a:solidFill>
                          <a:latin typeface="Arial" charset="0"/>
                          <a:ea typeface="宋体" pitchFamily="2" charset="-122"/>
                        </a:defRPr>
                      </a:lvl6pPr>
                      <a:lvl7pPr indent="-546100" fontAlgn="base">
                        <a:spcBef>
                          <a:spcPct val="20000"/>
                        </a:spcBef>
                        <a:spcAft>
                          <a:spcPct val="0"/>
                        </a:spcAft>
                        <a:buClr>
                          <a:schemeClr val="folHlink"/>
                        </a:buClr>
                        <a:buSzPct val="80000"/>
                        <a:buFont typeface="Wingdings" pitchFamily="2" charset="2"/>
                        <a:defRPr>
                          <a:solidFill>
                            <a:schemeClr val="tx1"/>
                          </a:solidFill>
                          <a:latin typeface="Arial" charset="0"/>
                          <a:ea typeface="宋体" pitchFamily="2" charset="-122"/>
                        </a:defRPr>
                      </a:lvl7pPr>
                      <a:lvl8pPr indent="-546100" fontAlgn="base">
                        <a:spcBef>
                          <a:spcPct val="20000"/>
                        </a:spcBef>
                        <a:spcAft>
                          <a:spcPct val="0"/>
                        </a:spcAft>
                        <a:buClr>
                          <a:schemeClr val="folHlink"/>
                        </a:buClr>
                        <a:buSzPct val="80000"/>
                        <a:buFont typeface="Wingdings" pitchFamily="2" charset="2"/>
                        <a:defRPr>
                          <a:solidFill>
                            <a:schemeClr val="tx1"/>
                          </a:solidFill>
                          <a:latin typeface="Arial" charset="0"/>
                          <a:ea typeface="宋体" pitchFamily="2" charset="-122"/>
                        </a:defRPr>
                      </a:lvl8pPr>
                      <a:lvl9pPr indent="-546100" fontAlgn="base">
                        <a:spcBef>
                          <a:spcPct val="20000"/>
                        </a:spcBef>
                        <a:spcAft>
                          <a:spcPct val="0"/>
                        </a:spcAft>
                        <a:buClr>
                          <a:schemeClr val="folHlink"/>
                        </a:buClr>
                        <a:buSzPct val="80000"/>
                        <a:buFont typeface="Wingdings" pitchFamily="2" charset="2"/>
                        <a:defRPr>
                          <a:solidFill>
                            <a:schemeClr val="tx1"/>
                          </a:solidFill>
                          <a:latin typeface="Arial" charset="0"/>
                          <a:ea typeface="宋体" pitchFamily="2" charset="-122"/>
                        </a:defRPr>
                      </a:lvl9pPr>
                    </a:lstStyle>
                    <a:p>
                      <a:pPr marL="0" marR="0" lvl="0" indent="0" algn="ctr" defTabSz="914400" rtl="0" eaLnBrk="1" fontAlgn="base" latinLnBrk="0" hangingPunct="1">
                        <a:lnSpc>
                          <a:spcPct val="100000"/>
                        </a:lnSpc>
                        <a:spcBef>
                          <a:spcPct val="20000"/>
                        </a:spcBef>
                        <a:spcAft>
                          <a:spcPct val="0"/>
                        </a:spcAft>
                        <a:buClr>
                          <a:schemeClr val="tx2"/>
                        </a:buClr>
                        <a:buSzPct val="70000"/>
                        <a:buFont typeface="Wingdings" pitchFamily="2" charset="2"/>
                        <a:buNone/>
                        <a:tabLst/>
                      </a:pPr>
                      <a:r>
                        <a:rPr kumimoji="0" lang="en-US" altLang="zh-CN" sz="2800" b="0" i="0" u="none" strike="noStrike" cap="none" normalizeH="0" baseline="0" smtClean="0">
                          <a:ln>
                            <a:noFill/>
                          </a:ln>
                          <a:solidFill>
                            <a:schemeClr val="tx1"/>
                          </a:solidFill>
                          <a:effectLst/>
                          <a:latin typeface="Times New Roman" pitchFamily="18" charset="0"/>
                          <a:ea typeface="宋体" pitchFamily="2" charset="-122"/>
                        </a:rPr>
                        <a:t>10 km</a:t>
                      </a:r>
                    </a:p>
                  </a:txBody>
                  <a:tcPr marT="45688" marB="45688" anchor="ct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buClr>
                          <a:schemeClr val="tx2"/>
                        </a:buClr>
                        <a:buSzPct val="70000"/>
                        <a:buFont typeface="Wingdings" pitchFamily="2" charset="2"/>
                        <a:defRPr sz="2600">
                          <a:solidFill>
                            <a:schemeClr val="tx1"/>
                          </a:solidFill>
                          <a:latin typeface="Arial" charset="0"/>
                          <a:ea typeface="宋体" pitchFamily="2" charset="-122"/>
                        </a:defRPr>
                      </a:lvl1pPr>
                      <a:lvl2pPr indent="-112713">
                        <a:buClr>
                          <a:schemeClr val="accent2"/>
                        </a:buClr>
                        <a:buSzPct val="70000"/>
                        <a:buFont typeface="Wingdings" pitchFamily="2" charset="2"/>
                        <a:defRPr sz="2200">
                          <a:solidFill>
                            <a:schemeClr val="tx1"/>
                          </a:solidFill>
                          <a:latin typeface="Arial" charset="0"/>
                          <a:ea typeface="宋体" pitchFamily="2" charset="-122"/>
                        </a:defRPr>
                      </a:lvl2pPr>
                      <a:lvl3pPr indent="-220663">
                        <a:buClr>
                          <a:schemeClr val="accent1"/>
                        </a:buClr>
                        <a:buSzPct val="70000"/>
                        <a:buFont typeface="Wingdings" pitchFamily="2" charset="2"/>
                        <a:defRPr sz="2100">
                          <a:solidFill>
                            <a:schemeClr val="tx1"/>
                          </a:solidFill>
                          <a:latin typeface="Arial" charset="0"/>
                          <a:ea typeface="宋体" pitchFamily="2" charset="-122"/>
                        </a:defRPr>
                      </a:lvl3pPr>
                      <a:lvl4pPr indent="-382588">
                        <a:buClr>
                          <a:schemeClr val="tx2"/>
                        </a:buClr>
                        <a:buSzPct val="75000"/>
                        <a:buFont typeface="Wingdings" pitchFamily="2" charset="2"/>
                        <a:defRPr>
                          <a:solidFill>
                            <a:schemeClr val="tx1"/>
                          </a:solidFill>
                          <a:latin typeface="Arial" charset="0"/>
                          <a:ea typeface="宋体" pitchFamily="2" charset="-122"/>
                        </a:defRPr>
                      </a:lvl4pPr>
                      <a:lvl5pPr indent="-546100">
                        <a:buClr>
                          <a:schemeClr val="folHlink"/>
                        </a:buClr>
                        <a:buSzPct val="80000"/>
                        <a:buFont typeface="Wingdings" pitchFamily="2" charset="2"/>
                        <a:defRPr>
                          <a:solidFill>
                            <a:schemeClr val="tx1"/>
                          </a:solidFill>
                          <a:latin typeface="Arial" charset="0"/>
                          <a:ea typeface="宋体" pitchFamily="2" charset="-122"/>
                        </a:defRPr>
                      </a:lvl5pPr>
                      <a:lvl6pPr indent="-546100" fontAlgn="base">
                        <a:spcBef>
                          <a:spcPct val="20000"/>
                        </a:spcBef>
                        <a:spcAft>
                          <a:spcPct val="0"/>
                        </a:spcAft>
                        <a:buClr>
                          <a:schemeClr val="folHlink"/>
                        </a:buClr>
                        <a:buSzPct val="80000"/>
                        <a:buFont typeface="Wingdings" pitchFamily="2" charset="2"/>
                        <a:defRPr>
                          <a:solidFill>
                            <a:schemeClr val="tx1"/>
                          </a:solidFill>
                          <a:latin typeface="Arial" charset="0"/>
                          <a:ea typeface="宋体" pitchFamily="2" charset="-122"/>
                        </a:defRPr>
                      </a:lvl6pPr>
                      <a:lvl7pPr indent="-546100" fontAlgn="base">
                        <a:spcBef>
                          <a:spcPct val="20000"/>
                        </a:spcBef>
                        <a:spcAft>
                          <a:spcPct val="0"/>
                        </a:spcAft>
                        <a:buClr>
                          <a:schemeClr val="folHlink"/>
                        </a:buClr>
                        <a:buSzPct val="80000"/>
                        <a:buFont typeface="Wingdings" pitchFamily="2" charset="2"/>
                        <a:defRPr>
                          <a:solidFill>
                            <a:schemeClr val="tx1"/>
                          </a:solidFill>
                          <a:latin typeface="Arial" charset="0"/>
                          <a:ea typeface="宋体" pitchFamily="2" charset="-122"/>
                        </a:defRPr>
                      </a:lvl7pPr>
                      <a:lvl8pPr indent="-546100" fontAlgn="base">
                        <a:spcBef>
                          <a:spcPct val="20000"/>
                        </a:spcBef>
                        <a:spcAft>
                          <a:spcPct val="0"/>
                        </a:spcAft>
                        <a:buClr>
                          <a:schemeClr val="folHlink"/>
                        </a:buClr>
                        <a:buSzPct val="80000"/>
                        <a:buFont typeface="Wingdings" pitchFamily="2" charset="2"/>
                        <a:defRPr>
                          <a:solidFill>
                            <a:schemeClr val="tx1"/>
                          </a:solidFill>
                          <a:latin typeface="Arial" charset="0"/>
                          <a:ea typeface="宋体" pitchFamily="2" charset="-122"/>
                        </a:defRPr>
                      </a:lvl8pPr>
                      <a:lvl9pPr indent="-546100" fontAlgn="base">
                        <a:spcBef>
                          <a:spcPct val="20000"/>
                        </a:spcBef>
                        <a:spcAft>
                          <a:spcPct val="0"/>
                        </a:spcAft>
                        <a:buClr>
                          <a:schemeClr val="folHlink"/>
                        </a:buClr>
                        <a:buSzPct val="80000"/>
                        <a:buFont typeface="Wingdings" pitchFamily="2" charset="2"/>
                        <a:defRPr>
                          <a:solidFill>
                            <a:schemeClr val="tx1"/>
                          </a:solidFill>
                          <a:latin typeface="Arial" charset="0"/>
                          <a:ea typeface="宋体" pitchFamily="2" charset="-122"/>
                        </a:defRPr>
                      </a:lvl9pPr>
                    </a:lstStyle>
                    <a:p>
                      <a:pPr marL="0" marR="0" lvl="0" indent="0" algn="ctr" defTabSz="914400" rtl="0" eaLnBrk="1" fontAlgn="base" latinLnBrk="0" hangingPunct="1">
                        <a:lnSpc>
                          <a:spcPct val="100000"/>
                        </a:lnSpc>
                        <a:spcBef>
                          <a:spcPct val="20000"/>
                        </a:spcBef>
                        <a:spcAft>
                          <a:spcPct val="0"/>
                        </a:spcAft>
                        <a:buClr>
                          <a:schemeClr val="tx2"/>
                        </a:buClr>
                        <a:buSzPct val="70000"/>
                        <a:buFont typeface="Wingdings" pitchFamily="2" charset="2"/>
                        <a:buNone/>
                        <a:tabLst/>
                      </a:pPr>
                      <a:r>
                        <a:rPr kumimoji="0" lang="zh-CN" altLang="en-US" sz="2800" b="0" i="0" u="none" strike="noStrike" cap="none" normalizeH="0" baseline="0" smtClean="0">
                          <a:ln>
                            <a:noFill/>
                          </a:ln>
                          <a:solidFill>
                            <a:schemeClr val="tx1"/>
                          </a:solidFill>
                          <a:effectLst/>
                          <a:latin typeface="Times New Roman" pitchFamily="18" charset="0"/>
                          <a:ea typeface="宋体" pitchFamily="2" charset="-122"/>
                        </a:rPr>
                        <a:t>同一城市</a:t>
                      </a:r>
                    </a:p>
                  </a:txBody>
                  <a:tcPr marT="45688" marB="45688"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buClr>
                          <a:schemeClr val="tx2"/>
                        </a:buClr>
                        <a:buSzPct val="70000"/>
                        <a:buFont typeface="Wingdings" pitchFamily="2" charset="2"/>
                        <a:defRPr sz="2600">
                          <a:solidFill>
                            <a:schemeClr val="tx1"/>
                          </a:solidFill>
                          <a:latin typeface="Arial" charset="0"/>
                          <a:ea typeface="宋体" pitchFamily="2" charset="-122"/>
                        </a:defRPr>
                      </a:lvl1pPr>
                      <a:lvl2pPr indent="-112713">
                        <a:buClr>
                          <a:schemeClr val="accent2"/>
                        </a:buClr>
                        <a:buSzPct val="70000"/>
                        <a:buFont typeface="Wingdings" pitchFamily="2" charset="2"/>
                        <a:defRPr sz="2200">
                          <a:solidFill>
                            <a:schemeClr val="tx1"/>
                          </a:solidFill>
                          <a:latin typeface="Arial" charset="0"/>
                          <a:ea typeface="宋体" pitchFamily="2" charset="-122"/>
                        </a:defRPr>
                      </a:lvl2pPr>
                      <a:lvl3pPr indent="-220663">
                        <a:buClr>
                          <a:schemeClr val="accent1"/>
                        </a:buClr>
                        <a:buSzPct val="70000"/>
                        <a:buFont typeface="Wingdings" pitchFamily="2" charset="2"/>
                        <a:defRPr sz="2100">
                          <a:solidFill>
                            <a:schemeClr val="tx1"/>
                          </a:solidFill>
                          <a:latin typeface="Arial" charset="0"/>
                          <a:ea typeface="宋体" pitchFamily="2" charset="-122"/>
                        </a:defRPr>
                      </a:lvl3pPr>
                      <a:lvl4pPr indent="-382588">
                        <a:buClr>
                          <a:schemeClr val="tx2"/>
                        </a:buClr>
                        <a:buSzPct val="75000"/>
                        <a:buFont typeface="Wingdings" pitchFamily="2" charset="2"/>
                        <a:defRPr>
                          <a:solidFill>
                            <a:schemeClr val="tx1"/>
                          </a:solidFill>
                          <a:latin typeface="Arial" charset="0"/>
                          <a:ea typeface="宋体" pitchFamily="2" charset="-122"/>
                        </a:defRPr>
                      </a:lvl4pPr>
                      <a:lvl5pPr indent="-546100">
                        <a:buClr>
                          <a:schemeClr val="folHlink"/>
                        </a:buClr>
                        <a:buSzPct val="80000"/>
                        <a:buFont typeface="Wingdings" pitchFamily="2" charset="2"/>
                        <a:defRPr>
                          <a:solidFill>
                            <a:schemeClr val="tx1"/>
                          </a:solidFill>
                          <a:latin typeface="Arial" charset="0"/>
                          <a:ea typeface="宋体" pitchFamily="2" charset="-122"/>
                        </a:defRPr>
                      </a:lvl5pPr>
                      <a:lvl6pPr indent="-546100" fontAlgn="base">
                        <a:spcBef>
                          <a:spcPct val="20000"/>
                        </a:spcBef>
                        <a:spcAft>
                          <a:spcPct val="0"/>
                        </a:spcAft>
                        <a:buClr>
                          <a:schemeClr val="folHlink"/>
                        </a:buClr>
                        <a:buSzPct val="80000"/>
                        <a:buFont typeface="Wingdings" pitchFamily="2" charset="2"/>
                        <a:defRPr>
                          <a:solidFill>
                            <a:schemeClr val="tx1"/>
                          </a:solidFill>
                          <a:latin typeface="Arial" charset="0"/>
                          <a:ea typeface="宋体" pitchFamily="2" charset="-122"/>
                        </a:defRPr>
                      </a:lvl6pPr>
                      <a:lvl7pPr indent="-546100" fontAlgn="base">
                        <a:spcBef>
                          <a:spcPct val="20000"/>
                        </a:spcBef>
                        <a:spcAft>
                          <a:spcPct val="0"/>
                        </a:spcAft>
                        <a:buClr>
                          <a:schemeClr val="folHlink"/>
                        </a:buClr>
                        <a:buSzPct val="80000"/>
                        <a:buFont typeface="Wingdings" pitchFamily="2" charset="2"/>
                        <a:defRPr>
                          <a:solidFill>
                            <a:schemeClr val="tx1"/>
                          </a:solidFill>
                          <a:latin typeface="Arial" charset="0"/>
                          <a:ea typeface="宋体" pitchFamily="2" charset="-122"/>
                        </a:defRPr>
                      </a:lvl7pPr>
                      <a:lvl8pPr indent="-546100" fontAlgn="base">
                        <a:spcBef>
                          <a:spcPct val="20000"/>
                        </a:spcBef>
                        <a:spcAft>
                          <a:spcPct val="0"/>
                        </a:spcAft>
                        <a:buClr>
                          <a:schemeClr val="folHlink"/>
                        </a:buClr>
                        <a:buSzPct val="80000"/>
                        <a:buFont typeface="Wingdings" pitchFamily="2" charset="2"/>
                        <a:defRPr>
                          <a:solidFill>
                            <a:schemeClr val="tx1"/>
                          </a:solidFill>
                          <a:latin typeface="Arial" charset="0"/>
                          <a:ea typeface="宋体" pitchFamily="2" charset="-122"/>
                        </a:defRPr>
                      </a:lvl8pPr>
                      <a:lvl9pPr indent="-546100" fontAlgn="base">
                        <a:spcBef>
                          <a:spcPct val="20000"/>
                        </a:spcBef>
                        <a:spcAft>
                          <a:spcPct val="0"/>
                        </a:spcAft>
                        <a:buClr>
                          <a:schemeClr val="folHlink"/>
                        </a:buClr>
                        <a:buSzPct val="80000"/>
                        <a:buFont typeface="Wingdings" pitchFamily="2" charset="2"/>
                        <a:defRPr>
                          <a:solidFill>
                            <a:schemeClr val="tx1"/>
                          </a:solidFill>
                          <a:latin typeface="Arial" charset="0"/>
                          <a:ea typeface="宋体" pitchFamily="2" charset="-122"/>
                        </a:defRPr>
                      </a:lvl9pPr>
                    </a:lstStyle>
                    <a:p>
                      <a:pPr marL="0" marR="0" lvl="0" indent="0" algn="ctr" defTabSz="914400" rtl="0" eaLnBrk="1" fontAlgn="base" latinLnBrk="0" hangingPunct="1">
                        <a:lnSpc>
                          <a:spcPct val="100000"/>
                        </a:lnSpc>
                        <a:spcBef>
                          <a:spcPct val="20000"/>
                        </a:spcBef>
                        <a:spcAft>
                          <a:spcPct val="0"/>
                        </a:spcAft>
                        <a:buClr>
                          <a:schemeClr val="tx2"/>
                        </a:buClr>
                        <a:buSzPct val="70000"/>
                        <a:buFont typeface="Wingdings" pitchFamily="2" charset="2"/>
                        <a:buNone/>
                        <a:tabLst/>
                      </a:pPr>
                      <a:r>
                        <a:rPr kumimoji="0" lang="zh-CN" altLang="en-US" sz="2800" b="0" i="0" u="none" strike="noStrike" cap="none" normalizeH="0" baseline="0" smtClean="0">
                          <a:ln>
                            <a:noFill/>
                          </a:ln>
                          <a:solidFill>
                            <a:schemeClr val="tx1"/>
                          </a:solidFill>
                          <a:effectLst/>
                          <a:latin typeface="Times New Roman" pitchFamily="18" charset="0"/>
                          <a:ea typeface="宋体" pitchFamily="2" charset="-122"/>
                        </a:rPr>
                        <a:t>城域网</a:t>
                      </a:r>
                    </a:p>
                  </a:txBody>
                  <a:tcPr marT="45688" marB="45688"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r>
              <a:tr h="518054">
                <a:tc>
                  <a:txBody>
                    <a:bodyPr/>
                    <a:lstStyle>
                      <a:lvl1pPr>
                        <a:buClr>
                          <a:schemeClr val="tx2"/>
                        </a:buClr>
                        <a:buSzPct val="70000"/>
                        <a:buFont typeface="Wingdings" pitchFamily="2" charset="2"/>
                        <a:defRPr sz="2600">
                          <a:solidFill>
                            <a:schemeClr val="tx1"/>
                          </a:solidFill>
                          <a:latin typeface="Arial" charset="0"/>
                          <a:ea typeface="宋体" pitchFamily="2" charset="-122"/>
                        </a:defRPr>
                      </a:lvl1pPr>
                      <a:lvl2pPr indent="-112713">
                        <a:buClr>
                          <a:schemeClr val="accent2"/>
                        </a:buClr>
                        <a:buSzPct val="70000"/>
                        <a:buFont typeface="Wingdings" pitchFamily="2" charset="2"/>
                        <a:defRPr sz="2200">
                          <a:solidFill>
                            <a:schemeClr val="tx1"/>
                          </a:solidFill>
                          <a:latin typeface="Arial" charset="0"/>
                          <a:ea typeface="宋体" pitchFamily="2" charset="-122"/>
                        </a:defRPr>
                      </a:lvl2pPr>
                      <a:lvl3pPr indent="-220663">
                        <a:buClr>
                          <a:schemeClr val="accent1"/>
                        </a:buClr>
                        <a:buSzPct val="70000"/>
                        <a:buFont typeface="Wingdings" pitchFamily="2" charset="2"/>
                        <a:defRPr sz="2100">
                          <a:solidFill>
                            <a:schemeClr val="tx1"/>
                          </a:solidFill>
                          <a:latin typeface="Arial" charset="0"/>
                          <a:ea typeface="宋体" pitchFamily="2" charset="-122"/>
                        </a:defRPr>
                      </a:lvl3pPr>
                      <a:lvl4pPr indent="-382588">
                        <a:buClr>
                          <a:schemeClr val="tx2"/>
                        </a:buClr>
                        <a:buSzPct val="75000"/>
                        <a:buFont typeface="Wingdings" pitchFamily="2" charset="2"/>
                        <a:defRPr>
                          <a:solidFill>
                            <a:schemeClr val="tx1"/>
                          </a:solidFill>
                          <a:latin typeface="Arial" charset="0"/>
                          <a:ea typeface="宋体" pitchFamily="2" charset="-122"/>
                        </a:defRPr>
                      </a:lvl4pPr>
                      <a:lvl5pPr indent="-546100">
                        <a:buClr>
                          <a:schemeClr val="folHlink"/>
                        </a:buClr>
                        <a:buSzPct val="80000"/>
                        <a:buFont typeface="Wingdings" pitchFamily="2" charset="2"/>
                        <a:defRPr>
                          <a:solidFill>
                            <a:schemeClr val="tx1"/>
                          </a:solidFill>
                          <a:latin typeface="Arial" charset="0"/>
                          <a:ea typeface="宋体" pitchFamily="2" charset="-122"/>
                        </a:defRPr>
                      </a:lvl5pPr>
                      <a:lvl6pPr indent="-546100" fontAlgn="base">
                        <a:spcBef>
                          <a:spcPct val="20000"/>
                        </a:spcBef>
                        <a:spcAft>
                          <a:spcPct val="0"/>
                        </a:spcAft>
                        <a:buClr>
                          <a:schemeClr val="folHlink"/>
                        </a:buClr>
                        <a:buSzPct val="80000"/>
                        <a:buFont typeface="Wingdings" pitchFamily="2" charset="2"/>
                        <a:defRPr>
                          <a:solidFill>
                            <a:schemeClr val="tx1"/>
                          </a:solidFill>
                          <a:latin typeface="Arial" charset="0"/>
                          <a:ea typeface="宋体" pitchFamily="2" charset="-122"/>
                        </a:defRPr>
                      </a:lvl6pPr>
                      <a:lvl7pPr indent="-546100" fontAlgn="base">
                        <a:spcBef>
                          <a:spcPct val="20000"/>
                        </a:spcBef>
                        <a:spcAft>
                          <a:spcPct val="0"/>
                        </a:spcAft>
                        <a:buClr>
                          <a:schemeClr val="folHlink"/>
                        </a:buClr>
                        <a:buSzPct val="80000"/>
                        <a:buFont typeface="Wingdings" pitchFamily="2" charset="2"/>
                        <a:defRPr>
                          <a:solidFill>
                            <a:schemeClr val="tx1"/>
                          </a:solidFill>
                          <a:latin typeface="Arial" charset="0"/>
                          <a:ea typeface="宋体" pitchFamily="2" charset="-122"/>
                        </a:defRPr>
                      </a:lvl7pPr>
                      <a:lvl8pPr indent="-546100" fontAlgn="base">
                        <a:spcBef>
                          <a:spcPct val="20000"/>
                        </a:spcBef>
                        <a:spcAft>
                          <a:spcPct val="0"/>
                        </a:spcAft>
                        <a:buClr>
                          <a:schemeClr val="folHlink"/>
                        </a:buClr>
                        <a:buSzPct val="80000"/>
                        <a:buFont typeface="Wingdings" pitchFamily="2" charset="2"/>
                        <a:defRPr>
                          <a:solidFill>
                            <a:schemeClr val="tx1"/>
                          </a:solidFill>
                          <a:latin typeface="Arial" charset="0"/>
                          <a:ea typeface="宋体" pitchFamily="2" charset="-122"/>
                        </a:defRPr>
                      </a:lvl8pPr>
                      <a:lvl9pPr indent="-546100" fontAlgn="base">
                        <a:spcBef>
                          <a:spcPct val="20000"/>
                        </a:spcBef>
                        <a:spcAft>
                          <a:spcPct val="0"/>
                        </a:spcAft>
                        <a:buClr>
                          <a:schemeClr val="folHlink"/>
                        </a:buClr>
                        <a:buSzPct val="80000"/>
                        <a:buFont typeface="Wingdings" pitchFamily="2" charset="2"/>
                        <a:defRPr>
                          <a:solidFill>
                            <a:schemeClr val="tx1"/>
                          </a:solidFill>
                          <a:latin typeface="Arial" charset="0"/>
                          <a:ea typeface="宋体" pitchFamily="2" charset="-122"/>
                        </a:defRPr>
                      </a:lvl9pPr>
                    </a:lstStyle>
                    <a:p>
                      <a:pPr marL="0" marR="0" lvl="0" indent="0" algn="ctr" defTabSz="914400" rtl="0" eaLnBrk="1" fontAlgn="base" latinLnBrk="0" hangingPunct="1">
                        <a:lnSpc>
                          <a:spcPct val="100000"/>
                        </a:lnSpc>
                        <a:spcBef>
                          <a:spcPct val="20000"/>
                        </a:spcBef>
                        <a:spcAft>
                          <a:spcPct val="0"/>
                        </a:spcAft>
                        <a:buClr>
                          <a:schemeClr val="tx2"/>
                        </a:buClr>
                        <a:buSzPct val="70000"/>
                        <a:buFont typeface="Wingdings" pitchFamily="2" charset="2"/>
                        <a:buNone/>
                        <a:tabLst/>
                      </a:pPr>
                      <a:r>
                        <a:rPr kumimoji="0" lang="en-US" altLang="zh-CN" sz="2800" b="0" i="0" u="none" strike="noStrike" cap="none" normalizeH="0" baseline="0" smtClean="0">
                          <a:ln>
                            <a:noFill/>
                          </a:ln>
                          <a:solidFill>
                            <a:schemeClr val="tx1"/>
                          </a:solidFill>
                          <a:effectLst/>
                          <a:latin typeface="Times New Roman" pitchFamily="18" charset="0"/>
                          <a:ea typeface="宋体" pitchFamily="2" charset="-122"/>
                        </a:rPr>
                        <a:t>100 km</a:t>
                      </a:r>
                    </a:p>
                  </a:txBody>
                  <a:tcPr marT="45688" marB="45688" anchor="ct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buClr>
                          <a:schemeClr val="tx2"/>
                        </a:buClr>
                        <a:buSzPct val="70000"/>
                        <a:buFont typeface="Wingdings" pitchFamily="2" charset="2"/>
                        <a:defRPr sz="2600">
                          <a:solidFill>
                            <a:schemeClr val="tx1"/>
                          </a:solidFill>
                          <a:latin typeface="Arial" charset="0"/>
                          <a:ea typeface="宋体" pitchFamily="2" charset="-122"/>
                        </a:defRPr>
                      </a:lvl1pPr>
                      <a:lvl2pPr indent="-112713">
                        <a:buClr>
                          <a:schemeClr val="accent2"/>
                        </a:buClr>
                        <a:buSzPct val="70000"/>
                        <a:buFont typeface="Wingdings" pitchFamily="2" charset="2"/>
                        <a:defRPr sz="2200">
                          <a:solidFill>
                            <a:schemeClr val="tx1"/>
                          </a:solidFill>
                          <a:latin typeface="Arial" charset="0"/>
                          <a:ea typeface="宋体" pitchFamily="2" charset="-122"/>
                        </a:defRPr>
                      </a:lvl2pPr>
                      <a:lvl3pPr indent="-220663">
                        <a:buClr>
                          <a:schemeClr val="accent1"/>
                        </a:buClr>
                        <a:buSzPct val="70000"/>
                        <a:buFont typeface="Wingdings" pitchFamily="2" charset="2"/>
                        <a:defRPr sz="2100">
                          <a:solidFill>
                            <a:schemeClr val="tx1"/>
                          </a:solidFill>
                          <a:latin typeface="Arial" charset="0"/>
                          <a:ea typeface="宋体" pitchFamily="2" charset="-122"/>
                        </a:defRPr>
                      </a:lvl3pPr>
                      <a:lvl4pPr indent="-382588">
                        <a:buClr>
                          <a:schemeClr val="tx2"/>
                        </a:buClr>
                        <a:buSzPct val="75000"/>
                        <a:buFont typeface="Wingdings" pitchFamily="2" charset="2"/>
                        <a:defRPr>
                          <a:solidFill>
                            <a:schemeClr val="tx1"/>
                          </a:solidFill>
                          <a:latin typeface="Arial" charset="0"/>
                          <a:ea typeface="宋体" pitchFamily="2" charset="-122"/>
                        </a:defRPr>
                      </a:lvl4pPr>
                      <a:lvl5pPr indent="-546100">
                        <a:buClr>
                          <a:schemeClr val="folHlink"/>
                        </a:buClr>
                        <a:buSzPct val="80000"/>
                        <a:buFont typeface="Wingdings" pitchFamily="2" charset="2"/>
                        <a:defRPr>
                          <a:solidFill>
                            <a:schemeClr val="tx1"/>
                          </a:solidFill>
                          <a:latin typeface="Arial" charset="0"/>
                          <a:ea typeface="宋体" pitchFamily="2" charset="-122"/>
                        </a:defRPr>
                      </a:lvl5pPr>
                      <a:lvl6pPr indent="-546100" fontAlgn="base">
                        <a:spcBef>
                          <a:spcPct val="20000"/>
                        </a:spcBef>
                        <a:spcAft>
                          <a:spcPct val="0"/>
                        </a:spcAft>
                        <a:buClr>
                          <a:schemeClr val="folHlink"/>
                        </a:buClr>
                        <a:buSzPct val="80000"/>
                        <a:buFont typeface="Wingdings" pitchFamily="2" charset="2"/>
                        <a:defRPr>
                          <a:solidFill>
                            <a:schemeClr val="tx1"/>
                          </a:solidFill>
                          <a:latin typeface="Arial" charset="0"/>
                          <a:ea typeface="宋体" pitchFamily="2" charset="-122"/>
                        </a:defRPr>
                      </a:lvl6pPr>
                      <a:lvl7pPr indent="-546100" fontAlgn="base">
                        <a:spcBef>
                          <a:spcPct val="20000"/>
                        </a:spcBef>
                        <a:spcAft>
                          <a:spcPct val="0"/>
                        </a:spcAft>
                        <a:buClr>
                          <a:schemeClr val="folHlink"/>
                        </a:buClr>
                        <a:buSzPct val="80000"/>
                        <a:buFont typeface="Wingdings" pitchFamily="2" charset="2"/>
                        <a:defRPr>
                          <a:solidFill>
                            <a:schemeClr val="tx1"/>
                          </a:solidFill>
                          <a:latin typeface="Arial" charset="0"/>
                          <a:ea typeface="宋体" pitchFamily="2" charset="-122"/>
                        </a:defRPr>
                      </a:lvl7pPr>
                      <a:lvl8pPr indent="-546100" fontAlgn="base">
                        <a:spcBef>
                          <a:spcPct val="20000"/>
                        </a:spcBef>
                        <a:spcAft>
                          <a:spcPct val="0"/>
                        </a:spcAft>
                        <a:buClr>
                          <a:schemeClr val="folHlink"/>
                        </a:buClr>
                        <a:buSzPct val="80000"/>
                        <a:buFont typeface="Wingdings" pitchFamily="2" charset="2"/>
                        <a:defRPr>
                          <a:solidFill>
                            <a:schemeClr val="tx1"/>
                          </a:solidFill>
                          <a:latin typeface="Arial" charset="0"/>
                          <a:ea typeface="宋体" pitchFamily="2" charset="-122"/>
                        </a:defRPr>
                      </a:lvl8pPr>
                      <a:lvl9pPr indent="-546100" fontAlgn="base">
                        <a:spcBef>
                          <a:spcPct val="20000"/>
                        </a:spcBef>
                        <a:spcAft>
                          <a:spcPct val="0"/>
                        </a:spcAft>
                        <a:buClr>
                          <a:schemeClr val="folHlink"/>
                        </a:buClr>
                        <a:buSzPct val="80000"/>
                        <a:buFont typeface="Wingdings" pitchFamily="2" charset="2"/>
                        <a:defRPr>
                          <a:solidFill>
                            <a:schemeClr val="tx1"/>
                          </a:solidFill>
                          <a:latin typeface="Arial" charset="0"/>
                          <a:ea typeface="宋体" pitchFamily="2" charset="-122"/>
                        </a:defRPr>
                      </a:lvl9pPr>
                    </a:lstStyle>
                    <a:p>
                      <a:pPr marL="0" marR="0" lvl="0" indent="0" algn="ctr" defTabSz="914400" rtl="0" eaLnBrk="1" fontAlgn="base" latinLnBrk="0" hangingPunct="1">
                        <a:lnSpc>
                          <a:spcPct val="100000"/>
                        </a:lnSpc>
                        <a:spcBef>
                          <a:spcPct val="20000"/>
                        </a:spcBef>
                        <a:spcAft>
                          <a:spcPct val="0"/>
                        </a:spcAft>
                        <a:buClr>
                          <a:schemeClr val="tx2"/>
                        </a:buClr>
                        <a:buSzPct val="70000"/>
                        <a:buFont typeface="Wingdings" pitchFamily="2" charset="2"/>
                        <a:buNone/>
                        <a:tabLst/>
                      </a:pPr>
                      <a:r>
                        <a:rPr kumimoji="0" lang="zh-CN" altLang="en-US" sz="2800" b="0" i="0" u="none" strike="noStrike" cap="none" normalizeH="0" baseline="0" smtClean="0">
                          <a:ln>
                            <a:noFill/>
                          </a:ln>
                          <a:solidFill>
                            <a:schemeClr val="tx1"/>
                          </a:solidFill>
                          <a:effectLst/>
                          <a:latin typeface="Times New Roman" pitchFamily="18" charset="0"/>
                          <a:ea typeface="宋体" pitchFamily="2" charset="-122"/>
                        </a:rPr>
                        <a:t>同一国家</a:t>
                      </a:r>
                    </a:p>
                  </a:txBody>
                  <a:tcPr marT="45688" marB="45688"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rowSpan="2">
                  <a:txBody>
                    <a:bodyPr/>
                    <a:lstStyle>
                      <a:lvl1pPr>
                        <a:buClr>
                          <a:schemeClr val="tx2"/>
                        </a:buClr>
                        <a:buSzPct val="70000"/>
                        <a:buFont typeface="Wingdings" pitchFamily="2" charset="2"/>
                        <a:defRPr sz="2600">
                          <a:solidFill>
                            <a:schemeClr val="tx1"/>
                          </a:solidFill>
                          <a:latin typeface="Arial" charset="0"/>
                          <a:ea typeface="宋体" pitchFamily="2" charset="-122"/>
                        </a:defRPr>
                      </a:lvl1pPr>
                      <a:lvl2pPr indent="-112713">
                        <a:buClr>
                          <a:schemeClr val="accent2"/>
                        </a:buClr>
                        <a:buSzPct val="70000"/>
                        <a:buFont typeface="Wingdings" pitchFamily="2" charset="2"/>
                        <a:defRPr sz="2200">
                          <a:solidFill>
                            <a:schemeClr val="tx1"/>
                          </a:solidFill>
                          <a:latin typeface="Arial" charset="0"/>
                          <a:ea typeface="宋体" pitchFamily="2" charset="-122"/>
                        </a:defRPr>
                      </a:lvl2pPr>
                      <a:lvl3pPr indent="-220663">
                        <a:buClr>
                          <a:schemeClr val="accent1"/>
                        </a:buClr>
                        <a:buSzPct val="70000"/>
                        <a:buFont typeface="Wingdings" pitchFamily="2" charset="2"/>
                        <a:defRPr sz="2100">
                          <a:solidFill>
                            <a:schemeClr val="tx1"/>
                          </a:solidFill>
                          <a:latin typeface="Arial" charset="0"/>
                          <a:ea typeface="宋体" pitchFamily="2" charset="-122"/>
                        </a:defRPr>
                      </a:lvl3pPr>
                      <a:lvl4pPr indent="-382588">
                        <a:buClr>
                          <a:schemeClr val="tx2"/>
                        </a:buClr>
                        <a:buSzPct val="75000"/>
                        <a:buFont typeface="Wingdings" pitchFamily="2" charset="2"/>
                        <a:defRPr>
                          <a:solidFill>
                            <a:schemeClr val="tx1"/>
                          </a:solidFill>
                          <a:latin typeface="Arial" charset="0"/>
                          <a:ea typeface="宋体" pitchFamily="2" charset="-122"/>
                        </a:defRPr>
                      </a:lvl4pPr>
                      <a:lvl5pPr indent="-546100">
                        <a:buClr>
                          <a:schemeClr val="folHlink"/>
                        </a:buClr>
                        <a:buSzPct val="80000"/>
                        <a:buFont typeface="Wingdings" pitchFamily="2" charset="2"/>
                        <a:defRPr>
                          <a:solidFill>
                            <a:schemeClr val="tx1"/>
                          </a:solidFill>
                          <a:latin typeface="Arial" charset="0"/>
                          <a:ea typeface="宋体" pitchFamily="2" charset="-122"/>
                        </a:defRPr>
                      </a:lvl5pPr>
                      <a:lvl6pPr indent="-546100" fontAlgn="base">
                        <a:spcBef>
                          <a:spcPct val="20000"/>
                        </a:spcBef>
                        <a:spcAft>
                          <a:spcPct val="0"/>
                        </a:spcAft>
                        <a:buClr>
                          <a:schemeClr val="folHlink"/>
                        </a:buClr>
                        <a:buSzPct val="80000"/>
                        <a:buFont typeface="Wingdings" pitchFamily="2" charset="2"/>
                        <a:defRPr>
                          <a:solidFill>
                            <a:schemeClr val="tx1"/>
                          </a:solidFill>
                          <a:latin typeface="Arial" charset="0"/>
                          <a:ea typeface="宋体" pitchFamily="2" charset="-122"/>
                        </a:defRPr>
                      </a:lvl6pPr>
                      <a:lvl7pPr indent="-546100" fontAlgn="base">
                        <a:spcBef>
                          <a:spcPct val="20000"/>
                        </a:spcBef>
                        <a:spcAft>
                          <a:spcPct val="0"/>
                        </a:spcAft>
                        <a:buClr>
                          <a:schemeClr val="folHlink"/>
                        </a:buClr>
                        <a:buSzPct val="80000"/>
                        <a:buFont typeface="Wingdings" pitchFamily="2" charset="2"/>
                        <a:defRPr>
                          <a:solidFill>
                            <a:schemeClr val="tx1"/>
                          </a:solidFill>
                          <a:latin typeface="Arial" charset="0"/>
                          <a:ea typeface="宋体" pitchFamily="2" charset="-122"/>
                        </a:defRPr>
                      </a:lvl7pPr>
                      <a:lvl8pPr indent="-546100" fontAlgn="base">
                        <a:spcBef>
                          <a:spcPct val="20000"/>
                        </a:spcBef>
                        <a:spcAft>
                          <a:spcPct val="0"/>
                        </a:spcAft>
                        <a:buClr>
                          <a:schemeClr val="folHlink"/>
                        </a:buClr>
                        <a:buSzPct val="80000"/>
                        <a:buFont typeface="Wingdings" pitchFamily="2" charset="2"/>
                        <a:defRPr>
                          <a:solidFill>
                            <a:schemeClr val="tx1"/>
                          </a:solidFill>
                          <a:latin typeface="Arial" charset="0"/>
                          <a:ea typeface="宋体" pitchFamily="2" charset="-122"/>
                        </a:defRPr>
                      </a:lvl8pPr>
                      <a:lvl9pPr indent="-546100" fontAlgn="base">
                        <a:spcBef>
                          <a:spcPct val="20000"/>
                        </a:spcBef>
                        <a:spcAft>
                          <a:spcPct val="0"/>
                        </a:spcAft>
                        <a:buClr>
                          <a:schemeClr val="folHlink"/>
                        </a:buClr>
                        <a:buSzPct val="80000"/>
                        <a:buFont typeface="Wingdings" pitchFamily="2" charset="2"/>
                        <a:defRPr>
                          <a:solidFill>
                            <a:schemeClr val="tx1"/>
                          </a:solidFill>
                          <a:latin typeface="Arial" charset="0"/>
                          <a:ea typeface="宋体" pitchFamily="2" charset="-122"/>
                        </a:defRPr>
                      </a:lvl9pPr>
                    </a:lstStyle>
                    <a:p>
                      <a:pPr marL="0" marR="0" lvl="0" indent="0" algn="ctr" defTabSz="914400" rtl="0" eaLnBrk="1" fontAlgn="base" latinLnBrk="0" hangingPunct="1">
                        <a:lnSpc>
                          <a:spcPct val="100000"/>
                        </a:lnSpc>
                        <a:spcBef>
                          <a:spcPct val="20000"/>
                        </a:spcBef>
                        <a:spcAft>
                          <a:spcPct val="0"/>
                        </a:spcAft>
                        <a:buClr>
                          <a:schemeClr val="tx2"/>
                        </a:buClr>
                        <a:buSzPct val="70000"/>
                        <a:buFont typeface="Wingdings" pitchFamily="2" charset="2"/>
                        <a:buNone/>
                        <a:tabLst/>
                      </a:pPr>
                      <a:r>
                        <a:rPr kumimoji="0" lang="zh-CN" altLang="en-US" sz="2800" b="0" i="0" u="none" strike="noStrike" cap="none" normalizeH="0" baseline="0" smtClean="0">
                          <a:ln>
                            <a:noFill/>
                          </a:ln>
                          <a:solidFill>
                            <a:schemeClr val="tx1"/>
                          </a:solidFill>
                          <a:effectLst/>
                          <a:latin typeface="Times New Roman" pitchFamily="18" charset="0"/>
                          <a:ea typeface="宋体" pitchFamily="2" charset="-122"/>
                        </a:rPr>
                        <a:t>广域网</a:t>
                      </a:r>
                    </a:p>
                  </a:txBody>
                  <a:tcPr marT="45688" marB="45688"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r>
              <a:tr h="518054">
                <a:tc>
                  <a:txBody>
                    <a:bodyPr/>
                    <a:lstStyle>
                      <a:lvl1pPr>
                        <a:buClr>
                          <a:schemeClr val="tx2"/>
                        </a:buClr>
                        <a:buSzPct val="70000"/>
                        <a:buFont typeface="Wingdings" pitchFamily="2" charset="2"/>
                        <a:defRPr sz="2600">
                          <a:solidFill>
                            <a:schemeClr val="tx1"/>
                          </a:solidFill>
                          <a:latin typeface="Arial" charset="0"/>
                          <a:ea typeface="宋体" pitchFamily="2" charset="-122"/>
                        </a:defRPr>
                      </a:lvl1pPr>
                      <a:lvl2pPr indent="-112713">
                        <a:buClr>
                          <a:schemeClr val="accent2"/>
                        </a:buClr>
                        <a:buSzPct val="70000"/>
                        <a:buFont typeface="Wingdings" pitchFamily="2" charset="2"/>
                        <a:defRPr sz="2200">
                          <a:solidFill>
                            <a:schemeClr val="tx1"/>
                          </a:solidFill>
                          <a:latin typeface="Arial" charset="0"/>
                          <a:ea typeface="宋体" pitchFamily="2" charset="-122"/>
                        </a:defRPr>
                      </a:lvl2pPr>
                      <a:lvl3pPr indent="-220663">
                        <a:buClr>
                          <a:schemeClr val="accent1"/>
                        </a:buClr>
                        <a:buSzPct val="70000"/>
                        <a:buFont typeface="Wingdings" pitchFamily="2" charset="2"/>
                        <a:defRPr sz="2100">
                          <a:solidFill>
                            <a:schemeClr val="tx1"/>
                          </a:solidFill>
                          <a:latin typeface="Arial" charset="0"/>
                          <a:ea typeface="宋体" pitchFamily="2" charset="-122"/>
                        </a:defRPr>
                      </a:lvl3pPr>
                      <a:lvl4pPr indent="-382588">
                        <a:buClr>
                          <a:schemeClr val="tx2"/>
                        </a:buClr>
                        <a:buSzPct val="75000"/>
                        <a:buFont typeface="Wingdings" pitchFamily="2" charset="2"/>
                        <a:defRPr>
                          <a:solidFill>
                            <a:schemeClr val="tx1"/>
                          </a:solidFill>
                          <a:latin typeface="Arial" charset="0"/>
                          <a:ea typeface="宋体" pitchFamily="2" charset="-122"/>
                        </a:defRPr>
                      </a:lvl4pPr>
                      <a:lvl5pPr indent="-546100">
                        <a:buClr>
                          <a:schemeClr val="folHlink"/>
                        </a:buClr>
                        <a:buSzPct val="80000"/>
                        <a:buFont typeface="Wingdings" pitchFamily="2" charset="2"/>
                        <a:defRPr>
                          <a:solidFill>
                            <a:schemeClr val="tx1"/>
                          </a:solidFill>
                          <a:latin typeface="Arial" charset="0"/>
                          <a:ea typeface="宋体" pitchFamily="2" charset="-122"/>
                        </a:defRPr>
                      </a:lvl5pPr>
                      <a:lvl6pPr indent="-546100" fontAlgn="base">
                        <a:spcBef>
                          <a:spcPct val="20000"/>
                        </a:spcBef>
                        <a:spcAft>
                          <a:spcPct val="0"/>
                        </a:spcAft>
                        <a:buClr>
                          <a:schemeClr val="folHlink"/>
                        </a:buClr>
                        <a:buSzPct val="80000"/>
                        <a:buFont typeface="Wingdings" pitchFamily="2" charset="2"/>
                        <a:defRPr>
                          <a:solidFill>
                            <a:schemeClr val="tx1"/>
                          </a:solidFill>
                          <a:latin typeface="Arial" charset="0"/>
                          <a:ea typeface="宋体" pitchFamily="2" charset="-122"/>
                        </a:defRPr>
                      </a:lvl6pPr>
                      <a:lvl7pPr indent="-546100" fontAlgn="base">
                        <a:spcBef>
                          <a:spcPct val="20000"/>
                        </a:spcBef>
                        <a:spcAft>
                          <a:spcPct val="0"/>
                        </a:spcAft>
                        <a:buClr>
                          <a:schemeClr val="folHlink"/>
                        </a:buClr>
                        <a:buSzPct val="80000"/>
                        <a:buFont typeface="Wingdings" pitchFamily="2" charset="2"/>
                        <a:defRPr>
                          <a:solidFill>
                            <a:schemeClr val="tx1"/>
                          </a:solidFill>
                          <a:latin typeface="Arial" charset="0"/>
                          <a:ea typeface="宋体" pitchFamily="2" charset="-122"/>
                        </a:defRPr>
                      </a:lvl7pPr>
                      <a:lvl8pPr indent="-546100" fontAlgn="base">
                        <a:spcBef>
                          <a:spcPct val="20000"/>
                        </a:spcBef>
                        <a:spcAft>
                          <a:spcPct val="0"/>
                        </a:spcAft>
                        <a:buClr>
                          <a:schemeClr val="folHlink"/>
                        </a:buClr>
                        <a:buSzPct val="80000"/>
                        <a:buFont typeface="Wingdings" pitchFamily="2" charset="2"/>
                        <a:defRPr>
                          <a:solidFill>
                            <a:schemeClr val="tx1"/>
                          </a:solidFill>
                          <a:latin typeface="Arial" charset="0"/>
                          <a:ea typeface="宋体" pitchFamily="2" charset="-122"/>
                        </a:defRPr>
                      </a:lvl8pPr>
                      <a:lvl9pPr indent="-546100" fontAlgn="base">
                        <a:spcBef>
                          <a:spcPct val="20000"/>
                        </a:spcBef>
                        <a:spcAft>
                          <a:spcPct val="0"/>
                        </a:spcAft>
                        <a:buClr>
                          <a:schemeClr val="folHlink"/>
                        </a:buClr>
                        <a:buSzPct val="80000"/>
                        <a:buFont typeface="Wingdings" pitchFamily="2" charset="2"/>
                        <a:defRPr>
                          <a:solidFill>
                            <a:schemeClr val="tx1"/>
                          </a:solidFill>
                          <a:latin typeface="Arial" charset="0"/>
                          <a:ea typeface="宋体" pitchFamily="2" charset="-122"/>
                        </a:defRPr>
                      </a:lvl9pPr>
                    </a:lstStyle>
                    <a:p>
                      <a:pPr marL="0" marR="0" lvl="0" indent="0" algn="ctr" defTabSz="914400" rtl="0" eaLnBrk="1" fontAlgn="base" latinLnBrk="0" hangingPunct="1">
                        <a:lnSpc>
                          <a:spcPct val="100000"/>
                        </a:lnSpc>
                        <a:spcBef>
                          <a:spcPct val="20000"/>
                        </a:spcBef>
                        <a:spcAft>
                          <a:spcPct val="0"/>
                        </a:spcAft>
                        <a:buClr>
                          <a:schemeClr val="tx2"/>
                        </a:buClr>
                        <a:buSzPct val="70000"/>
                        <a:buFont typeface="Wingdings" pitchFamily="2" charset="2"/>
                        <a:buNone/>
                        <a:tabLst/>
                      </a:pPr>
                      <a:r>
                        <a:rPr kumimoji="0" lang="en-US" altLang="zh-CN" sz="2800" b="0" i="0" u="none" strike="noStrike" cap="none" normalizeH="0" baseline="0" dirty="0" smtClean="0">
                          <a:ln>
                            <a:noFill/>
                          </a:ln>
                          <a:solidFill>
                            <a:schemeClr val="tx1"/>
                          </a:solidFill>
                          <a:effectLst/>
                          <a:latin typeface="Times New Roman" pitchFamily="18" charset="0"/>
                          <a:ea typeface="宋体" pitchFamily="2" charset="-122"/>
                        </a:rPr>
                        <a:t>1 000 km</a:t>
                      </a:r>
                    </a:p>
                  </a:txBody>
                  <a:tcPr marT="45688" marB="45688" anchor="ct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buClr>
                          <a:schemeClr val="tx2"/>
                        </a:buClr>
                        <a:buSzPct val="70000"/>
                        <a:buFont typeface="Wingdings" pitchFamily="2" charset="2"/>
                        <a:defRPr sz="2600">
                          <a:solidFill>
                            <a:schemeClr val="tx1"/>
                          </a:solidFill>
                          <a:latin typeface="Arial" charset="0"/>
                          <a:ea typeface="宋体" pitchFamily="2" charset="-122"/>
                        </a:defRPr>
                      </a:lvl1pPr>
                      <a:lvl2pPr indent="-112713">
                        <a:buClr>
                          <a:schemeClr val="accent2"/>
                        </a:buClr>
                        <a:buSzPct val="70000"/>
                        <a:buFont typeface="Wingdings" pitchFamily="2" charset="2"/>
                        <a:defRPr sz="2200">
                          <a:solidFill>
                            <a:schemeClr val="tx1"/>
                          </a:solidFill>
                          <a:latin typeface="Arial" charset="0"/>
                          <a:ea typeface="宋体" pitchFamily="2" charset="-122"/>
                        </a:defRPr>
                      </a:lvl2pPr>
                      <a:lvl3pPr indent="-220663">
                        <a:buClr>
                          <a:schemeClr val="accent1"/>
                        </a:buClr>
                        <a:buSzPct val="70000"/>
                        <a:buFont typeface="Wingdings" pitchFamily="2" charset="2"/>
                        <a:defRPr sz="2100">
                          <a:solidFill>
                            <a:schemeClr val="tx1"/>
                          </a:solidFill>
                          <a:latin typeface="Arial" charset="0"/>
                          <a:ea typeface="宋体" pitchFamily="2" charset="-122"/>
                        </a:defRPr>
                      </a:lvl3pPr>
                      <a:lvl4pPr indent="-382588">
                        <a:buClr>
                          <a:schemeClr val="tx2"/>
                        </a:buClr>
                        <a:buSzPct val="75000"/>
                        <a:buFont typeface="Wingdings" pitchFamily="2" charset="2"/>
                        <a:defRPr>
                          <a:solidFill>
                            <a:schemeClr val="tx1"/>
                          </a:solidFill>
                          <a:latin typeface="Arial" charset="0"/>
                          <a:ea typeface="宋体" pitchFamily="2" charset="-122"/>
                        </a:defRPr>
                      </a:lvl4pPr>
                      <a:lvl5pPr indent="-546100">
                        <a:buClr>
                          <a:schemeClr val="folHlink"/>
                        </a:buClr>
                        <a:buSzPct val="80000"/>
                        <a:buFont typeface="Wingdings" pitchFamily="2" charset="2"/>
                        <a:defRPr>
                          <a:solidFill>
                            <a:schemeClr val="tx1"/>
                          </a:solidFill>
                          <a:latin typeface="Arial" charset="0"/>
                          <a:ea typeface="宋体" pitchFamily="2" charset="-122"/>
                        </a:defRPr>
                      </a:lvl5pPr>
                      <a:lvl6pPr indent="-546100" fontAlgn="base">
                        <a:spcBef>
                          <a:spcPct val="20000"/>
                        </a:spcBef>
                        <a:spcAft>
                          <a:spcPct val="0"/>
                        </a:spcAft>
                        <a:buClr>
                          <a:schemeClr val="folHlink"/>
                        </a:buClr>
                        <a:buSzPct val="80000"/>
                        <a:buFont typeface="Wingdings" pitchFamily="2" charset="2"/>
                        <a:defRPr>
                          <a:solidFill>
                            <a:schemeClr val="tx1"/>
                          </a:solidFill>
                          <a:latin typeface="Arial" charset="0"/>
                          <a:ea typeface="宋体" pitchFamily="2" charset="-122"/>
                        </a:defRPr>
                      </a:lvl6pPr>
                      <a:lvl7pPr indent="-546100" fontAlgn="base">
                        <a:spcBef>
                          <a:spcPct val="20000"/>
                        </a:spcBef>
                        <a:spcAft>
                          <a:spcPct val="0"/>
                        </a:spcAft>
                        <a:buClr>
                          <a:schemeClr val="folHlink"/>
                        </a:buClr>
                        <a:buSzPct val="80000"/>
                        <a:buFont typeface="Wingdings" pitchFamily="2" charset="2"/>
                        <a:defRPr>
                          <a:solidFill>
                            <a:schemeClr val="tx1"/>
                          </a:solidFill>
                          <a:latin typeface="Arial" charset="0"/>
                          <a:ea typeface="宋体" pitchFamily="2" charset="-122"/>
                        </a:defRPr>
                      </a:lvl7pPr>
                      <a:lvl8pPr indent="-546100" fontAlgn="base">
                        <a:spcBef>
                          <a:spcPct val="20000"/>
                        </a:spcBef>
                        <a:spcAft>
                          <a:spcPct val="0"/>
                        </a:spcAft>
                        <a:buClr>
                          <a:schemeClr val="folHlink"/>
                        </a:buClr>
                        <a:buSzPct val="80000"/>
                        <a:buFont typeface="Wingdings" pitchFamily="2" charset="2"/>
                        <a:defRPr>
                          <a:solidFill>
                            <a:schemeClr val="tx1"/>
                          </a:solidFill>
                          <a:latin typeface="Arial" charset="0"/>
                          <a:ea typeface="宋体" pitchFamily="2" charset="-122"/>
                        </a:defRPr>
                      </a:lvl8pPr>
                      <a:lvl9pPr indent="-546100" fontAlgn="base">
                        <a:spcBef>
                          <a:spcPct val="20000"/>
                        </a:spcBef>
                        <a:spcAft>
                          <a:spcPct val="0"/>
                        </a:spcAft>
                        <a:buClr>
                          <a:schemeClr val="folHlink"/>
                        </a:buClr>
                        <a:buSzPct val="80000"/>
                        <a:buFont typeface="Wingdings" pitchFamily="2" charset="2"/>
                        <a:defRPr>
                          <a:solidFill>
                            <a:schemeClr val="tx1"/>
                          </a:solidFill>
                          <a:latin typeface="Arial" charset="0"/>
                          <a:ea typeface="宋体" pitchFamily="2" charset="-122"/>
                        </a:defRPr>
                      </a:lvl9pPr>
                    </a:lstStyle>
                    <a:p>
                      <a:pPr marL="0" marR="0" lvl="0" indent="0" algn="ctr" defTabSz="914400" rtl="0" eaLnBrk="1" fontAlgn="base" latinLnBrk="0" hangingPunct="1">
                        <a:lnSpc>
                          <a:spcPct val="100000"/>
                        </a:lnSpc>
                        <a:spcBef>
                          <a:spcPct val="20000"/>
                        </a:spcBef>
                        <a:spcAft>
                          <a:spcPct val="0"/>
                        </a:spcAft>
                        <a:buClr>
                          <a:schemeClr val="tx2"/>
                        </a:buClr>
                        <a:buSzPct val="70000"/>
                        <a:buFont typeface="Wingdings" pitchFamily="2" charset="2"/>
                        <a:buNone/>
                        <a:tabLst/>
                      </a:pPr>
                      <a:r>
                        <a:rPr kumimoji="0" lang="zh-CN" altLang="en-US" sz="2800" b="0" i="0" u="none" strike="noStrike" cap="none" normalizeH="0" baseline="0" smtClean="0">
                          <a:ln>
                            <a:noFill/>
                          </a:ln>
                          <a:solidFill>
                            <a:schemeClr val="tx1"/>
                          </a:solidFill>
                          <a:effectLst/>
                          <a:latin typeface="Times New Roman" pitchFamily="18" charset="0"/>
                          <a:ea typeface="宋体" pitchFamily="2" charset="-122"/>
                        </a:rPr>
                        <a:t>同一洲内</a:t>
                      </a:r>
                    </a:p>
                  </a:txBody>
                  <a:tcPr marT="45688" marB="45688"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vMerge="1">
                  <a:txBody>
                    <a:bodyPr/>
                    <a:lstStyle/>
                    <a:p>
                      <a:endParaRPr lang="zh-CN" altLang="en-US"/>
                    </a:p>
                  </a:txBody>
                  <a:tcPr/>
                </a:tc>
              </a:tr>
              <a:tr h="518054">
                <a:tc>
                  <a:txBody>
                    <a:bodyPr/>
                    <a:lstStyle>
                      <a:lvl1pPr>
                        <a:buClr>
                          <a:schemeClr val="tx2"/>
                        </a:buClr>
                        <a:buSzPct val="70000"/>
                        <a:buFont typeface="Wingdings" pitchFamily="2" charset="2"/>
                        <a:defRPr sz="2600">
                          <a:solidFill>
                            <a:schemeClr val="tx1"/>
                          </a:solidFill>
                          <a:latin typeface="Arial" charset="0"/>
                          <a:ea typeface="宋体" pitchFamily="2" charset="-122"/>
                        </a:defRPr>
                      </a:lvl1pPr>
                      <a:lvl2pPr indent="-112713">
                        <a:buClr>
                          <a:schemeClr val="accent2"/>
                        </a:buClr>
                        <a:buSzPct val="70000"/>
                        <a:buFont typeface="Wingdings" pitchFamily="2" charset="2"/>
                        <a:defRPr sz="2200">
                          <a:solidFill>
                            <a:schemeClr val="tx1"/>
                          </a:solidFill>
                          <a:latin typeface="Arial" charset="0"/>
                          <a:ea typeface="宋体" pitchFamily="2" charset="-122"/>
                        </a:defRPr>
                      </a:lvl2pPr>
                      <a:lvl3pPr indent="-220663">
                        <a:buClr>
                          <a:schemeClr val="accent1"/>
                        </a:buClr>
                        <a:buSzPct val="70000"/>
                        <a:buFont typeface="Wingdings" pitchFamily="2" charset="2"/>
                        <a:defRPr sz="2100">
                          <a:solidFill>
                            <a:schemeClr val="tx1"/>
                          </a:solidFill>
                          <a:latin typeface="Arial" charset="0"/>
                          <a:ea typeface="宋体" pitchFamily="2" charset="-122"/>
                        </a:defRPr>
                      </a:lvl3pPr>
                      <a:lvl4pPr indent="-382588">
                        <a:buClr>
                          <a:schemeClr val="tx2"/>
                        </a:buClr>
                        <a:buSzPct val="75000"/>
                        <a:buFont typeface="Wingdings" pitchFamily="2" charset="2"/>
                        <a:defRPr>
                          <a:solidFill>
                            <a:schemeClr val="tx1"/>
                          </a:solidFill>
                          <a:latin typeface="Arial" charset="0"/>
                          <a:ea typeface="宋体" pitchFamily="2" charset="-122"/>
                        </a:defRPr>
                      </a:lvl4pPr>
                      <a:lvl5pPr indent="-546100">
                        <a:buClr>
                          <a:schemeClr val="folHlink"/>
                        </a:buClr>
                        <a:buSzPct val="80000"/>
                        <a:buFont typeface="Wingdings" pitchFamily="2" charset="2"/>
                        <a:defRPr>
                          <a:solidFill>
                            <a:schemeClr val="tx1"/>
                          </a:solidFill>
                          <a:latin typeface="Arial" charset="0"/>
                          <a:ea typeface="宋体" pitchFamily="2" charset="-122"/>
                        </a:defRPr>
                      </a:lvl5pPr>
                      <a:lvl6pPr indent="-546100" fontAlgn="base">
                        <a:spcBef>
                          <a:spcPct val="20000"/>
                        </a:spcBef>
                        <a:spcAft>
                          <a:spcPct val="0"/>
                        </a:spcAft>
                        <a:buClr>
                          <a:schemeClr val="folHlink"/>
                        </a:buClr>
                        <a:buSzPct val="80000"/>
                        <a:buFont typeface="Wingdings" pitchFamily="2" charset="2"/>
                        <a:defRPr>
                          <a:solidFill>
                            <a:schemeClr val="tx1"/>
                          </a:solidFill>
                          <a:latin typeface="Arial" charset="0"/>
                          <a:ea typeface="宋体" pitchFamily="2" charset="-122"/>
                        </a:defRPr>
                      </a:lvl6pPr>
                      <a:lvl7pPr indent="-546100" fontAlgn="base">
                        <a:spcBef>
                          <a:spcPct val="20000"/>
                        </a:spcBef>
                        <a:spcAft>
                          <a:spcPct val="0"/>
                        </a:spcAft>
                        <a:buClr>
                          <a:schemeClr val="folHlink"/>
                        </a:buClr>
                        <a:buSzPct val="80000"/>
                        <a:buFont typeface="Wingdings" pitchFamily="2" charset="2"/>
                        <a:defRPr>
                          <a:solidFill>
                            <a:schemeClr val="tx1"/>
                          </a:solidFill>
                          <a:latin typeface="Arial" charset="0"/>
                          <a:ea typeface="宋体" pitchFamily="2" charset="-122"/>
                        </a:defRPr>
                      </a:lvl7pPr>
                      <a:lvl8pPr indent="-546100" fontAlgn="base">
                        <a:spcBef>
                          <a:spcPct val="20000"/>
                        </a:spcBef>
                        <a:spcAft>
                          <a:spcPct val="0"/>
                        </a:spcAft>
                        <a:buClr>
                          <a:schemeClr val="folHlink"/>
                        </a:buClr>
                        <a:buSzPct val="80000"/>
                        <a:buFont typeface="Wingdings" pitchFamily="2" charset="2"/>
                        <a:defRPr>
                          <a:solidFill>
                            <a:schemeClr val="tx1"/>
                          </a:solidFill>
                          <a:latin typeface="Arial" charset="0"/>
                          <a:ea typeface="宋体" pitchFamily="2" charset="-122"/>
                        </a:defRPr>
                      </a:lvl8pPr>
                      <a:lvl9pPr indent="-546100" fontAlgn="base">
                        <a:spcBef>
                          <a:spcPct val="20000"/>
                        </a:spcBef>
                        <a:spcAft>
                          <a:spcPct val="0"/>
                        </a:spcAft>
                        <a:buClr>
                          <a:schemeClr val="folHlink"/>
                        </a:buClr>
                        <a:buSzPct val="80000"/>
                        <a:buFont typeface="Wingdings" pitchFamily="2" charset="2"/>
                        <a:defRPr>
                          <a:solidFill>
                            <a:schemeClr val="tx1"/>
                          </a:solidFill>
                          <a:latin typeface="Arial" charset="0"/>
                          <a:ea typeface="宋体" pitchFamily="2" charset="-122"/>
                        </a:defRPr>
                      </a:lvl9pPr>
                    </a:lstStyle>
                    <a:p>
                      <a:pPr marL="0" marR="0" lvl="0" indent="0" algn="ctr" defTabSz="914400" rtl="0" eaLnBrk="1" fontAlgn="base" latinLnBrk="0" hangingPunct="1">
                        <a:lnSpc>
                          <a:spcPct val="100000"/>
                        </a:lnSpc>
                        <a:spcBef>
                          <a:spcPct val="20000"/>
                        </a:spcBef>
                        <a:spcAft>
                          <a:spcPct val="0"/>
                        </a:spcAft>
                        <a:buClr>
                          <a:schemeClr val="tx2"/>
                        </a:buClr>
                        <a:buSzPct val="70000"/>
                        <a:buFont typeface="Wingdings" pitchFamily="2" charset="2"/>
                        <a:buNone/>
                        <a:tabLst/>
                      </a:pPr>
                      <a:r>
                        <a:rPr kumimoji="0" lang="en-US" altLang="zh-CN" sz="2800" b="0" i="0" u="none" strike="noStrike" cap="none" normalizeH="0" baseline="0" smtClean="0">
                          <a:ln>
                            <a:noFill/>
                          </a:ln>
                          <a:solidFill>
                            <a:schemeClr val="tx1"/>
                          </a:solidFill>
                          <a:effectLst/>
                          <a:latin typeface="Times New Roman" pitchFamily="18" charset="0"/>
                          <a:ea typeface="宋体" pitchFamily="2" charset="-122"/>
                        </a:rPr>
                        <a:t>10 000 km</a:t>
                      </a:r>
                    </a:p>
                  </a:txBody>
                  <a:tcPr marT="45688" marB="45688" anchor="ct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lvl1pPr>
                        <a:buClr>
                          <a:schemeClr val="tx2"/>
                        </a:buClr>
                        <a:buSzPct val="70000"/>
                        <a:buFont typeface="Wingdings" pitchFamily="2" charset="2"/>
                        <a:defRPr sz="2600">
                          <a:solidFill>
                            <a:schemeClr val="tx1"/>
                          </a:solidFill>
                          <a:latin typeface="Arial" charset="0"/>
                          <a:ea typeface="宋体" pitchFamily="2" charset="-122"/>
                        </a:defRPr>
                      </a:lvl1pPr>
                      <a:lvl2pPr indent="-112713">
                        <a:buClr>
                          <a:schemeClr val="accent2"/>
                        </a:buClr>
                        <a:buSzPct val="70000"/>
                        <a:buFont typeface="Wingdings" pitchFamily="2" charset="2"/>
                        <a:defRPr sz="2200">
                          <a:solidFill>
                            <a:schemeClr val="tx1"/>
                          </a:solidFill>
                          <a:latin typeface="Arial" charset="0"/>
                          <a:ea typeface="宋体" pitchFamily="2" charset="-122"/>
                        </a:defRPr>
                      </a:lvl2pPr>
                      <a:lvl3pPr indent="-220663">
                        <a:buClr>
                          <a:schemeClr val="accent1"/>
                        </a:buClr>
                        <a:buSzPct val="70000"/>
                        <a:buFont typeface="Wingdings" pitchFamily="2" charset="2"/>
                        <a:defRPr sz="2100">
                          <a:solidFill>
                            <a:schemeClr val="tx1"/>
                          </a:solidFill>
                          <a:latin typeface="Arial" charset="0"/>
                          <a:ea typeface="宋体" pitchFamily="2" charset="-122"/>
                        </a:defRPr>
                      </a:lvl3pPr>
                      <a:lvl4pPr indent="-382588">
                        <a:buClr>
                          <a:schemeClr val="tx2"/>
                        </a:buClr>
                        <a:buSzPct val="75000"/>
                        <a:buFont typeface="Wingdings" pitchFamily="2" charset="2"/>
                        <a:defRPr>
                          <a:solidFill>
                            <a:schemeClr val="tx1"/>
                          </a:solidFill>
                          <a:latin typeface="Arial" charset="0"/>
                          <a:ea typeface="宋体" pitchFamily="2" charset="-122"/>
                        </a:defRPr>
                      </a:lvl4pPr>
                      <a:lvl5pPr indent="-546100">
                        <a:buClr>
                          <a:schemeClr val="folHlink"/>
                        </a:buClr>
                        <a:buSzPct val="80000"/>
                        <a:buFont typeface="Wingdings" pitchFamily="2" charset="2"/>
                        <a:defRPr>
                          <a:solidFill>
                            <a:schemeClr val="tx1"/>
                          </a:solidFill>
                          <a:latin typeface="Arial" charset="0"/>
                          <a:ea typeface="宋体" pitchFamily="2" charset="-122"/>
                        </a:defRPr>
                      </a:lvl5pPr>
                      <a:lvl6pPr indent="-546100" fontAlgn="base">
                        <a:spcBef>
                          <a:spcPct val="20000"/>
                        </a:spcBef>
                        <a:spcAft>
                          <a:spcPct val="0"/>
                        </a:spcAft>
                        <a:buClr>
                          <a:schemeClr val="folHlink"/>
                        </a:buClr>
                        <a:buSzPct val="80000"/>
                        <a:buFont typeface="Wingdings" pitchFamily="2" charset="2"/>
                        <a:defRPr>
                          <a:solidFill>
                            <a:schemeClr val="tx1"/>
                          </a:solidFill>
                          <a:latin typeface="Arial" charset="0"/>
                          <a:ea typeface="宋体" pitchFamily="2" charset="-122"/>
                        </a:defRPr>
                      </a:lvl6pPr>
                      <a:lvl7pPr indent="-546100" fontAlgn="base">
                        <a:spcBef>
                          <a:spcPct val="20000"/>
                        </a:spcBef>
                        <a:spcAft>
                          <a:spcPct val="0"/>
                        </a:spcAft>
                        <a:buClr>
                          <a:schemeClr val="folHlink"/>
                        </a:buClr>
                        <a:buSzPct val="80000"/>
                        <a:buFont typeface="Wingdings" pitchFamily="2" charset="2"/>
                        <a:defRPr>
                          <a:solidFill>
                            <a:schemeClr val="tx1"/>
                          </a:solidFill>
                          <a:latin typeface="Arial" charset="0"/>
                          <a:ea typeface="宋体" pitchFamily="2" charset="-122"/>
                        </a:defRPr>
                      </a:lvl7pPr>
                      <a:lvl8pPr indent="-546100" fontAlgn="base">
                        <a:spcBef>
                          <a:spcPct val="20000"/>
                        </a:spcBef>
                        <a:spcAft>
                          <a:spcPct val="0"/>
                        </a:spcAft>
                        <a:buClr>
                          <a:schemeClr val="folHlink"/>
                        </a:buClr>
                        <a:buSzPct val="80000"/>
                        <a:buFont typeface="Wingdings" pitchFamily="2" charset="2"/>
                        <a:defRPr>
                          <a:solidFill>
                            <a:schemeClr val="tx1"/>
                          </a:solidFill>
                          <a:latin typeface="Arial" charset="0"/>
                          <a:ea typeface="宋体" pitchFamily="2" charset="-122"/>
                        </a:defRPr>
                      </a:lvl8pPr>
                      <a:lvl9pPr indent="-546100" fontAlgn="base">
                        <a:spcBef>
                          <a:spcPct val="20000"/>
                        </a:spcBef>
                        <a:spcAft>
                          <a:spcPct val="0"/>
                        </a:spcAft>
                        <a:buClr>
                          <a:schemeClr val="folHlink"/>
                        </a:buClr>
                        <a:buSzPct val="80000"/>
                        <a:buFont typeface="Wingdings" pitchFamily="2" charset="2"/>
                        <a:defRPr>
                          <a:solidFill>
                            <a:schemeClr val="tx1"/>
                          </a:solidFill>
                          <a:latin typeface="Arial" charset="0"/>
                          <a:ea typeface="宋体" pitchFamily="2" charset="-122"/>
                        </a:defRPr>
                      </a:lvl9pPr>
                    </a:lstStyle>
                    <a:p>
                      <a:pPr marL="0" marR="0" lvl="0" indent="0" algn="ctr" defTabSz="914400" rtl="0" eaLnBrk="1" fontAlgn="base" latinLnBrk="0" hangingPunct="1">
                        <a:lnSpc>
                          <a:spcPct val="100000"/>
                        </a:lnSpc>
                        <a:spcBef>
                          <a:spcPct val="20000"/>
                        </a:spcBef>
                        <a:spcAft>
                          <a:spcPct val="0"/>
                        </a:spcAft>
                        <a:buClr>
                          <a:schemeClr val="tx2"/>
                        </a:buClr>
                        <a:buSzPct val="70000"/>
                        <a:buFont typeface="Wingdings" pitchFamily="2" charset="2"/>
                        <a:buNone/>
                        <a:tabLst/>
                      </a:pPr>
                      <a:r>
                        <a:rPr kumimoji="0" lang="zh-CN" altLang="en-US" sz="2800" b="0" i="0" u="none" strike="noStrike" cap="none" normalizeH="0" baseline="0" smtClean="0">
                          <a:ln>
                            <a:noFill/>
                          </a:ln>
                          <a:solidFill>
                            <a:schemeClr val="tx1"/>
                          </a:solidFill>
                          <a:effectLst/>
                          <a:latin typeface="Times New Roman" pitchFamily="18" charset="0"/>
                          <a:ea typeface="宋体" pitchFamily="2" charset="-122"/>
                        </a:rPr>
                        <a:t>同一行星上</a:t>
                      </a:r>
                    </a:p>
                  </a:txBody>
                  <a:tcPr marT="45688" marB="45688"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lvl1pPr>
                        <a:buClr>
                          <a:schemeClr val="tx2"/>
                        </a:buClr>
                        <a:buSzPct val="70000"/>
                        <a:buFont typeface="Wingdings" pitchFamily="2" charset="2"/>
                        <a:defRPr sz="2600">
                          <a:solidFill>
                            <a:schemeClr val="tx1"/>
                          </a:solidFill>
                          <a:latin typeface="Arial" charset="0"/>
                          <a:ea typeface="宋体" pitchFamily="2" charset="-122"/>
                        </a:defRPr>
                      </a:lvl1pPr>
                      <a:lvl2pPr indent="-112713">
                        <a:buClr>
                          <a:schemeClr val="accent2"/>
                        </a:buClr>
                        <a:buSzPct val="70000"/>
                        <a:buFont typeface="Wingdings" pitchFamily="2" charset="2"/>
                        <a:defRPr sz="2200">
                          <a:solidFill>
                            <a:schemeClr val="tx1"/>
                          </a:solidFill>
                          <a:latin typeface="Arial" charset="0"/>
                          <a:ea typeface="宋体" pitchFamily="2" charset="-122"/>
                        </a:defRPr>
                      </a:lvl2pPr>
                      <a:lvl3pPr indent="-220663">
                        <a:buClr>
                          <a:schemeClr val="accent1"/>
                        </a:buClr>
                        <a:buSzPct val="70000"/>
                        <a:buFont typeface="Wingdings" pitchFamily="2" charset="2"/>
                        <a:defRPr sz="2100">
                          <a:solidFill>
                            <a:schemeClr val="tx1"/>
                          </a:solidFill>
                          <a:latin typeface="Arial" charset="0"/>
                          <a:ea typeface="宋体" pitchFamily="2" charset="-122"/>
                        </a:defRPr>
                      </a:lvl3pPr>
                      <a:lvl4pPr indent="-382588">
                        <a:buClr>
                          <a:schemeClr val="tx2"/>
                        </a:buClr>
                        <a:buSzPct val="75000"/>
                        <a:buFont typeface="Wingdings" pitchFamily="2" charset="2"/>
                        <a:defRPr>
                          <a:solidFill>
                            <a:schemeClr val="tx1"/>
                          </a:solidFill>
                          <a:latin typeface="Arial" charset="0"/>
                          <a:ea typeface="宋体" pitchFamily="2" charset="-122"/>
                        </a:defRPr>
                      </a:lvl4pPr>
                      <a:lvl5pPr indent="-546100">
                        <a:buClr>
                          <a:schemeClr val="folHlink"/>
                        </a:buClr>
                        <a:buSzPct val="80000"/>
                        <a:buFont typeface="Wingdings" pitchFamily="2" charset="2"/>
                        <a:defRPr>
                          <a:solidFill>
                            <a:schemeClr val="tx1"/>
                          </a:solidFill>
                          <a:latin typeface="Arial" charset="0"/>
                          <a:ea typeface="宋体" pitchFamily="2" charset="-122"/>
                        </a:defRPr>
                      </a:lvl5pPr>
                      <a:lvl6pPr indent="-546100" fontAlgn="base">
                        <a:spcBef>
                          <a:spcPct val="20000"/>
                        </a:spcBef>
                        <a:spcAft>
                          <a:spcPct val="0"/>
                        </a:spcAft>
                        <a:buClr>
                          <a:schemeClr val="folHlink"/>
                        </a:buClr>
                        <a:buSzPct val="80000"/>
                        <a:buFont typeface="Wingdings" pitchFamily="2" charset="2"/>
                        <a:defRPr>
                          <a:solidFill>
                            <a:schemeClr val="tx1"/>
                          </a:solidFill>
                          <a:latin typeface="Arial" charset="0"/>
                          <a:ea typeface="宋体" pitchFamily="2" charset="-122"/>
                        </a:defRPr>
                      </a:lvl6pPr>
                      <a:lvl7pPr indent="-546100" fontAlgn="base">
                        <a:spcBef>
                          <a:spcPct val="20000"/>
                        </a:spcBef>
                        <a:spcAft>
                          <a:spcPct val="0"/>
                        </a:spcAft>
                        <a:buClr>
                          <a:schemeClr val="folHlink"/>
                        </a:buClr>
                        <a:buSzPct val="80000"/>
                        <a:buFont typeface="Wingdings" pitchFamily="2" charset="2"/>
                        <a:defRPr>
                          <a:solidFill>
                            <a:schemeClr val="tx1"/>
                          </a:solidFill>
                          <a:latin typeface="Arial" charset="0"/>
                          <a:ea typeface="宋体" pitchFamily="2" charset="-122"/>
                        </a:defRPr>
                      </a:lvl7pPr>
                      <a:lvl8pPr indent="-546100" fontAlgn="base">
                        <a:spcBef>
                          <a:spcPct val="20000"/>
                        </a:spcBef>
                        <a:spcAft>
                          <a:spcPct val="0"/>
                        </a:spcAft>
                        <a:buClr>
                          <a:schemeClr val="folHlink"/>
                        </a:buClr>
                        <a:buSzPct val="80000"/>
                        <a:buFont typeface="Wingdings" pitchFamily="2" charset="2"/>
                        <a:defRPr>
                          <a:solidFill>
                            <a:schemeClr val="tx1"/>
                          </a:solidFill>
                          <a:latin typeface="Arial" charset="0"/>
                          <a:ea typeface="宋体" pitchFamily="2" charset="-122"/>
                        </a:defRPr>
                      </a:lvl8pPr>
                      <a:lvl9pPr indent="-546100" fontAlgn="base">
                        <a:spcBef>
                          <a:spcPct val="20000"/>
                        </a:spcBef>
                        <a:spcAft>
                          <a:spcPct val="0"/>
                        </a:spcAft>
                        <a:buClr>
                          <a:schemeClr val="folHlink"/>
                        </a:buClr>
                        <a:buSzPct val="80000"/>
                        <a:buFont typeface="Wingdings" pitchFamily="2" charset="2"/>
                        <a:defRPr>
                          <a:solidFill>
                            <a:schemeClr val="tx1"/>
                          </a:solidFill>
                          <a:latin typeface="Arial" charset="0"/>
                          <a:ea typeface="宋体" pitchFamily="2" charset="-122"/>
                        </a:defRPr>
                      </a:lvl9pPr>
                    </a:lstStyle>
                    <a:p>
                      <a:pPr marL="0" marR="0" lvl="0" indent="0" algn="ctr" defTabSz="914400" rtl="0" eaLnBrk="1" fontAlgn="base" latinLnBrk="0" hangingPunct="1">
                        <a:lnSpc>
                          <a:spcPct val="100000"/>
                        </a:lnSpc>
                        <a:spcBef>
                          <a:spcPct val="20000"/>
                        </a:spcBef>
                        <a:spcAft>
                          <a:spcPct val="0"/>
                        </a:spcAft>
                        <a:buClr>
                          <a:schemeClr val="tx2"/>
                        </a:buClr>
                        <a:buSzPct val="70000"/>
                        <a:buFont typeface="Wingdings" pitchFamily="2" charset="2"/>
                        <a:buNone/>
                        <a:tabLst/>
                      </a:pPr>
                      <a:r>
                        <a:rPr kumimoji="0" lang="zh-CN" altLang="en-US" sz="2800" b="0" i="0" u="none" strike="noStrike" cap="none" normalizeH="0" baseline="0" dirty="0" smtClean="0">
                          <a:ln>
                            <a:noFill/>
                          </a:ln>
                          <a:solidFill>
                            <a:schemeClr val="tx1"/>
                          </a:solidFill>
                          <a:effectLst/>
                          <a:latin typeface="Times New Roman" pitchFamily="18" charset="0"/>
                          <a:ea typeface="宋体" pitchFamily="2" charset="-122"/>
                        </a:rPr>
                        <a:t>互联网</a:t>
                      </a:r>
                    </a:p>
                  </a:txBody>
                  <a:tcPr marT="45688" marB="45688"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r>
            </a:tbl>
          </a:graphicData>
        </a:graphic>
      </p:graphicFrame>
      <p:sp>
        <p:nvSpPr>
          <p:cNvPr id="80939" name="TextBox 5"/>
          <p:cNvSpPr txBox="1">
            <a:spLocks noChangeArrowheads="1"/>
          </p:cNvSpPr>
          <p:nvPr/>
        </p:nvSpPr>
        <p:spPr bwMode="auto">
          <a:xfrm>
            <a:off x="971550" y="5949950"/>
            <a:ext cx="6048375"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spcBef>
                <a:spcPct val="20000"/>
              </a:spcBef>
              <a:buFont typeface="Wingdings" pitchFamily="2" charset="2"/>
              <a:buChar char="Ø"/>
              <a:defRPr sz="3200">
                <a:solidFill>
                  <a:srgbClr val="4F6228"/>
                </a:solidFill>
                <a:latin typeface="Calibri" pitchFamily="34" charset="0"/>
                <a:ea typeface="楷体_GB2312" pitchFamily="49" charset="-122"/>
              </a:defRPr>
            </a:lvl1pPr>
            <a:lvl2pPr marL="742950" indent="-285750" eaLnBrk="0" hangingPunct="0">
              <a:spcBef>
                <a:spcPct val="20000"/>
              </a:spcBef>
              <a:buFont typeface="Wingdings" pitchFamily="2" charset="2"/>
              <a:buChar char="ü"/>
              <a:defRPr sz="2800">
                <a:solidFill>
                  <a:srgbClr val="4F6228"/>
                </a:solidFill>
                <a:latin typeface="Calibri" pitchFamily="34" charset="0"/>
                <a:ea typeface="楷体_GB2312" pitchFamily="49" charset="-122"/>
              </a:defRPr>
            </a:lvl2pPr>
            <a:lvl3pPr marL="1143000" indent="-228600" eaLnBrk="0" hangingPunct="0">
              <a:spcBef>
                <a:spcPct val="20000"/>
              </a:spcBef>
              <a:buFont typeface="Arial" charset="0"/>
              <a:buChar char="•"/>
              <a:defRPr sz="2400">
                <a:solidFill>
                  <a:srgbClr val="4F6228"/>
                </a:solidFill>
                <a:latin typeface="Calibri" pitchFamily="34" charset="0"/>
                <a:ea typeface="楷体_GB2312" pitchFamily="49" charset="-122"/>
              </a:defRPr>
            </a:lvl3pPr>
            <a:lvl4pPr marL="1600200" indent="-228600" eaLnBrk="0" hangingPunct="0">
              <a:spcBef>
                <a:spcPct val="20000"/>
              </a:spcBef>
              <a:buFont typeface="Arial" charset="0"/>
              <a:buChar char="–"/>
              <a:defRPr sz="2000">
                <a:solidFill>
                  <a:schemeClr val="tx1"/>
                </a:solidFill>
                <a:latin typeface="Calibri" pitchFamily="34" charset="0"/>
                <a:ea typeface="宋体" pitchFamily="2" charset="-122"/>
              </a:defRPr>
            </a:lvl4pPr>
            <a:lvl5pPr marL="2057400" indent="-228600" eaLnBrk="0" hangingPunct="0">
              <a:spcBef>
                <a:spcPct val="20000"/>
              </a:spcBef>
              <a:buFont typeface="Arial" charset="0"/>
              <a:buChar char="»"/>
              <a:defRPr sz="2000">
                <a:solidFill>
                  <a:schemeClr val="tx1"/>
                </a:solidFill>
                <a:latin typeface="Calibri" pitchFamily="34" charset="0"/>
                <a:ea typeface="宋体" pitchFamily="2" charset="-122"/>
              </a:defRPr>
            </a:lvl5pPr>
            <a:lvl6pPr marL="2514600" indent="-228600" eaLnBrk="0" fontAlgn="base" hangingPunct="0">
              <a:spcBef>
                <a:spcPct val="20000"/>
              </a:spcBef>
              <a:spcAft>
                <a:spcPct val="0"/>
              </a:spcAft>
              <a:buFont typeface="Arial" charset="0"/>
              <a:buChar char="»"/>
              <a:defRPr sz="2000">
                <a:solidFill>
                  <a:schemeClr val="tx1"/>
                </a:solidFill>
                <a:latin typeface="Calibri" pitchFamily="34" charset="0"/>
                <a:ea typeface="宋体" pitchFamily="2" charset="-122"/>
              </a:defRPr>
            </a:lvl6pPr>
            <a:lvl7pPr marL="2971800" indent="-228600" eaLnBrk="0" fontAlgn="base" hangingPunct="0">
              <a:spcBef>
                <a:spcPct val="20000"/>
              </a:spcBef>
              <a:spcAft>
                <a:spcPct val="0"/>
              </a:spcAft>
              <a:buFont typeface="Arial" charset="0"/>
              <a:buChar char="»"/>
              <a:defRPr sz="2000">
                <a:solidFill>
                  <a:schemeClr val="tx1"/>
                </a:solidFill>
                <a:latin typeface="Calibri" pitchFamily="34" charset="0"/>
                <a:ea typeface="宋体" pitchFamily="2" charset="-122"/>
              </a:defRPr>
            </a:lvl7pPr>
            <a:lvl8pPr marL="3429000" indent="-228600" eaLnBrk="0" fontAlgn="base" hangingPunct="0">
              <a:spcBef>
                <a:spcPct val="20000"/>
              </a:spcBef>
              <a:spcAft>
                <a:spcPct val="0"/>
              </a:spcAft>
              <a:buFont typeface="Arial" charset="0"/>
              <a:buChar char="»"/>
              <a:defRPr sz="2000">
                <a:solidFill>
                  <a:schemeClr val="tx1"/>
                </a:solidFill>
                <a:latin typeface="Calibri" pitchFamily="34" charset="0"/>
                <a:ea typeface="宋体" pitchFamily="2" charset="-122"/>
              </a:defRPr>
            </a:lvl8pPr>
            <a:lvl9pPr marL="3886200" indent="-228600" eaLnBrk="0" fontAlgn="base" hangingPunct="0">
              <a:spcBef>
                <a:spcPct val="20000"/>
              </a:spcBef>
              <a:spcAft>
                <a:spcPct val="0"/>
              </a:spcAft>
              <a:buFont typeface="Arial" charset="0"/>
              <a:buChar char="»"/>
              <a:defRPr sz="2000">
                <a:solidFill>
                  <a:schemeClr val="tx1"/>
                </a:solidFill>
                <a:latin typeface="Calibri" pitchFamily="34" charset="0"/>
                <a:ea typeface="宋体" pitchFamily="2" charset="-122"/>
              </a:defRPr>
            </a:lvl9pPr>
          </a:lstStyle>
          <a:p>
            <a:pPr algn="ctr" eaLnBrk="1" hangingPunct="1">
              <a:spcBef>
                <a:spcPct val="0"/>
              </a:spcBef>
              <a:buFontTx/>
              <a:buNone/>
            </a:pPr>
            <a:r>
              <a:rPr lang="zh-CN" altLang="en-US" sz="2400">
                <a:solidFill>
                  <a:schemeClr val="tx1"/>
                </a:solidFill>
                <a:latin typeface="楷体_GB2312" pitchFamily="49" charset="-122"/>
              </a:rPr>
              <a:t>不同网络互连类型的特点</a:t>
            </a:r>
          </a:p>
        </p:txBody>
      </p:sp>
    </p:spTree>
  </p:cSld>
  <p:clrMapOvr>
    <a:masterClrMapping/>
  </p:clrMapOvr>
  <p:transition spd="slow">
    <p:push dir="u"/>
  </p:transition>
  <p:timing>
    <p:tnLst>
      <p:par>
        <p:cTn id="1" dur="indefinite" restart="never" nodeType="tmRoot"/>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042" name="标题 1"/>
          <p:cNvSpPr>
            <a:spLocks noGrp="1"/>
          </p:cNvSpPr>
          <p:nvPr>
            <p:ph type="title"/>
          </p:nvPr>
        </p:nvSpPr>
        <p:spPr>
          <a:xfrm>
            <a:off x="107950" y="44450"/>
            <a:ext cx="7343775" cy="792163"/>
          </a:xfrm>
        </p:spPr>
        <p:txBody>
          <a:bodyPr/>
          <a:lstStyle/>
          <a:p>
            <a:r>
              <a:rPr lang="en-US" altLang="zh-CN" smtClean="0"/>
              <a:t>2.10 </a:t>
            </a:r>
            <a:r>
              <a:rPr lang="zh-CN" altLang="en-US" smtClean="0"/>
              <a:t>网络互连与通信参考模型</a:t>
            </a:r>
          </a:p>
        </p:txBody>
      </p:sp>
      <p:sp>
        <p:nvSpPr>
          <p:cNvPr id="3" name="内容占位符 2"/>
          <p:cNvSpPr>
            <a:spLocks noGrp="1"/>
          </p:cNvSpPr>
          <p:nvPr>
            <p:ph idx="1"/>
          </p:nvPr>
        </p:nvSpPr>
        <p:spPr>
          <a:xfrm>
            <a:off x="107950" y="981075"/>
            <a:ext cx="8928100" cy="5102225"/>
          </a:xfrm>
        </p:spPr>
        <p:txBody>
          <a:bodyPr/>
          <a:lstStyle/>
          <a:p>
            <a:pPr>
              <a:defRPr/>
            </a:pPr>
            <a:r>
              <a:rPr lang="zh-CN" altLang="en-US" b="1" dirty="0" smtClean="0">
                <a:solidFill>
                  <a:srgbClr val="FF0000"/>
                </a:solidFill>
              </a:rPr>
              <a:t>网络互连规范</a:t>
            </a:r>
            <a:endParaRPr lang="en-US" altLang="zh-CN" b="1" dirty="0" smtClean="0">
              <a:solidFill>
                <a:srgbClr val="FF0000"/>
              </a:solidFill>
            </a:endParaRPr>
          </a:p>
          <a:p>
            <a:pPr lvl="1">
              <a:defRPr/>
            </a:pPr>
            <a:r>
              <a:rPr lang="zh-CN" altLang="en-US" dirty="0" smtClean="0"/>
              <a:t>网络互连必须遵循一定的规范。</a:t>
            </a:r>
            <a:endParaRPr lang="en-US" altLang="zh-CN" dirty="0" smtClean="0"/>
          </a:p>
          <a:p>
            <a:pPr lvl="1">
              <a:defRPr/>
            </a:pPr>
            <a:r>
              <a:rPr lang="zh-CN" altLang="en-US" dirty="0" smtClean="0"/>
              <a:t>局域网标准委员会（</a:t>
            </a:r>
            <a:r>
              <a:rPr lang="en-US" altLang="zh-CN" dirty="0" smtClean="0"/>
              <a:t>IEEE 802</a:t>
            </a:r>
            <a:r>
              <a:rPr lang="zh-CN" altLang="en-US" dirty="0" smtClean="0"/>
              <a:t>委员会），</a:t>
            </a:r>
            <a:r>
              <a:rPr lang="en-US" altLang="zh-CN" dirty="0" smtClean="0"/>
              <a:t>1980</a:t>
            </a:r>
            <a:r>
              <a:rPr lang="zh-CN" altLang="en-US" dirty="0" smtClean="0"/>
              <a:t>年</a:t>
            </a:r>
            <a:r>
              <a:rPr lang="en-US" altLang="zh-CN" dirty="0" smtClean="0"/>
              <a:t>2</a:t>
            </a:r>
            <a:r>
              <a:rPr lang="zh-CN" altLang="en-US" dirty="0" smtClean="0"/>
              <a:t>月成立</a:t>
            </a:r>
            <a:endParaRPr lang="en-US" altLang="zh-CN" dirty="0" smtClean="0"/>
          </a:p>
          <a:p>
            <a:pPr lvl="1">
              <a:defRPr/>
            </a:pPr>
            <a:r>
              <a:rPr lang="en-US" altLang="zh-CN" dirty="0" smtClean="0"/>
              <a:t>IEEE802.1 – IEEE802.16</a:t>
            </a:r>
            <a:r>
              <a:rPr lang="zh-CN" altLang="en-US" dirty="0" smtClean="0"/>
              <a:t>系列标准已经发布</a:t>
            </a:r>
            <a:endParaRPr lang="en-US" altLang="zh-CN" dirty="0" smtClean="0"/>
          </a:p>
          <a:p>
            <a:pPr lvl="1">
              <a:defRPr/>
            </a:pPr>
            <a:r>
              <a:rPr lang="en-US" altLang="zh-CN" dirty="0" smtClean="0"/>
              <a:t>IEEE802.1 </a:t>
            </a:r>
            <a:r>
              <a:rPr lang="en-US" altLang="zh-CN" dirty="0"/>
              <a:t>– </a:t>
            </a:r>
            <a:r>
              <a:rPr lang="en-US" altLang="zh-CN" dirty="0" smtClean="0"/>
              <a:t>IEEE802.6</a:t>
            </a:r>
            <a:r>
              <a:rPr lang="zh-CN" altLang="en-US" dirty="0" smtClean="0"/>
              <a:t>已成为</a:t>
            </a:r>
            <a:r>
              <a:rPr lang="en-US" altLang="zh-CN" dirty="0" smtClean="0"/>
              <a:t>ISO</a:t>
            </a:r>
            <a:r>
              <a:rPr lang="zh-CN" altLang="en-US" dirty="0" smtClean="0"/>
              <a:t>标准，为</a:t>
            </a:r>
            <a:r>
              <a:rPr lang="en-US" altLang="zh-CN" dirty="0" smtClean="0"/>
              <a:t>ISO8802-1 </a:t>
            </a:r>
            <a:r>
              <a:rPr lang="en-US" altLang="zh-CN" dirty="0"/>
              <a:t>– </a:t>
            </a:r>
            <a:r>
              <a:rPr lang="en-US" altLang="zh-CN" dirty="0" smtClean="0"/>
              <a:t>ISO8802-6</a:t>
            </a:r>
          </a:p>
          <a:p>
            <a:pPr lvl="1">
              <a:defRPr/>
            </a:pPr>
            <a:endParaRPr lang="en-US" altLang="zh-CN" dirty="0" smtClean="0"/>
          </a:p>
          <a:p>
            <a:pPr marL="457200" lvl="1" indent="0">
              <a:buFont typeface="Wingdings" pitchFamily="2" charset="2"/>
              <a:buNone/>
              <a:defRPr/>
            </a:pPr>
            <a:endParaRPr lang="en-US" altLang="zh-CN" dirty="0" smtClean="0"/>
          </a:p>
          <a:p>
            <a:pPr lvl="1">
              <a:defRPr/>
            </a:pPr>
            <a:endParaRPr lang="zh-CN" altLang="en-US" dirty="0"/>
          </a:p>
        </p:txBody>
      </p:sp>
      <p:sp>
        <p:nvSpPr>
          <p:cNvPr id="4" name="灯片编号占位符 3"/>
          <p:cNvSpPr>
            <a:spLocks noGrp="1"/>
          </p:cNvSpPr>
          <p:nvPr>
            <p:ph type="sldNum" sz="quarter" idx="12"/>
          </p:nvPr>
        </p:nvSpPr>
        <p:spPr/>
        <p:txBody>
          <a:bodyPr/>
          <a:lstStyle/>
          <a:p>
            <a:pPr>
              <a:defRPr/>
            </a:pPr>
            <a:fld id="{9985E56B-75BB-4EA0-8440-438DCEB4D163}" type="slidenum">
              <a:rPr lang="zh-CN" altLang="en-US" smtClean="0"/>
              <a:pPr>
                <a:defRPr/>
              </a:pPr>
              <a:t>62</a:t>
            </a:fld>
            <a:endParaRPr lang="zh-CN" altLang="en-US"/>
          </a:p>
        </p:txBody>
      </p:sp>
    </p:spTree>
  </p:cSld>
  <p:clrMapOvr>
    <a:masterClrMapping/>
  </p:clrMapOvr>
  <p:transition spd="slow">
    <p:push dir="u"/>
  </p:transition>
  <p:timing>
    <p:tnLst>
      <p:par>
        <p:cTn id="1" dur="indefinite" restart="never" nodeType="tmRoot"/>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066" name="标题 1"/>
          <p:cNvSpPr>
            <a:spLocks noGrp="1"/>
          </p:cNvSpPr>
          <p:nvPr>
            <p:ph type="title"/>
          </p:nvPr>
        </p:nvSpPr>
        <p:spPr>
          <a:xfrm>
            <a:off x="107950" y="44450"/>
            <a:ext cx="7343775" cy="792163"/>
          </a:xfrm>
        </p:spPr>
        <p:txBody>
          <a:bodyPr/>
          <a:lstStyle/>
          <a:p>
            <a:r>
              <a:rPr lang="en-US" altLang="zh-CN" smtClean="0"/>
              <a:t>2.10 </a:t>
            </a:r>
            <a:r>
              <a:rPr lang="zh-CN" altLang="en-US" smtClean="0"/>
              <a:t>网络互连与通信参考模型</a:t>
            </a:r>
          </a:p>
        </p:txBody>
      </p:sp>
      <p:sp>
        <p:nvSpPr>
          <p:cNvPr id="88067" name="内容占位符 2"/>
          <p:cNvSpPr>
            <a:spLocks noGrp="1"/>
          </p:cNvSpPr>
          <p:nvPr>
            <p:ph idx="1"/>
          </p:nvPr>
        </p:nvSpPr>
        <p:spPr>
          <a:xfrm>
            <a:off x="107950" y="981075"/>
            <a:ext cx="8928100" cy="5102225"/>
          </a:xfrm>
        </p:spPr>
        <p:txBody>
          <a:bodyPr/>
          <a:lstStyle/>
          <a:p>
            <a:r>
              <a:rPr lang="en-US" altLang="zh-CN" b="1" smtClean="0">
                <a:solidFill>
                  <a:srgbClr val="FF0000"/>
                </a:solidFill>
              </a:rPr>
              <a:t>IEEE 802</a:t>
            </a:r>
            <a:r>
              <a:rPr lang="zh-CN" altLang="en-US" b="1" smtClean="0">
                <a:solidFill>
                  <a:srgbClr val="FF0000"/>
                </a:solidFill>
              </a:rPr>
              <a:t>标准系列组成</a:t>
            </a:r>
            <a:endParaRPr lang="en-US" altLang="zh-CN" b="1" smtClean="0">
              <a:solidFill>
                <a:srgbClr val="FF0000"/>
              </a:solidFill>
            </a:endParaRPr>
          </a:p>
          <a:p>
            <a:pPr lvl="1"/>
            <a:r>
              <a:rPr lang="en-US" altLang="zh-CN" smtClean="0"/>
              <a:t>IEEE802.1A</a:t>
            </a:r>
            <a:r>
              <a:rPr lang="zh-CN" altLang="en-US" smtClean="0"/>
              <a:t>为综述和体系结构，</a:t>
            </a:r>
            <a:r>
              <a:rPr lang="en-US" altLang="zh-CN" smtClean="0"/>
              <a:t>802.1B</a:t>
            </a:r>
            <a:r>
              <a:rPr lang="zh-CN" altLang="en-US" smtClean="0"/>
              <a:t>为寻址、网际互连和网络管理</a:t>
            </a:r>
            <a:endParaRPr lang="en-US" altLang="zh-CN" smtClean="0"/>
          </a:p>
          <a:p>
            <a:pPr lvl="1"/>
            <a:r>
              <a:rPr lang="en-US" altLang="zh-CN" smtClean="0"/>
              <a:t>IEEE802.2 </a:t>
            </a:r>
            <a:r>
              <a:rPr lang="zh-CN" altLang="en-US" smtClean="0"/>
              <a:t>为逻辑链路控制</a:t>
            </a:r>
            <a:endParaRPr lang="en-US" altLang="zh-CN" smtClean="0"/>
          </a:p>
          <a:p>
            <a:pPr lvl="1"/>
            <a:r>
              <a:rPr lang="en-US" altLang="zh-CN" smtClean="0"/>
              <a:t>IEEE802.3</a:t>
            </a:r>
            <a:r>
              <a:rPr lang="zh-CN" altLang="en-US" smtClean="0"/>
              <a:t> 为</a:t>
            </a:r>
            <a:r>
              <a:rPr lang="en-US" altLang="zh-CN" smtClean="0"/>
              <a:t>CSMA/CD </a:t>
            </a:r>
            <a:r>
              <a:rPr lang="zh-CN" altLang="en-US" smtClean="0"/>
              <a:t>接入方法和物理层规范</a:t>
            </a:r>
            <a:endParaRPr lang="en-US" altLang="zh-CN" smtClean="0"/>
          </a:p>
          <a:p>
            <a:pPr lvl="1"/>
            <a:r>
              <a:rPr lang="en-US" altLang="zh-CN" smtClean="0"/>
              <a:t>IEEE802.4 </a:t>
            </a:r>
            <a:r>
              <a:rPr lang="zh-CN" altLang="en-US" smtClean="0"/>
              <a:t>为</a:t>
            </a:r>
            <a:r>
              <a:rPr lang="en-US" altLang="zh-CN" smtClean="0"/>
              <a:t>Token bus</a:t>
            </a:r>
            <a:r>
              <a:rPr lang="zh-CN" altLang="en-US" smtClean="0"/>
              <a:t>令牌总线接入方法和物理层规范</a:t>
            </a:r>
            <a:endParaRPr lang="en-US" altLang="zh-CN" smtClean="0"/>
          </a:p>
          <a:p>
            <a:pPr lvl="1"/>
            <a:r>
              <a:rPr lang="en-US" altLang="zh-CN" smtClean="0"/>
              <a:t>IEEE802.5 </a:t>
            </a:r>
            <a:r>
              <a:rPr lang="zh-CN" altLang="en-US" smtClean="0"/>
              <a:t>为</a:t>
            </a:r>
            <a:r>
              <a:rPr lang="en-US" altLang="zh-CN" smtClean="0"/>
              <a:t>Token ring</a:t>
            </a:r>
            <a:r>
              <a:rPr lang="zh-CN" altLang="en-US" smtClean="0"/>
              <a:t>令牌环接入方法和物理层规范</a:t>
            </a:r>
            <a:endParaRPr lang="en-US" altLang="zh-CN" smtClean="0"/>
          </a:p>
          <a:p>
            <a:pPr lvl="1"/>
            <a:r>
              <a:rPr lang="en-US" altLang="zh-CN" smtClean="0"/>
              <a:t>IEEE802.6 </a:t>
            </a:r>
            <a:r>
              <a:rPr lang="zh-CN" altLang="en-US" smtClean="0"/>
              <a:t>为</a:t>
            </a:r>
            <a:r>
              <a:rPr lang="en-US" altLang="zh-CN" smtClean="0"/>
              <a:t>MAN</a:t>
            </a:r>
            <a:r>
              <a:rPr lang="zh-CN" altLang="en-US" smtClean="0"/>
              <a:t>城域网接入方法和物理层规范</a:t>
            </a:r>
            <a:endParaRPr lang="en-US" altLang="zh-CN" smtClean="0"/>
          </a:p>
          <a:p>
            <a:pPr lvl="1"/>
            <a:r>
              <a:rPr lang="en-US" altLang="zh-CN" smtClean="0"/>
              <a:t>IEEE802.7 </a:t>
            </a:r>
            <a:r>
              <a:rPr lang="zh-CN" altLang="en-US" smtClean="0"/>
              <a:t>为宽带技术</a:t>
            </a:r>
            <a:endParaRPr lang="en-US" altLang="zh-CN" smtClean="0"/>
          </a:p>
          <a:p>
            <a:pPr lvl="1"/>
            <a:r>
              <a:rPr lang="en-US" altLang="zh-CN" smtClean="0"/>
              <a:t>IEEE802.8 </a:t>
            </a:r>
            <a:r>
              <a:rPr lang="zh-CN" altLang="en-US" smtClean="0"/>
              <a:t>为光纤技术</a:t>
            </a:r>
            <a:endParaRPr lang="en-US" altLang="zh-CN" smtClean="0"/>
          </a:p>
        </p:txBody>
      </p:sp>
      <p:sp>
        <p:nvSpPr>
          <p:cNvPr id="4" name="灯片编号占位符 3"/>
          <p:cNvSpPr>
            <a:spLocks noGrp="1"/>
          </p:cNvSpPr>
          <p:nvPr>
            <p:ph type="sldNum" sz="quarter" idx="12"/>
          </p:nvPr>
        </p:nvSpPr>
        <p:spPr/>
        <p:txBody>
          <a:bodyPr/>
          <a:lstStyle/>
          <a:p>
            <a:pPr>
              <a:defRPr/>
            </a:pPr>
            <a:fld id="{6112994C-A9E3-4FA6-8115-C1AC9D750F61}" type="slidenum">
              <a:rPr lang="zh-CN" altLang="en-US" smtClean="0"/>
              <a:pPr>
                <a:defRPr/>
              </a:pPr>
              <a:t>63</a:t>
            </a:fld>
            <a:endParaRPr lang="zh-CN" altLang="en-US"/>
          </a:p>
        </p:txBody>
      </p:sp>
    </p:spTree>
  </p:cSld>
  <p:clrMapOvr>
    <a:masterClrMapping/>
  </p:clrMapOvr>
  <p:transition spd="slow">
    <p:push dir="u"/>
  </p:transition>
  <p:timing>
    <p:tnLst>
      <p:par>
        <p:cTn id="1" dur="indefinite" restart="never" nodeType="tmRoot"/>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090" name="标题 1"/>
          <p:cNvSpPr>
            <a:spLocks noGrp="1"/>
          </p:cNvSpPr>
          <p:nvPr>
            <p:ph type="title"/>
          </p:nvPr>
        </p:nvSpPr>
        <p:spPr>
          <a:xfrm>
            <a:off x="107950" y="44450"/>
            <a:ext cx="7343775" cy="792163"/>
          </a:xfrm>
        </p:spPr>
        <p:txBody>
          <a:bodyPr/>
          <a:lstStyle/>
          <a:p>
            <a:r>
              <a:rPr lang="en-US" altLang="zh-CN" smtClean="0"/>
              <a:t>2.10 </a:t>
            </a:r>
            <a:r>
              <a:rPr lang="zh-CN" altLang="en-US" smtClean="0"/>
              <a:t>网络互连与通信参考模型</a:t>
            </a:r>
          </a:p>
        </p:txBody>
      </p:sp>
      <p:sp>
        <p:nvSpPr>
          <p:cNvPr id="3" name="内容占位符 2"/>
          <p:cNvSpPr>
            <a:spLocks noGrp="1"/>
          </p:cNvSpPr>
          <p:nvPr>
            <p:ph idx="1"/>
          </p:nvPr>
        </p:nvSpPr>
        <p:spPr>
          <a:xfrm>
            <a:off x="107950" y="981075"/>
            <a:ext cx="8928100" cy="5102225"/>
          </a:xfrm>
        </p:spPr>
        <p:txBody>
          <a:bodyPr/>
          <a:lstStyle/>
          <a:p>
            <a:pPr>
              <a:buFont typeface="Wingdings" pitchFamily="2" charset="2"/>
              <a:buChar char="ü"/>
              <a:defRPr/>
            </a:pPr>
            <a:r>
              <a:rPr lang="en-US" altLang="zh-CN" sz="2800" dirty="0" smtClean="0"/>
              <a:t>IEEE802.9   </a:t>
            </a:r>
            <a:r>
              <a:rPr lang="zh-CN" altLang="en-US" sz="2800" dirty="0" smtClean="0"/>
              <a:t>为语音综合数据业务网</a:t>
            </a:r>
            <a:endParaRPr lang="en-US" altLang="zh-CN" sz="2800" dirty="0"/>
          </a:p>
          <a:p>
            <a:pPr>
              <a:buFont typeface="Wingdings" pitchFamily="2" charset="2"/>
              <a:buChar char="ü"/>
              <a:defRPr/>
            </a:pPr>
            <a:r>
              <a:rPr lang="en-US" altLang="zh-CN" sz="2800" dirty="0" smtClean="0"/>
              <a:t>IEEE802.10 </a:t>
            </a:r>
            <a:r>
              <a:rPr lang="zh-CN" altLang="en-US" sz="2800" dirty="0" smtClean="0"/>
              <a:t>为可互操作的局域网安全规范</a:t>
            </a:r>
            <a:endParaRPr lang="en-US" altLang="zh-CN" sz="2800" dirty="0"/>
          </a:p>
          <a:p>
            <a:pPr>
              <a:buFont typeface="Wingdings" pitchFamily="2" charset="2"/>
              <a:buChar char="ü"/>
              <a:defRPr/>
            </a:pPr>
            <a:r>
              <a:rPr lang="en-US" altLang="zh-CN" sz="2800" dirty="0" smtClean="0"/>
              <a:t>IEEE802.11 </a:t>
            </a:r>
            <a:r>
              <a:rPr lang="zh-CN" altLang="en-US" sz="2800" dirty="0" smtClean="0"/>
              <a:t>为</a:t>
            </a:r>
            <a:r>
              <a:rPr lang="en-US" altLang="zh-CN" sz="2800" dirty="0"/>
              <a:t>WLAN</a:t>
            </a:r>
            <a:r>
              <a:rPr lang="zh-CN" altLang="en-US" sz="2800" dirty="0" smtClean="0"/>
              <a:t>无线局域网</a:t>
            </a:r>
            <a:endParaRPr lang="en-US" altLang="zh-CN" sz="2800" dirty="0" smtClean="0"/>
          </a:p>
          <a:p>
            <a:pPr>
              <a:buFont typeface="Wingdings" pitchFamily="2" charset="2"/>
              <a:buChar char="ü"/>
              <a:defRPr/>
            </a:pPr>
            <a:r>
              <a:rPr lang="en-US" altLang="zh-CN" sz="2800" dirty="0" smtClean="0"/>
              <a:t>IEEE802.12 </a:t>
            </a:r>
            <a:r>
              <a:rPr lang="zh-CN" altLang="en-US" sz="2800" dirty="0" smtClean="0"/>
              <a:t>为优先轮询局域网</a:t>
            </a:r>
            <a:endParaRPr lang="en-US" altLang="zh-CN" sz="2800" dirty="0" smtClean="0"/>
          </a:p>
          <a:p>
            <a:pPr>
              <a:buFont typeface="Wingdings" pitchFamily="2" charset="2"/>
              <a:buChar char="ü"/>
              <a:defRPr/>
            </a:pPr>
            <a:r>
              <a:rPr lang="en-US" altLang="zh-CN" sz="2800" dirty="0" smtClean="0"/>
              <a:t>IEEE802.14 </a:t>
            </a:r>
            <a:r>
              <a:rPr lang="zh-CN" altLang="en-US" sz="2800" dirty="0" smtClean="0"/>
              <a:t>为</a:t>
            </a:r>
            <a:r>
              <a:rPr lang="en-US" altLang="zh-CN" sz="2800" dirty="0" smtClean="0"/>
              <a:t>Cable-TV</a:t>
            </a:r>
            <a:r>
              <a:rPr lang="zh-CN" altLang="en-US" sz="2800" dirty="0" smtClean="0"/>
              <a:t>的广域网</a:t>
            </a:r>
            <a:endParaRPr lang="en-US" altLang="zh-CN" sz="2800" dirty="0" smtClean="0"/>
          </a:p>
          <a:p>
            <a:pPr>
              <a:buFont typeface="Wingdings" pitchFamily="2" charset="2"/>
              <a:buChar char="ü"/>
              <a:defRPr/>
            </a:pPr>
            <a:r>
              <a:rPr lang="en-US" altLang="zh-CN" sz="2800" dirty="0" smtClean="0"/>
              <a:t>IEEE802.15 </a:t>
            </a:r>
            <a:r>
              <a:rPr lang="zh-CN" altLang="en-US" sz="2800" dirty="0" smtClean="0"/>
              <a:t>为</a:t>
            </a:r>
            <a:r>
              <a:rPr lang="en-US" altLang="zh-CN" sz="2800" dirty="0" smtClean="0"/>
              <a:t>WPAN</a:t>
            </a:r>
            <a:r>
              <a:rPr lang="zh-CN" altLang="en-US" sz="2800" dirty="0" smtClean="0"/>
              <a:t>无线个人局域网</a:t>
            </a:r>
            <a:endParaRPr lang="en-US" altLang="zh-CN" sz="2800" dirty="0" smtClean="0"/>
          </a:p>
          <a:p>
            <a:pPr>
              <a:buFont typeface="Wingdings" pitchFamily="2" charset="2"/>
              <a:buChar char="ü"/>
              <a:defRPr/>
            </a:pPr>
            <a:r>
              <a:rPr lang="en-US" altLang="zh-CN" sz="2800" dirty="0" smtClean="0"/>
              <a:t>IEEE802.16 </a:t>
            </a:r>
            <a:r>
              <a:rPr lang="zh-CN" altLang="en-US" sz="2800" dirty="0" smtClean="0"/>
              <a:t>为宽带无线局域网</a:t>
            </a:r>
            <a:endParaRPr lang="en-US" altLang="zh-CN" sz="2800" dirty="0" smtClean="0"/>
          </a:p>
          <a:p>
            <a:pPr>
              <a:buFont typeface="Wingdings" pitchFamily="2" charset="2"/>
              <a:buChar char="ü"/>
              <a:defRPr/>
            </a:pPr>
            <a:r>
              <a:rPr lang="en-US" altLang="zh-CN" sz="2800" dirty="0" smtClean="0"/>
              <a:t>IEEE802.13 </a:t>
            </a:r>
            <a:r>
              <a:rPr lang="zh-CN" altLang="en-US" sz="2800" dirty="0"/>
              <a:t>未</a:t>
            </a:r>
            <a:r>
              <a:rPr lang="zh-CN" altLang="en-US" sz="2800" dirty="0" smtClean="0"/>
              <a:t>用</a:t>
            </a:r>
            <a:endParaRPr lang="en-US" altLang="zh-CN" sz="2800" dirty="0" smtClean="0"/>
          </a:p>
          <a:p>
            <a:pPr marL="0" indent="0">
              <a:buFont typeface="Wingdings" pitchFamily="2" charset="2"/>
              <a:buNone/>
              <a:defRPr/>
            </a:pPr>
            <a:r>
              <a:rPr lang="en-US" altLang="zh-CN" sz="2800" dirty="0" smtClean="0">
                <a:solidFill>
                  <a:srgbClr val="7030A0"/>
                </a:solidFill>
              </a:rPr>
              <a:t>IEEE802</a:t>
            </a:r>
            <a:r>
              <a:rPr lang="zh-CN" altLang="en-US" sz="2800" dirty="0" smtClean="0">
                <a:solidFill>
                  <a:srgbClr val="7030A0"/>
                </a:solidFill>
              </a:rPr>
              <a:t>系列标准只涉及</a:t>
            </a:r>
            <a:r>
              <a:rPr lang="zh-CN" altLang="en-US" sz="2800" b="1" dirty="0" smtClean="0">
                <a:solidFill>
                  <a:srgbClr val="FF0000"/>
                </a:solidFill>
              </a:rPr>
              <a:t>物理层</a:t>
            </a:r>
            <a:r>
              <a:rPr lang="zh-CN" altLang="en-US" sz="2800" dirty="0" smtClean="0">
                <a:solidFill>
                  <a:srgbClr val="7030A0"/>
                </a:solidFill>
              </a:rPr>
              <a:t>与</a:t>
            </a:r>
            <a:r>
              <a:rPr lang="zh-CN" altLang="en-US" sz="2800" b="1" dirty="0" smtClean="0">
                <a:solidFill>
                  <a:srgbClr val="FF0000"/>
                </a:solidFill>
              </a:rPr>
              <a:t>数据链路层</a:t>
            </a:r>
            <a:r>
              <a:rPr lang="zh-CN" altLang="en-US" sz="2800" dirty="0" smtClean="0">
                <a:solidFill>
                  <a:srgbClr val="7030A0"/>
                </a:solidFill>
              </a:rPr>
              <a:t>中与网络连接直接相关的内容，若要为用户服务，还需要高层协议提供相关支持。</a:t>
            </a:r>
            <a:endParaRPr lang="zh-CN" altLang="en-US" sz="2800" dirty="0">
              <a:solidFill>
                <a:srgbClr val="7030A0"/>
              </a:solidFill>
            </a:endParaRPr>
          </a:p>
        </p:txBody>
      </p:sp>
      <p:sp>
        <p:nvSpPr>
          <p:cNvPr id="4" name="灯片编号占位符 3"/>
          <p:cNvSpPr>
            <a:spLocks noGrp="1"/>
          </p:cNvSpPr>
          <p:nvPr>
            <p:ph type="sldNum" sz="quarter" idx="12"/>
          </p:nvPr>
        </p:nvSpPr>
        <p:spPr/>
        <p:txBody>
          <a:bodyPr/>
          <a:lstStyle/>
          <a:p>
            <a:pPr>
              <a:defRPr/>
            </a:pPr>
            <a:fld id="{B294AA20-70C1-432B-A105-08E23DDBA8C4}" type="slidenum">
              <a:rPr lang="zh-CN" altLang="en-US" smtClean="0"/>
              <a:pPr>
                <a:defRPr/>
              </a:pPr>
              <a:t>64</a:t>
            </a:fld>
            <a:endParaRPr lang="zh-CN" altLang="en-US"/>
          </a:p>
        </p:txBody>
      </p:sp>
    </p:spTree>
  </p:cSld>
  <p:clrMapOvr>
    <a:masterClrMapping/>
  </p:clrMapOvr>
  <p:transition spd="slow">
    <p:push dir="u"/>
  </p:transition>
  <p:timing>
    <p:tnLst>
      <p:par>
        <p:cTn id="1" dur="indefinite" restart="never" nodeType="tmRoot"/>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114" name="标题 1"/>
          <p:cNvSpPr>
            <a:spLocks noGrp="1"/>
          </p:cNvSpPr>
          <p:nvPr>
            <p:ph type="title"/>
          </p:nvPr>
        </p:nvSpPr>
        <p:spPr>
          <a:xfrm>
            <a:off x="107950" y="44450"/>
            <a:ext cx="7343775" cy="792163"/>
          </a:xfrm>
        </p:spPr>
        <p:txBody>
          <a:bodyPr/>
          <a:lstStyle/>
          <a:p>
            <a:r>
              <a:rPr lang="en-US" altLang="zh-CN" smtClean="0"/>
              <a:t>2.10 </a:t>
            </a:r>
            <a:r>
              <a:rPr lang="zh-CN" altLang="en-US" smtClean="0"/>
              <a:t>网络互连与通信参考模型</a:t>
            </a:r>
          </a:p>
        </p:txBody>
      </p:sp>
      <p:sp>
        <p:nvSpPr>
          <p:cNvPr id="90115" name="内容占位符 2"/>
          <p:cNvSpPr>
            <a:spLocks noGrp="1"/>
          </p:cNvSpPr>
          <p:nvPr>
            <p:ph idx="1"/>
          </p:nvPr>
        </p:nvSpPr>
        <p:spPr>
          <a:xfrm>
            <a:off x="107950" y="981075"/>
            <a:ext cx="8928100" cy="5102225"/>
          </a:xfrm>
        </p:spPr>
        <p:txBody>
          <a:bodyPr/>
          <a:lstStyle/>
          <a:p>
            <a:pPr algn="just"/>
            <a:r>
              <a:rPr lang="en-US" altLang="zh-CN" b="1" dirty="0" smtClean="0">
                <a:solidFill>
                  <a:srgbClr val="FF0000"/>
                </a:solidFill>
              </a:rPr>
              <a:t>OSI</a:t>
            </a:r>
            <a:r>
              <a:rPr lang="zh-CN" altLang="en-US" b="1" dirty="0" smtClean="0">
                <a:solidFill>
                  <a:srgbClr val="FF0000"/>
                </a:solidFill>
              </a:rPr>
              <a:t>参考模型：</a:t>
            </a:r>
            <a:endParaRPr lang="en-US" altLang="zh-CN" b="1" dirty="0" smtClean="0">
              <a:solidFill>
                <a:srgbClr val="FF0000"/>
              </a:solidFill>
            </a:endParaRPr>
          </a:p>
          <a:p>
            <a:pPr lvl="1" algn="just"/>
            <a:r>
              <a:rPr lang="zh-CN" altLang="en-US" sz="2400" dirty="0" smtClean="0">
                <a:solidFill>
                  <a:srgbClr val="FF0000"/>
                </a:solidFill>
              </a:rPr>
              <a:t>概念：</a:t>
            </a:r>
            <a:r>
              <a:rPr lang="zh-CN" altLang="en-US" sz="2400" dirty="0">
                <a:solidFill>
                  <a:srgbClr val="C00000"/>
                </a:solidFill>
              </a:rPr>
              <a:t>开放式系统互连</a:t>
            </a:r>
            <a:r>
              <a:rPr lang="zh-CN" altLang="en-US" sz="2400" dirty="0"/>
              <a:t>（</a:t>
            </a:r>
            <a:r>
              <a:rPr lang="en-US" altLang="zh-CN" sz="2400" dirty="0"/>
              <a:t>OSI</a:t>
            </a:r>
            <a:r>
              <a:rPr lang="zh-CN" altLang="en-US" sz="2400" dirty="0"/>
              <a:t>，</a:t>
            </a:r>
            <a:r>
              <a:rPr lang="en-US" altLang="zh-CN" sz="2400" dirty="0"/>
              <a:t>Open System Interconnection</a:t>
            </a:r>
            <a:r>
              <a:rPr lang="zh-CN" altLang="en-US" sz="2400" dirty="0"/>
              <a:t>）参考模型，国</a:t>
            </a:r>
            <a:r>
              <a:rPr lang="zh-CN" altLang="en-US" sz="2400" dirty="0" smtClean="0"/>
              <a:t>际标准化组织（</a:t>
            </a:r>
            <a:r>
              <a:rPr lang="en-US" altLang="zh-CN" sz="2400" dirty="0" smtClean="0"/>
              <a:t>ISO</a:t>
            </a:r>
            <a:r>
              <a:rPr lang="zh-CN" altLang="en-US" sz="2400" dirty="0" smtClean="0"/>
              <a:t>）提出，通</a:t>
            </a:r>
            <a:r>
              <a:rPr lang="zh-CN" altLang="en-US" sz="2400" dirty="0"/>
              <a:t>过</a:t>
            </a:r>
            <a:r>
              <a:rPr lang="zh-CN" altLang="en-US" sz="2400" dirty="0" smtClean="0"/>
              <a:t>分层模型为异构系统互连提供共同基础和标准框架，并为保持相关标准的一致性和兼容性提供参考。</a:t>
            </a:r>
            <a:endParaRPr lang="en-US" altLang="zh-CN" sz="2400" dirty="0" smtClean="0"/>
          </a:p>
          <a:p>
            <a:pPr lvl="1" algn="just"/>
            <a:r>
              <a:rPr lang="zh-CN" altLang="en-US" sz="2400" dirty="0" smtClean="0">
                <a:solidFill>
                  <a:srgbClr val="FF0000"/>
                </a:solidFill>
              </a:rPr>
              <a:t>层次：</a:t>
            </a:r>
            <a:r>
              <a:rPr lang="zh-CN" altLang="en-US" sz="2400" dirty="0" smtClean="0"/>
              <a:t>将开放系统的</a:t>
            </a:r>
            <a:r>
              <a:rPr lang="zh-CN" altLang="en-US" sz="2400" dirty="0" smtClean="0">
                <a:solidFill>
                  <a:srgbClr val="C00000"/>
                </a:solidFill>
              </a:rPr>
              <a:t>通信功能</a:t>
            </a:r>
            <a:r>
              <a:rPr lang="zh-CN" altLang="en-US" sz="2400" dirty="0" smtClean="0"/>
              <a:t>划分为</a:t>
            </a:r>
            <a:r>
              <a:rPr lang="zh-CN" altLang="en-US" sz="2400" dirty="0" smtClean="0">
                <a:solidFill>
                  <a:srgbClr val="C00000"/>
                </a:solidFill>
              </a:rPr>
              <a:t>七个层次</a:t>
            </a:r>
            <a:r>
              <a:rPr lang="zh-CN" altLang="en-US" sz="2400" dirty="0" smtClean="0"/>
              <a:t>，相似功能集中在同一层中，功能差别较大时分层。各层协议由各层独立进行，每层只对相邻的上、下层定义接口。分层使得引入新技术或提出新业务要求时，可将影响限制在相关层中而不改动全部协议。</a:t>
            </a:r>
            <a:endParaRPr lang="en-US" altLang="zh-CN" sz="2400" dirty="0" smtClean="0"/>
          </a:p>
          <a:p>
            <a:pPr lvl="1" algn="just"/>
            <a:r>
              <a:rPr lang="zh-CN" altLang="en-US" sz="2400" dirty="0" smtClean="0">
                <a:solidFill>
                  <a:srgbClr val="FF0000"/>
                </a:solidFill>
              </a:rPr>
              <a:t>目的：</a:t>
            </a:r>
            <a:r>
              <a:rPr lang="zh-CN" altLang="en-US" sz="2400" dirty="0" smtClean="0"/>
              <a:t>允许任一支持某种可用标准的计算机应用进程，自由地与任何支持同一标准的计算机应用进程进行通信。 </a:t>
            </a:r>
          </a:p>
        </p:txBody>
      </p:sp>
      <p:sp>
        <p:nvSpPr>
          <p:cNvPr id="4" name="灯片编号占位符 3"/>
          <p:cNvSpPr>
            <a:spLocks noGrp="1"/>
          </p:cNvSpPr>
          <p:nvPr>
            <p:ph type="sldNum" sz="quarter" idx="12"/>
          </p:nvPr>
        </p:nvSpPr>
        <p:spPr/>
        <p:txBody>
          <a:bodyPr/>
          <a:lstStyle/>
          <a:p>
            <a:pPr>
              <a:defRPr/>
            </a:pPr>
            <a:fld id="{ECCDE0F7-2912-4716-83E8-C1BDDBFA4C14}" type="slidenum">
              <a:rPr lang="zh-CN" altLang="en-US" smtClean="0"/>
              <a:pPr>
                <a:defRPr/>
              </a:pPr>
              <a:t>65</a:t>
            </a:fld>
            <a:endParaRPr lang="zh-CN" altLang="en-US"/>
          </a:p>
        </p:txBody>
      </p:sp>
    </p:spTree>
  </p:cSld>
  <p:clrMapOvr>
    <a:masterClrMapping/>
  </p:clrMapOvr>
  <p:transition spd="slow">
    <p:push dir="u"/>
  </p:transition>
  <p:timing>
    <p:tnLst>
      <p:par>
        <p:cTn id="1" dur="indefinite" restart="never" nodeType="tmRoot"/>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138" name="标题 1"/>
          <p:cNvSpPr>
            <a:spLocks noGrp="1"/>
          </p:cNvSpPr>
          <p:nvPr>
            <p:ph type="title"/>
          </p:nvPr>
        </p:nvSpPr>
        <p:spPr>
          <a:xfrm>
            <a:off x="107950" y="44450"/>
            <a:ext cx="7343775" cy="792163"/>
          </a:xfrm>
        </p:spPr>
        <p:txBody>
          <a:bodyPr/>
          <a:lstStyle/>
          <a:p>
            <a:r>
              <a:rPr lang="en-US" altLang="zh-CN" smtClean="0"/>
              <a:t>2.10 </a:t>
            </a:r>
            <a:r>
              <a:rPr lang="zh-CN" altLang="en-US" smtClean="0"/>
              <a:t>网络互连与通信参考模型</a:t>
            </a:r>
          </a:p>
        </p:txBody>
      </p:sp>
      <p:sp>
        <p:nvSpPr>
          <p:cNvPr id="4" name="灯片编号占位符 3"/>
          <p:cNvSpPr>
            <a:spLocks noGrp="1"/>
          </p:cNvSpPr>
          <p:nvPr>
            <p:ph type="sldNum" sz="quarter" idx="12"/>
          </p:nvPr>
        </p:nvSpPr>
        <p:spPr/>
        <p:txBody>
          <a:bodyPr/>
          <a:lstStyle/>
          <a:p>
            <a:pPr>
              <a:defRPr/>
            </a:pPr>
            <a:fld id="{B2EF6A2E-6FDA-4397-831C-A6414A5209EC}" type="slidenum">
              <a:rPr lang="zh-CN" altLang="en-US" smtClean="0"/>
              <a:pPr>
                <a:defRPr/>
              </a:pPr>
              <a:t>66</a:t>
            </a:fld>
            <a:endParaRPr lang="zh-CN" altLang="en-US"/>
          </a:p>
        </p:txBody>
      </p:sp>
      <p:pic>
        <p:nvPicPr>
          <p:cNvPr id="91140" name="Picture 3"/>
          <p:cNvPicPr>
            <a:picLocks noChangeAspect="1" noChangeArrowheads="1"/>
          </p:cNvPicPr>
          <p:nvPr/>
        </p:nvPicPr>
        <p:blipFill>
          <a:blip r:embed="rId3">
            <a:extLst>
              <a:ext uri="{28A0092B-C50C-407E-A947-70E740481C1C}">
                <a14:useLocalDpi xmlns:a14="http://schemas.microsoft.com/office/drawing/2010/main" val="0"/>
              </a:ext>
            </a:extLst>
          </a:blip>
          <a:srcRect b="6395"/>
          <a:stretch>
            <a:fillRect/>
          </a:stretch>
        </p:blipFill>
        <p:spPr bwMode="auto">
          <a:xfrm>
            <a:off x="179388" y="908050"/>
            <a:ext cx="7620000" cy="5473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 name="线形标注 1 5"/>
          <p:cNvSpPr/>
          <p:nvPr/>
        </p:nvSpPr>
        <p:spPr>
          <a:xfrm>
            <a:off x="1835150" y="908050"/>
            <a:ext cx="6948488" cy="2520950"/>
          </a:xfrm>
          <a:prstGeom prst="borderCallout1">
            <a:avLst>
              <a:gd name="adj1" fmla="val 100724"/>
              <a:gd name="adj2" fmla="val -234"/>
              <a:gd name="adj3" fmla="val 161343"/>
              <a:gd name="adj4" fmla="val -8293"/>
            </a:avLst>
          </a:prstGeom>
          <a:solidFill>
            <a:schemeClr val="accent6">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just">
              <a:defRPr/>
            </a:pPr>
            <a:r>
              <a:rPr kumimoji="1" lang="zh-CN" altLang="en-US" sz="2400" dirty="0">
                <a:solidFill>
                  <a:schemeClr val="tx1"/>
                </a:solidFill>
                <a:ea typeface="楷体_GB2312" pitchFamily="49" charset="-122"/>
              </a:rPr>
              <a:t>物理层是</a:t>
            </a:r>
            <a:r>
              <a:rPr kumimoji="1" lang="en-US" altLang="zh-CN" sz="2400" dirty="0">
                <a:solidFill>
                  <a:schemeClr val="tx1"/>
                </a:solidFill>
                <a:ea typeface="楷体_GB2312" pitchFamily="49" charset="-122"/>
              </a:rPr>
              <a:t>OSI</a:t>
            </a:r>
            <a:r>
              <a:rPr kumimoji="1" lang="zh-CN" altLang="en-US" sz="2400" dirty="0">
                <a:solidFill>
                  <a:schemeClr val="tx1"/>
                </a:solidFill>
                <a:ea typeface="楷体_GB2312" pitchFamily="49" charset="-122"/>
              </a:rPr>
              <a:t>参考模型的最底层，主要功能是</a:t>
            </a:r>
            <a:r>
              <a:rPr lang="zh-CN" altLang="en-US" sz="2400" dirty="0">
                <a:solidFill>
                  <a:schemeClr val="tx1"/>
                </a:solidFill>
                <a:ea typeface="楷体_GB2312" pitchFamily="49" charset="-122"/>
              </a:rPr>
              <a:t>定义终端之间的电压、频率、数据速率、最大传输距离、物理连接器等等电气、机械特性和标准，</a:t>
            </a:r>
            <a:r>
              <a:rPr kumimoji="1" lang="zh-CN" altLang="en-US" sz="2400" dirty="0">
                <a:solidFill>
                  <a:schemeClr val="tx1"/>
                </a:solidFill>
                <a:ea typeface="楷体_GB2312" pitchFamily="49" charset="-122"/>
              </a:rPr>
              <a:t>利用传输介质为数据链路层提供物理连接，传输的基本单位是比特，也称为位。物理层典型的协议有</a:t>
            </a:r>
            <a:r>
              <a:rPr kumimoji="1" lang="en-US" altLang="zh-CN" sz="2400" dirty="0">
                <a:solidFill>
                  <a:schemeClr val="tx1"/>
                </a:solidFill>
                <a:ea typeface="楷体_GB2312" pitchFamily="49" charset="-122"/>
              </a:rPr>
              <a:t>RS232</a:t>
            </a:r>
            <a:r>
              <a:rPr kumimoji="1" lang="zh-CN" altLang="en-US" sz="2400" dirty="0">
                <a:solidFill>
                  <a:schemeClr val="tx1"/>
                </a:solidFill>
                <a:ea typeface="楷体_GB2312" pitchFamily="49" charset="-122"/>
              </a:rPr>
              <a:t>，</a:t>
            </a:r>
            <a:r>
              <a:rPr kumimoji="1" lang="en-US" altLang="zh-CN" sz="2400" dirty="0">
                <a:solidFill>
                  <a:schemeClr val="tx1"/>
                </a:solidFill>
                <a:ea typeface="楷体_GB2312" pitchFamily="49" charset="-122"/>
              </a:rPr>
              <a:t>RS422</a:t>
            </a:r>
            <a:r>
              <a:rPr kumimoji="1" lang="zh-CN" altLang="en-US" sz="2400" dirty="0">
                <a:solidFill>
                  <a:schemeClr val="tx1"/>
                </a:solidFill>
                <a:ea typeface="楷体_GB2312" pitchFamily="49" charset="-122"/>
              </a:rPr>
              <a:t>，</a:t>
            </a:r>
            <a:r>
              <a:rPr kumimoji="1" lang="en-US" altLang="zh-CN" sz="2400" dirty="0">
                <a:solidFill>
                  <a:schemeClr val="tx1"/>
                </a:solidFill>
                <a:ea typeface="楷体_GB2312" pitchFamily="49" charset="-122"/>
              </a:rPr>
              <a:t>RS485</a:t>
            </a:r>
            <a:r>
              <a:rPr kumimoji="1" lang="zh-CN" altLang="en-US" sz="2400" dirty="0">
                <a:solidFill>
                  <a:schemeClr val="tx1"/>
                </a:solidFill>
                <a:ea typeface="楷体_GB2312" pitchFamily="49" charset="-122"/>
              </a:rPr>
              <a:t>等。</a:t>
            </a:r>
            <a:endParaRPr lang="zh-CN" altLang="en-US" sz="2400" dirty="0">
              <a:solidFill>
                <a:schemeClr val="tx1"/>
              </a:solidFill>
            </a:endParaRPr>
          </a:p>
        </p:txBody>
      </p:sp>
      <p:sp>
        <p:nvSpPr>
          <p:cNvPr id="3" name="圆角矩形标注 2"/>
          <p:cNvSpPr/>
          <p:nvPr/>
        </p:nvSpPr>
        <p:spPr>
          <a:xfrm>
            <a:off x="1835150" y="3500438"/>
            <a:ext cx="6948488" cy="2881312"/>
          </a:xfrm>
          <a:prstGeom prst="wedgeRoundRectCallout">
            <a:avLst>
              <a:gd name="adj1" fmla="val -19794"/>
              <a:gd name="adj2" fmla="val 49231"/>
              <a:gd name="adj3" fmla="val 16667"/>
            </a:avLst>
          </a:prstGeom>
          <a:solidFill>
            <a:schemeClr val="accent5">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defRPr/>
            </a:pPr>
            <a:r>
              <a:rPr lang="zh-CN" altLang="en-US" sz="2400" dirty="0">
                <a:solidFill>
                  <a:schemeClr val="tx1"/>
                </a:solidFill>
                <a:ea typeface="楷体_GB2312" pitchFamily="49" charset="-122"/>
              </a:rPr>
              <a:t>典型问题包括：多少伏电压表示“</a:t>
            </a:r>
            <a:r>
              <a:rPr lang="en-US" altLang="zh-CN" sz="2400" dirty="0">
                <a:solidFill>
                  <a:schemeClr val="tx1"/>
                </a:solidFill>
                <a:ea typeface="楷体_GB2312" pitchFamily="49" charset="-122"/>
              </a:rPr>
              <a:t>1”</a:t>
            </a:r>
            <a:r>
              <a:rPr lang="zh-CN" altLang="en-US" sz="2400" dirty="0">
                <a:solidFill>
                  <a:schemeClr val="tx1"/>
                </a:solidFill>
                <a:ea typeface="楷体_GB2312" pitchFamily="49" charset="-122"/>
              </a:rPr>
              <a:t>，多少伏电压表示“</a:t>
            </a:r>
            <a:r>
              <a:rPr lang="en-US" altLang="zh-CN" sz="2400" dirty="0">
                <a:solidFill>
                  <a:schemeClr val="tx1"/>
                </a:solidFill>
                <a:ea typeface="楷体_GB2312" pitchFamily="49" charset="-122"/>
              </a:rPr>
              <a:t>0”</a:t>
            </a:r>
            <a:r>
              <a:rPr lang="zh-CN" altLang="en-US" sz="2400" dirty="0">
                <a:solidFill>
                  <a:schemeClr val="tx1"/>
                </a:solidFill>
                <a:ea typeface="楷体_GB2312" pitchFamily="49" charset="-122"/>
              </a:rPr>
              <a:t>；一个比特持续多少微秒；传输是否在两个方向上同时进行；最初的连接如何建立和完成通信后连接如何终止；网络接插件有多少针以及各针的用途等。</a:t>
            </a:r>
            <a:endParaRPr lang="en-US" altLang="zh-CN" sz="2400" dirty="0">
              <a:solidFill>
                <a:schemeClr val="tx1"/>
              </a:solidFill>
              <a:ea typeface="楷体_GB2312" pitchFamily="49" charset="-122"/>
            </a:endParaRPr>
          </a:p>
          <a:p>
            <a:pPr>
              <a:defRPr/>
            </a:pPr>
            <a:r>
              <a:rPr lang="zh-CN" altLang="en-US" sz="2400" dirty="0">
                <a:solidFill>
                  <a:schemeClr val="tx1"/>
                </a:solidFill>
                <a:ea typeface="楷体_GB2312" pitchFamily="49" charset="-122"/>
              </a:rPr>
              <a:t>这里的设计主要是处理机械的、电气的和过程的接口，以及物理层下的物理传输介质等问题。 </a:t>
            </a:r>
            <a:endParaRPr lang="zh-CN" altLang="en-US" dirty="0"/>
          </a:p>
        </p:txBody>
      </p:sp>
    </p:spTree>
  </p:cSld>
  <p:clrMapOvr>
    <a:masterClrMapping/>
  </p:clrMapOvr>
  <p:transition spd="slow">
    <p:push dir="u"/>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4"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500" fill="hold"/>
                                        <p:tgtEl>
                                          <p:spTgt spid="6"/>
                                        </p:tgtEl>
                                        <p:attrNameLst>
                                          <p:attrName>ppt_x</p:attrName>
                                        </p:attrNameLst>
                                      </p:cBhvr>
                                      <p:tavLst>
                                        <p:tav tm="0">
                                          <p:val>
                                            <p:strVal val="#ppt_x"/>
                                          </p:val>
                                        </p:tav>
                                        <p:tav tm="100000">
                                          <p:val>
                                            <p:strVal val="#ppt_x"/>
                                          </p:val>
                                        </p:tav>
                                      </p:tavLst>
                                    </p:anim>
                                    <p:anim calcmode="lin" valueType="num">
                                      <p:cBhvr additive="base">
                                        <p:cTn id="8" dur="500" fill="hold"/>
                                        <p:tgtEl>
                                          <p:spTgt spid="6"/>
                                        </p:tgtEl>
                                        <p:attrNameLst>
                                          <p:attrName>ppt_y</p:attrName>
                                        </p:attrNameLst>
                                      </p:cBhvr>
                                      <p:tavLst>
                                        <p:tav tm="0">
                                          <p:val>
                                            <p:strVal val="1+#ppt_h/2"/>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gtEl>
                                        <p:attrNameLst>
                                          <p:attrName>style.visibility</p:attrName>
                                        </p:attrNameLst>
                                      </p:cBhvr>
                                      <p:to>
                                        <p:strVal val="visible"/>
                                      </p:to>
                                    </p:set>
                                    <p:anim calcmode="lin" valueType="num">
                                      <p:cBhvr additive="base">
                                        <p:cTn id="13" dur="500" fill="hold"/>
                                        <p:tgtEl>
                                          <p:spTgt spid="3"/>
                                        </p:tgtEl>
                                        <p:attrNameLst>
                                          <p:attrName>ppt_x</p:attrName>
                                        </p:attrNameLst>
                                      </p:cBhvr>
                                      <p:tavLst>
                                        <p:tav tm="0">
                                          <p:val>
                                            <p:strVal val="#ppt_x"/>
                                          </p:val>
                                        </p:tav>
                                        <p:tav tm="100000">
                                          <p:val>
                                            <p:strVal val="#ppt_x"/>
                                          </p:val>
                                        </p:tav>
                                      </p:tavLst>
                                    </p:anim>
                                    <p:anim calcmode="lin" valueType="num">
                                      <p:cBhvr additive="base">
                                        <p:cTn id="14" dur="500" fill="hold"/>
                                        <p:tgtEl>
                                          <p:spTgt spid="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3" grpId="0" animBg="1"/>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62" name="标题 1"/>
          <p:cNvSpPr>
            <a:spLocks noGrp="1"/>
          </p:cNvSpPr>
          <p:nvPr>
            <p:ph type="title"/>
          </p:nvPr>
        </p:nvSpPr>
        <p:spPr>
          <a:xfrm>
            <a:off x="107950" y="44450"/>
            <a:ext cx="7343775" cy="792163"/>
          </a:xfrm>
        </p:spPr>
        <p:txBody>
          <a:bodyPr/>
          <a:lstStyle/>
          <a:p>
            <a:r>
              <a:rPr lang="en-US" altLang="zh-CN" smtClean="0"/>
              <a:t>2.10 </a:t>
            </a:r>
            <a:r>
              <a:rPr lang="zh-CN" altLang="en-US" smtClean="0"/>
              <a:t>网络互连与通信参考模型</a:t>
            </a:r>
          </a:p>
        </p:txBody>
      </p:sp>
      <p:sp>
        <p:nvSpPr>
          <p:cNvPr id="4" name="灯片编号占位符 3"/>
          <p:cNvSpPr>
            <a:spLocks noGrp="1"/>
          </p:cNvSpPr>
          <p:nvPr>
            <p:ph type="sldNum" sz="quarter" idx="12"/>
          </p:nvPr>
        </p:nvSpPr>
        <p:spPr/>
        <p:txBody>
          <a:bodyPr/>
          <a:lstStyle/>
          <a:p>
            <a:pPr>
              <a:defRPr/>
            </a:pPr>
            <a:fld id="{3AC5E0D7-5B6B-4149-BA91-57FB671196FA}" type="slidenum">
              <a:rPr lang="zh-CN" altLang="en-US" smtClean="0"/>
              <a:pPr>
                <a:defRPr/>
              </a:pPr>
              <a:t>67</a:t>
            </a:fld>
            <a:endParaRPr lang="zh-CN" altLang="en-US"/>
          </a:p>
        </p:txBody>
      </p:sp>
      <p:pic>
        <p:nvPicPr>
          <p:cNvPr id="92164" name="Picture 3"/>
          <p:cNvPicPr>
            <a:picLocks noChangeAspect="1" noChangeArrowheads="1"/>
          </p:cNvPicPr>
          <p:nvPr/>
        </p:nvPicPr>
        <p:blipFill>
          <a:blip r:embed="rId3">
            <a:extLst>
              <a:ext uri="{28A0092B-C50C-407E-A947-70E740481C1C}">
                <a14:useLocalDpi xmlns:a14="http://schemas.microsoft.com/office/drawing/2010/main" val="0"/>
              </a:ext>
            </a:extLst>
          </a:blip>
          <a:srcRect b="6395"/>
          <a:stretch>
            <a:fillRect/>
          </a:stretch>
        </p:blipFill>
        <p:spPr bwMode="auto">
          <a:xfrm>
            <a:off x="179388" y="908050"/>
            <a:ext cx="7620000" cy="5473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线形标注 1 6"/>
          <p:cNvSpPr/>
          <p:nvPr/>
        </p:nvSpPr>
        <p:spPr>
          <a:xfrm>
            <a:off x="1835150" y="908050"/>
            <a:ext cx="6948488" cy="1152525"/>
          </a:xfrm>
          <a:prstGeom prst="borderCallout1">
            <a:avLst>
              <a:gd name="adj1" fmla="val 100724"/>
              <a:gd name="adj2" fmla="val -234"/>
              <a:gd name="adj3" fmla="val 305247"/>
              <a:gd name="adj4" fmla="val -6388"/>
            </a:avLst>
          </a:prstGeom>
          <a:solidFill>
            <a:schemeClr val="accent6">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just">
              <a:defRPr/>
            </a:pPr>
            <a:r>
              <a:rPr kumimoji="1" lang="zh-CN" altLang="en-US" sz="2400" dirty="0">
                <a:solidFill>
                  <a:srgbClr val="FF0000"/>
                </a:solidFill>
                <a:ea typeface="楷体_GB2312" pitchFamily="49" charset="-122"/>
              </a:rPr>
              <a:t>数据链路层</a:t>
            </a:r>
            <a:r>
              <a:rPr kumimoji="1" lang="zh-CN" altLang="en-US" sz="2400" dirty="0">
                <a:solidFill>
                  <a:schemeClr val="tx1"/>
                </a:solidFill>
                <a:ea typeface="楷体_GB2312" pitchFamily="49" charset="-122"/>
              </a:rPr>
              <a:t>在物理层之上，在通信实体之间建立数据链路连接，将物理层收到的信号组成有意义的数据。数据传送通常以帧为单位。</a:t>
            </a:r>
            <a:endParaRPr lang="zh-CN" altLang="en-US" sz="2400" dirty="0">
              <a:solidFill>
                <a:schemeClr val="tx1"/>
              </a:solidFill>
            </a:endParaRPr>
          </a:p>
        </p:txBody>
      </p:sp>
      <p:sp>
        <p:nvSpPr>
          <p:cNvPr id="8" name="圆角矩形标注 7"/>
          <p:cNvSpPr/>
          <p:nvPr/>
        </p:nvSpPr>
        <p:spPr>
          <a:xfrm>
            <a:off x="1835150" y="3500438"/>
            <a:ext cx="6948488" cy="2160587"/>
          </a:xfrm>
          <a:prstGeom prst="wedgeRoundRectCallout">
            <a:avLst>
              <a:gd name="adj1" fmla="val -19794"/>
              <a:gd name="adj2" fmla="val 49231"/>
              <a:gd name="adj3" fmla="val 16667"/>
            </a:avLst>
          </a:prstGeom>
          <a:solidFill>
            <a:schemeClr val="accent5">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defRPr/>
            </a:pPr>
            <a:r>
              <a:rPr lang="zh-CN" altLang="en-US" sz="2400" dirty="0">
                <a:solidFill>
                  <a:schemeClr val="tx1"/>
                </a:solidFill>
                <a:ea typeface="楷体_GB2312" pitchFamily="49" charset="-122"/>
              </a:rPr>
              <a:t>主要任务是加强物理层传输原始比特的功能，使之对网络层显现为一条无错线路。数据链路层要解决由于帧的破坏、丢失和重复所出现的问题；流量调节和出错处理问题；线路使用权的竞争问题；对共享信道访问的控制问题等。</a:t>
            </a:r>
          </a:p>
        </p:txBody>
      </p:sp>
    </p:spTree>
  </p:cSld>
  <p:clrMapOvr>
    <a:masterClrMapping/>
  </p:clrMapOvr>
  <p:transition spd="slow">
    <p:push dir="u"/>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4"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ppt_x"/>
                                          </p:val>
                                        </p:tav>
                                        <p:tav tm="100000">
                                          <p:val>
                                            <p:strVal val="#ppt_x"/>
                                          </p:val>
                                        </p:tav>
                                      </p:tavLst>
                                    </p:anim>
                                    <p:anim calcmode="lin" valueType="num">
                                      <p:cBhvr additive="base">
                                        <p:cTn id="8"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anim calcmode="lin" valueType="num">
                                      <p:cBhvr additive="base">
                                        <p:cTn id="13" dur="500" fill="hold"/>
                                        <p:tgtEl>
                                          <p:spTgt spid="8"/>
                                        </p:tgtEl>
                                        <p:attrNameLst>
                                          <p:attrName>ppt_x</p:attrName>
                                        </p:attrNameLst>
                                      </p:cBhvr>
                                      <p:tavLst>
                                        <p:tav tm="0">
                                          <p:val>
                                            <p:strVal val="#ppt_x"/>
                                          </p:val>
                                        </p:tav>
                                        <p:tav tm="100000">
                                          <p:val>
                                            <p:strVal val="#ppt_x"/>
                                          </p:val>
                                        </p:tav>
                                      </p:tavLst>
                                    </p:anim>
                                    <p:anim calcmode="lin" valueType="num">
                                      <p:cBhvr additive="base">
                                        <p:cTn id="14" dur="500" fill="hold"/>
                                        <p:tgtEl>
                                          <p:spTgt spid="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186" name="标题 1"/>
          <p:cNvSpPr>
            <a:spLocks noGrp="1"/>
          </p:cNvSpPr>
          <p:nvPr>
            <p:ph type="title"/>
          </p:nvPr>
        </p:nvSpPr>
        <p:spPr>
          <a:xfrm>
            <a:off x="107950" y="44450"/>
            <a:ext cx="7343775" cy="792163"/>
          </a:xfrm>
        </p:spPr>
        <p:txBody>
          <a:bodyPr/>
          <a:lstStyle/>
          <a:p>
            <a:r>
              <a:rPr lang="en-US" altLang="zh-CN" smtClean="0"/>
              <a:t>2.10 </a:t>
            </a:r>
            <a:r>
              <a:rPr lang="zh-CN" altLang="en-US" smtClean="0"/>
              <a:t>网络互连与通信参考模型</a:t>
            </a:r>
          </a:p>
        </p:txBody>
      </p:sp>
      <p:sp>
        <p:nvSpPr>
          <p:cNvPr id="4" name="灯片编号占位符 3"/>
          <p:cNvSpPr>
            <a:spLocks noGrp="1"/>
          </p:cNvSpPr>
          <p:nvPr>
            <p:ph type="sldNum" sz="quarter" idx="12"/>
          </p:nvPr>
        </p:nvSpPr>
        <p:spPr/>
        <p:txBody>
          <a:bodyPr/>
          <a:lstStyle/>
          <a:p>
            <a:pPr>
              <a:defRPr/>
            </a:pPr>
            <a:fld id="{7294A992-891F-4069-B96C-2DF4DCC65CDD}" type="slidenum">
              <a:rPr lang="zh-CN" altLang="en-US" smtClean="0"/>
              <a:pPr>
                <a:defRPr/>
              </a:pPr>
              <a:t>68</a:t>
            </a:fld>
            <a:endParaRPr lang="zh-CN" altLang="en-US"/>
          </a:p>
        </p:txBody>
      </p:sp>
      <p:pic>
        <p:nvPicPr>
          <p:cNvPr id="93188" name="Picture 3"/>
          <p:cNvPicPr>
            <a:picLocks noChangeAspect="1" noChangeArrowheads="1"/>
          </p:cNvPicPr>
          <p:nvPr/>
        </p:nvPicPr>
        <p:blipFill>
          <a:blip r:embed="rId3">
            <a:extLst>
              <a:ext uri="{28A0092B-C50C-407E-A947-70E740481C1C}">
                <a14:useLocalDpi xmlns:a14="http://schemas.microsoft.com/office/drawing/2010/main" val="0"/>
              </a:ext>
            </a:extLst>
          </a:blip>
          <a:srcRect b="6395"/>
          <a:stretch>
            <a:fillRect/>
          </a:stretch>
        </p:blipFill>
        <p:spPr bwMode="auto">
          <a:xfrm>
            <a:off x="179388" y="908050"/>
            <a:ext cx="7620000" cy="5473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 name="线形标注 1 5"/>
          <p:cNvSpPr/>
          <p:nvPr/>
        </p:nvSpPr>
        <p:spPr>
          <a:xfrm>
            <a:off x="1835150" y="1125538"/>
            <a:ext cx="6948488" cy="1511300"/>
          </a:xfrm>
          <a:prstGeom prst="borderCallout1">
            <a:avLst>
              <a:gd name="adj1" fmla="val 100724"/>
              <a:gd name="adj2" fmla="val -234"/>
              <a:gd name="adj3" fmla="val 173119"/>
              <a:gd name="adj4" fmla="val -5695"/>
            </a:avLst>
          </a:prstGeom>
          <a:solidFill>
            <a:schemeClr val="accent6">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just" latinLnBrk="1">
              <a:spcBef>
                <a:spcPct val="55000"/>
              </a:spcBef>
              <a:buClr>
                <a:srgbClr val="FF0000"/>
              </a:buClr>
              <a:defRPr/>
            </a:pPr>
            <a:r>
              <a:rPr kumimoji="1" lang="zh-CN" altLang="en-US" sz="2400" dirty="0">
                <a:solidFill>
                  <a:srgbClr val="FF0000"/>
                </a:solidFill>
                <a:latin typeface="Times New Roman" pitchFamily="18" charset="0"/>
                <a:ea typeface="楷体_GB2312" pitchFamily="49" charset="-122"/>
              </a:rPr>
              <a:t>网络层</a:t>
            </a:r>
            <a:r>
              <a:rPr kumimoji="1" lang="zh-CN" altLang="en-US" sz="2400" dirty="0">
                <a:solidFill>
                  <a:srgbClr val="000000"/>
                </a:solidFill>
                <a:latin typeface="Times New Roman" pitchFamily="18" charset="0"/>
                <a:ea typeface="楷体_GB2312" pitchFamily="49" charset="-122"/>
              </a:rPr>
              <a:t>在</a:t>
            </a:r>
            <a:r>
              <a:rPr kumimoji="1" lang="en-US" altLang="zh-CN" sz="2400" dirty="0">
                <a:solidFill>
                  <a:srgbClr val="000000"/>
                </a:solidFill>
                <a:latin typeface="Times New Roman" pitchFamily="18" charset="0"/>
                <a:ea typeface="楷体_GB2312" pitchFamily="49" charset="-122"/>
              </a:rPr>
              <a:t>OSI</a:t>
            </a:r>
            <a:r>
              <a:rPr kumimoji="1" lang="zh-CN" altLang="en-US" sz="2400" dirty="0">
                <a:solidFill>
                  <a:srgbClr val="000000"/>
                </a:solidFill>
                <a:latin typeface="Times New Roman" pitchFamily="18" charset="0"/>
                <a:ea typeface="楷体_GB2312" pitchFamily="49" charset="-122"/>
              </a:rPr>
              <a:t>参考模型中是最复杂的一层，通过执行路由算法选择最佳路径，为传输层提供整个网络范围内两个终端用户之间数据传输的通路。</a:t>
            </a:r>
          </a:p>
        </p:txBody>
      </p:sp>
      <p:sp>
        <p:nvSpPr>
          <p:cNvPr id="7" name="圆角矩形标注 6"/>
          <p:cNvSpPr/>
          <p:nvPr/>
        </p:nvSpPr>
        <p:spPr>
          <a:xfrm>
            <a:off x="1835150" y="3500438"/>
            <a:ext cx="6948488" cy="2520950"/>
          </a:xfrm>
          <a:prstGeom prst="wedgeRoundRectCallout">
            <a:avLst>
              <a:gd name="adj1" fmla="val -19794"/>
              <a:gd name="adj2" fmla="val 49231"/>
              <a:gd name="adj3" fmla="val 16667"/>
            </a:avLst>
          </a:prstGeom>
          <a:solidFill>
            <a:schemeClr val="accent5">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just" latinLnBrk="1">
              <a:lnSpc>
                <a:spcPts val="2900"/>
              </a:lnSpc>
              <a:buClr>
                <a:schemeClr val="accent2"/>
              </a:buClr>
              <a:buFont typeface="Wingdings" pitchFamily="2" charset="2"/>
              <a:buNone/>
              <a:defRPr/>
            </a:pPr>
            <a:r>
              <a:rPr kumimoji="1" lang="zh-CN" altLang="en-US" sz="2800" dirty="0">
                <a:solidFill>
                  <a:srgbClr val="000000"/>
                </a:solidFill>
                <a:latin typeface="Times New Roman" pitchFamily="18" charset="0"/>
                <a:ea typeface="楷体_GB2312" pitchFamily="49" charset="-122"/>
              </a:rPr>
              <a:t>主要功能：</a:t>
            </a:r>
          </a:p>
          <a:p>
            <a:pPr marL="457200" indent="-457200" algn="just" latinLnBrk="1">
              <a:lnSpc>
                <a:spcPts val="2900"/>
              </a:lnSpc>
              <a:buClr>
                <a:srgbClr val="FF0000"/>
              </a:buClr>
              <a:buFont typeface="Wingdings" panose="05000000000000000000" pitchFamily="2" charset="2"/>
              <a:buChar char="ü"/>
              <a:defRPr/>
            </a:pPr>
            <a:r>
              <a:rPr kumimoji="1" lang="zh-CN" altLang="en-US" sz="2800" dirty="0">
                <a:solidFill>
                  <a:srgbClr val="000000"/>
                </a:solidFill>
                <a:latin typeface="Times New Roman" pitchFamily="18" charset="0"/>
                <a:ea typeface="楷体_GB2312" pitchFamily="49" charset="-122"/>
              </a:rPr>
              <a:t>路由选择与中继。</a:t>
            </a:r>
          </a:p>
          <a:p>
            <a:pPr marL="457200" indent="-457200" algn="just" latinLnBrk="1">
              <a:lnSpc>
                <a:spcPts val="2900"/>
              </a:lnSpc>
              <a:buClr>
                <a:srgbClr val="FF0000"/>
              </a:buClr>
              <a:buFont typeface="Wingdings" panose="05000000000000000000" pitchFamily="2" charset="2"/>
              <a:buChar char="ü"/>
              <a:defRPr/>
            </a:pPr>
            <a:r>
              <a:rPr kumimoji="1" lang="zh-CN" altLang="en-US" sz="2800" dirty="0">
                <a:solidFill>
                  <a:srgbClr val="000000"/>
                </a:solidFill>
                <a:latin typeface="Times New Roman" pitchFamily="18" charset="0"/>
                <a:ea typeface="楷体_GB2312" pitchFamily="49" charset="-122"/>
              </a:rPr>
              <a:t>流量控制。</a:t>
            </a:r>
          </a:p>
          <a:p>
            <a:pPr marL="457200" indent="-457200" algn="just" latinLnBrk="1">
              <a:lnSpc>
                <a:spcPts val="2900"/>
              </a:lnSpc>
              <a:buClr>
                <a:srgbClr val="FF0000"/>
              </a:buClr>
              <a:buFont typeface="Wingdings" panose="05000000000000000000" pitchFamily="2" charset="2"/>
              <a:buChar char="ü"/>
              <a:defRPr/>
            </a:pPr>
            <a:r>
              <a:rPr kumimoji="1" lang="zh-CN" altLang="en-US" sz="2800" dirty="0">
                <a:solidFill>
                  <a:srgbClr val="000000"/>
                </a:solidFill>
                <a:latin typeface="Times New Roman" pitchFamily="18" charset="0"/>
                <a:ea typeface="楷体_GB2312" pitchFamily="49" charset="-122"/>
              </a:rPr>
              <a:t>网络连接与管理。</a:t>
            </a:r>
          </a:p>
          <a:p>
            <a:pPr marL="457200" indent="-457200" algn="just" latinLnBrk="1">
              <a:lnSpc>
                <a:spcPts val="2900"/>
              </a:lnSpc>
              <a:buClr>
                <a:srgbClr val="FF0000"/>
              </a:buClr>
              <a:buFont typeface="Wingdings" panose="05000000000000000000" pitchFamily="2" charset="2"/>
              <a:buChar char="ü"/>
              <a:defRPr/>
            </a:pPr>
            <a:r>
              <a:rPr kumimoji="1" lang="zh-CN" altLang="en-US" sz="2800" dirty="0" smtClean="0">
                <a:solidFill>
                  <a:srgbClr val="000000"/>
                </a:solidFill>
                <a:latin typeface="Times New Roman" pitchFamily="18" charset="0"/>
                <a:ea typeface="楷体_GB2312" pitchFamily="49" charset="-122"/>
              </a:rPr>
              <a:t>地</a:t>
            </a:r>
            <a:r>
              <a:rPr kumimoji="1" lang="zh-CN" altLang="en-US" sz="2800" dirty="0">
                <a:solidFill>
                  <a:srgbClr val="000000"/>
                </a:solidFill>
                <a:latin typeface="Times New Roman" pitchFamily="18" charset="0"/>
                <a:ea typeface="楷体_GB2312" pitchFamily="49" charset="-122"/>
              </a:rPr>
              <a:t>址管理。网络层的地址有两种：逻辑地址和服务地址。</a:t>
            </a:r>
          </a:p>
        </p:txBody>
      </p:sp>
    </p:spTree>
  </p:cSld>
  <p:clrMapOvr>
    <a:masterClrMapping/>
  </p:clrMapOvr>
  <p:transition spd="slow">
    <p:push dir="u"/>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4"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500" fill="hold"/>
                                        <p:tgtEl>
                                          <p:spTgt spid="6"/>
                                        </p:tgtEl>
                                        <p:attrNameLst>
                                          <p:attrName>ppt_x</p:attrName>
                                        </p:attrNameLst>
                                      </p:cBhvr>
                                      <p:tavLst>
                                        <p:tav tm="0">
                                          <p:val>
                                            <p:strVal val="#ppt_x"/>
                                          </p:val>
                                        </p:tav>
                                        <p:tav tm="100000">
                                          <p:val>
                                            <p:strVal val="#ppt_x"/>
                                          </p:val>
                                        </p:tav>
                                      </p:tavLst>
                                    </p:anim>
                                    <p:anim calcmode="lin" valueType="num">
                                      <p:cBhvr additive="base">
                                        <p:cTn id="8" dur="500" fill="hold"/>
                                        <p:tgtEl>
                                          <p:spTgt spid="6"/>
                                        </p:tgtEl>
                                        <p:attrNameLst>
                                          <p:attrName>ppt_y</p:attrName>
                                        </p:attrNameLst>
                                      </p:cBhvr>
                                      <p:tavLst>
                                        <p:tav tm="0">
                                          <p:val>
                                            <p:strVal val="1+#ppt_h/2"/>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anim calcmode="lin" valueType="num">
                                      <p:cBhvr additive="base">
                                        <p:cTn id="13" dur="500" fill="hold"/>
                                        <p:tgtEl>
                                          <p:spTgt spid="7"/>
                                        </p:tgtEl>
                                        <p:attrNameLst>
                                          <p:attrName>ppt_x</p:attrName>
                                        </p:attrNameLst>
                                      </p:cBhvr>
                                      <p:tavLst>
                                        <p:tav tm="0">
                                          <p:val>
                                            <p:strVal val="#ppt_x"/>
                                          </p:val>
                                        </p:tav>
                                        <p:tav tm="100000">
                                          <p:val>
                                            <p:strVal val="#ppt_x"/>
                                          </p:val>
                                        </p:tav>
                                      </p:tavLst>
                                    </p:anim>
                                    <p:anim calcmode="lin" valueType="num">
                                      <p:cBhvr additive="base">
                                        <p:cTn id="14" dur="500" fill="hold"/>
                                        <p:tgtEl>
                                          <p:spTgt spid="7"/>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4210" name="标题 1"/>
          <p:cNvSpPr>
            <a:spLocks noGrp="1"/>
          </p:cNvSpPr>
          <p:nvPr>
            <p:ph type="title"/>
          </p:nvPr>
        </p:nvSpPr>
        <p:spPr>
          <a:xfrm>
            <a:off x="107950" y="44450"/>
            <a:ext cx="7343775" cy="792163"/>
          </a:xfrm>
        </p:spPr>
        <p:txBody>
          <a:bodyPr/>
          <a:lstStyle/>
          <a:p>
            <a:r>
              <a:rPr lang="en-US" altLang="zh-CN" smtClean="0"/>
              <a:t>2.10 </a:t>
            </a:r>
            <a:r>
              <a:rPr lang="zh-CN" altLang="en-US" smtClean="0"/>
              <a:t>网络互连与通信参考模型</a:t>
            </a:r>
          </a:p>
        </p:txBody>
      </p:sp>
      <p:sp>
        <p:nvSpPr>
          <p:cNvPr id="4" name="灯片编号占位符 3"/>
          <p:cNvSpPr>
            <a:spLocks noGrp="1"/>
          </p:cNvSpPr>
          <p:nvPr>
            <p:ph type="sldNum" sz="quarter" idx="12"/>
          </p:nvPr>
        </p:nvSpPr>
        <p:spPr/>
        <p:txBody>
          <a:bodyPr/>
          <a:lstStyle/>
          <a:p>
            <a:pPr>
              <a:defRPr/>
            </a:pPr>
            <a:fld id="{36F19404-26FD-4543-9A72-32C88E25260B}" type="slidenum">
              <a:rPr lang="zh-CN" altLang="en-US" smtClean="0"/>
              <a:pPr>
                <a:defRPr/>
              </a:pPr>
              <a:t>69</a:t>
            </a:fld>
            <a:endParaRPr lang="zh-CN" altLang="en-US"/>
          </a:p>
        </p:txBody>
      </p:sp>
      <p:pic>
        <p:nvPicPr>
          <p:cNvPr id="94212" name="Picture 3"/>
          <p:cNvPicPr>
            <a:picLocks noChangeAspect="1" noChangeArrowheads="1"/>
          </p:cNvPicPr>
          <p:nvPr/>
        </p:nvPicPr>
        <p:blipFill>
          <a:blip r:embed="rId3">
            <a:extLst>
              <a:ext uri="{28A0092B-C50C-407E-A947-70E740481C1C}">
                <a14:useLocalDpi xmlns:a14="http://schemas.microsoft.com/office/drawing/2010/main" val="0"/>
              </a:ext>
            </a:extLst>
          </a:blip>
          <a:srcRect b="6395"/>
          <a:stretch>
            <a:fillRect/>
          </a:stretch>
        </p:blipFill>
        <p:spPr bwMode="auto">
          <a:xfrm>
            <a:off x="179388" y="908050"/>
            <a:ext cx="7620000" cy="5473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 name="线形标注 1 5"/>
          <p:cNvSpPr/>
          <p:nvPr/>
        </p:nvSpPr>
        <p:spPr>
          <a:xfrm>
            <a:off x="1835150" y="908050"/>
            <a:ext cx="6948488" cy="2233613"/>
          </a:xfrm>
          <a:prstGeom prst="borderCallout1">
            <a:avLst>
              <a:gd name="adj1" fmla="val 100724"/>
              <a:gd name="adj2" fmla="val -234"/>
              <a:gd name="adj3" fmla="val 106310"/>
              <a:gd name="adj4" fmla="val -5349"/>
            </a:avLst>
          </a:prstGeom>
          <a:solidFill>
            <a:schemeClr val="accent6">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just" latinLnBrk="1">
              <a:spcBef>
                <a:spcPct val="55000"/>
              </a:spcBef>
              <a:buClr>
                <a:srgbClr val="FF0000"/>
              </a:buClr>
              <a:defRPr/>
            </a:pPr>
            <a:r>
              <a:rPr kumimoji="1" lang="zh-CN" altLang="en-US" sz="2400" dirty="0">
                <a:solidFill>
                  <a:srgbClr val="FF0000"/>
                </a:solidFill>
                <a:latin typeface="Times New Roman" pitchFamily="18" charset="0"/>
                <a:ea typeface="楷体_GB2312" pitchFamily="49" charset="-122"/>
              </a:rPr>
              <a:t>传输层</a:t>
            </a:r>
            <a:r>
              <a:rPr kumimoji="1" lang="zh-CN" altLang="en-US" sz="2400" dirty="0">
                <a:solidFill>
                  <a:srgbClr val="000000"/>
                </a:solidFill>
                <a:latin typeface="Times New Roman" pitchFamily="18" charset="0"/>
                <a:ea typeface="楷体_GB2312" pitchFamily="49" charset="-122"/>
              </a:rPr>
              <a:t>从会话层接收数据，并且在必要时把它分成较小的单元，传递给网络层，并确保到达对方的各段信息正确无误，而且，这些任务都必须高效率地完成。从某种意义上讲，传输层使会话层不受硬件技术变化的影响。</a:t>
            </a:r>
          </a:p>
        </p:txBody>
      </p:sp>
      <p:sp>
        <p:nvSpPr>
          <p:cNvPr id="7" name="圆角矩形标注 6"/>
          <p:cNvSpPr/>
          <p:nvPr/>
        </p:nvSpPr>
        <p:spPr>
          <a:xfrm>
            <a:off x="1835150" y="3623547"/>
            <a:ext cx="6948488" cy="2520950"/>
          </a:xfrm>
          <a:prstGeom prst="wedgeRoundRectCallout">
            <a:avLst>
              <a:gd name="adj1" fmla="val -19794"/>
              <a:gd name="adj2" fmla="val 49231"/>
              <a:gd name="adj3" fmla="val 16667"/>
            </a:avLst>
          </a:prstGeom>
          <a:solidFill>
            <a:schemeClr val="accent5">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just" latinLnBrk="1">
              <a:lnSpc>
                <a:spcPts val="2900"/>
              </a:lnSpc>
              <a:buClr>
                <a:schemeClr val="accent2"/>
              </a:buClr>
              <a:buFont typeface="Wingdings" pitchFamily="2" charset="2"/>
              <a:buNone/>
              <a:defRPr/>
            </a:pPr>
            <a:r>
              <a:rPr kumimoji="1" lang="zh-CN" altLang="en-US" sz="2800" dirty="0">
                <a:solidFill>
                  <a:srgbClr val="000000"/>
                </a:solidFill>
                <a:latin typeface="Times New Roman" pitchFamily="18" charset="0"/>
                <a:ea typeface="楷体_GB2312" pitchFamily="49" charset="-122"/>
              </a:rPr>
              <a:t>主要功能：</a:t>
            </a:r>
          </a:p>
          <a:p>
            <a:pPr marL="457200" indent="-457200" algn="just" latinLnBrk="1">
              <a:lnSpc>
                <a:spcPts val="2900"/>
              </a:lnSpc>
              <a:buClr>
                <a:srgbClr val="FF0000"/>
              </a:buClr>
              <a:buFont typeface="Wingdings" panose="05000000000000000000" pitchFamily="2" charset="2"/>
              <a:buChar char="ü"/>
              <a:defRPr/>
            </a:pPr>
            <a:r>
              <a:rPr kumimoji="1" lang="zh-CN" altLang="en-US" sz="2400" dirty="0">
                <a:solidFill>
                  <a:srgbClr val="000000"/>
                </a:solidFill>
                <a:latin typeface="Times New Roman" pitchFamily="18" charset="0"/>
                <a:ea typeface="楷体_GB2312" pitchFamily="49" charset="-122"/>
              </a:rPr>
              <a:t>为数据传输提供服务，对上层屏蔽传输细节</a:t>
            </a:r>
          </a:p>
          <a:p>
            <a:pPr marL="457200" indent="-457200" algn="just" latinLnBrk="1">
              <a:lnSpc>
                <a:spcPts val="2900"/>
              </a:lnSpc>
              <a:buClr>
                <a:srgbClr val="FF0000"/>
              </a:buClr>
              <a:buFont typeface="Wingdings" panose="05000000000000000000" pitchFamily="2" charset="2"/>
              <a:buChar char="ü"/>
              <a:defRPr/>
            </a:pPr>
            <a:r>
              <a:rPr kumimoji="1" lang="zh-CN" altLang="en-US" sz="2400" dirty="0">
                <a:solidFill>
                  <a:srgbClr val="000000"/>
                </a:solidFill>
                <a:latin typeface="Times New Roman" pitchFamily="18" charset="0"/>
                <a:ea typeface="楷体_GB2312" pitchFamily="49" charset="-122"/>
              </a:rPr>
              <a:t>把数据分段并组装成数据流</a:t>
            </a:r>
          </a:p>
          <a:p>
            <a:pPr marL="457200" indent="-457200" algn="just" latinLnBrk="1">
              <a:lnSpc>
                <a:spcPts val="2900"/>
              </a:lnSpc>
              <a:buClr>
                <a:srgbClr val="FF0000"/>
              </a:buClr>
              <a:buFont typeface="Wingdings" panose="05000000000000000000" pitchFamily="2" charset="2"/>
              <a:buChar char="ü"/>
              <a:defRPr/>
            </a:pPr>
            <a:r>
              <a:rPr kumimoji="1" lang="zh-CN" altLang="en-US" sz="2400" dirty="0">
                <a:solidFill>
                  <a:srgbClr val="000000"/>
                </a:solidFill>
                <a:latin typeface="Times New Roman" pitchFamily="18" charset="0"/>
                <a:ea typeface="楷体_GB2312" pitchFamily="49" charset="-122"/>
              </a:rPr>
              <a:t>数据的可靠传</a:t>
            </a:r>
            <a:r>
              <a:rPr kumimoji="1" lang="zh-CN" altLang="en-US" sz="2400" dirty="0" smtClean="0">
                <a:solidFill>
                  <a:srgbClr val="000000"/>
                </a:solidFill>
                <a:latin typeface="Times New Roman" pitchFamily="18" charset="0"/>
                <a:ea typeface="楷体_GB2312" pitchFamily="49" charset="-122"/>
              </a:rPr>
              <a:t>输</a:t>
            </a:r>
            <a:endParaRPr kumimoji="1" lang="zh-CN" altLang="en-US" sz="2400" dirty="0">
              <a:solidFill>
                <a:srgbClr val="000000"/>
              </a:solidFill>
              <a:latin typeface="Times New Roman" pitchFamily="18" charset="0"/>
              <a:ea typeface="楷体_GB2312" pitchFamily="49" charset="-122"/>
            </a:endParaRPr>
          </a:p>
        </p:txBody>
      </p:sp>
      <p:sp>
        <p:nvSpPr>
          <p:cNvPr id="8" name="圆角矩形标注 7"/>
          <p:cNvSpPr/>
          <p:nvPr/>
        </p:nvSpPr>
        <p:spPr>
          <a:xfrm>
            <a:off x="1987550" y="3652838"/>
            <a:ext cx="6948488" cy="2520950"/>
          </a:xfrm>
          <a:prstGeom prst="wedgeRoundRectCallout">
            <a:avLst>
              <a:gd name="adj1" fmla="val -19794"/>
              <a:gd name="adj2" fmla="val 49231"/>
              <a:gd name="adj3" fmla="val 16667"/>
            </a:avLst>
          </a:prstGeom>
          <a:solidFill>
            <a:schemeClr val="accent5">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just" latinLnBrk="1">
              <a:lnSpc>
                <a:spcPts val="2900"/>
              </a:lnSpc>
              <a:buClr>
                <a:schemeClr val="accent2"/>
              </a:buClr>
              <a:buFont typeface="Wingdings" pitchFamily="2" charset="2"/>
              <a:buNone/>
              <a:defRPr/>
            </a:pPr>
            <a:r>
              <a:rPr kumimoji="1" lang="zh-CN" altLang="en-US" sz="2400" dirty="0">
                <a:solidFill>
                  <a:srgbClr val="000000"/>
                </a:solidFill>
                <a:latin typeface="Times New Roman" pitchFamily="18" charset="0"/>
                <a:ea typeface="楷体_GB2312" pitchFamily="49" charset="-122"/>
              </a:rPr>
              <a:t>从源到目标真正的“端到端”层，即源端机上的某个程序，利用报文头和控制报文与目标机上的类似程序直接进行对话。在传输层以下的各层中，协议是每台机器和它直接相邻的机器间的协议，而不是源端机与目标机之间的协议，在其之间可能还有路由器等。</a:t>
            </a:r>
          </a:p>
        </p:txBody>
      </p:sp>
    </p:spTree>
  </p:cSld>
  <p:clrMapOvr>
    <a:masterClrMapping/>
  </p:clrMapOvr>
  <p:transition spd="slow">
    <p:push dir="u"/>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4"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500" fill="hold"/>
                                        <p:tgtEl>
                                          <p:spTgt spid="6"/>
                                        </p:tgtEl>
                                        <p:attrNameLst>
                                          <p:attrName>ppt_x</p:attrName>
                                        </p:attrNameLst>
                                      </p:cBhvr>
                                      <p:tavLst>
                                        <p:tav tm="0">
                                          <p:val>
                                            <p:strVal val="#ppt_x"/>
                                          </p:val>
                                        </p:tav>
                                        <p:tav tm="100000">
                                          <p:val>
                                            <p:strVal val="#ppt_x"/>
                                          </p:val>
                                        </p:tav>
                                      </p:tavLst>
                                    </p:anim>
                                    <p:anim calcmode="lin" valueType="num">
                                      <p:cBhvr additive="base">
                                        <p:cTn id="8" dur="500" fill="hold"/>
                                        <p:tgtEl>
                                          <p:spTgt spid="6"/>
                                        </p:tgtEl>
                                        <p:attrNameLst>
                                          <p:attrName>ppt_y</p:attrName>
                                        </p:attrNameLst>
                                      </p:cBhvr>
                                      <p:tavLst>
                                        <p:tav tm="0">
                                          <p:val>
                                            <p:strVal val="1+#ppt_h/2"/>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anim calcmode="lin" valueType="num">
                                      <p:cBhvr additive="base">
                                        <p:cTn id="13" dur="500" fill="hold"/>
                                        <p:tgtEl>
                                          <p:spTgt spid="7"/>
                                        </p:tgtEl>
                                        <p:attrNameLst>
                                          <p:attrName>ppt_x</p:attrName>
                                        </p:attrNameLst>
                                      </p:cBhvr>
                                      <p:tavLst>
                                        <p:tav tm="0">
                                          <p:val>
                                            <p:strVal val="#ppt_x"/>
                                          </p:val>
                                        </p:tav>
                                        <p:tav tm="100000">
                                          <p:val>
                                            <p:strVal val="#ppt_x"/>
                                          </p:val>
                                        </p:tav>
                                      </p:tavLst>
                                    </p:anim>
                                    <p:anim calcmode="lin" valueType="num">
                                      <p:cBhvr additive="base">
                                        <p:cTn id="14"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xit" presetSubtype="4" fill="hold" grpId="1" nodeType="clickEffect">
                                  <p:stCondLst>
                                    <p:cond delay="0"/>
                                  </p:stCondLst>
                                  <p:childTnLst>
                                    <p:anim calcmode="lin" valueType="num">
                                      <p:cBhvr additive="base">
                                        <p:cTn id="18" dur="500"/>
                                        <p:tgtEl>
                                          <p:spTgt spid="7"/>
                                        </p:tgtEl>
                                        <p:attrNameLst>
                                          <p:attrName>ppt_x</p:attrName>
                                        </p:attrNameLst>
                                      </p:cBhvr>
                                      <p:tavLst>
                                        <p:tav tm="0">
                                          <p:val>
                                            <p:strVal val="ppt_x"/>
                                          </p:val>
                                        </p:tav>
                                        <p:tav tm="100000">
                                          <p:val>
                                            <p:strVal val="ppt_x"/>
                                          </p:val>
                                        </p:tav>
                                      </p:tavLst>
                                    </p:anim>
                                    <p:anim calcmode="lin" valueType="num">
                                      <p:cBhvr additive="base">
                                        <p:cTn id="19" dur="500"/>
                                        <p:tgtEl>
                                          <p:spTgt spid="7"/>
                                        </p:tgtEl>
                                        <p:attrNameLst>
                                          <p:attrName>ppt_y</p:attrName>
                                        </p:attrNameLst>
                                      </p:cBhvr>
                                      <p:tavLst>
                                        <p:tav tm="0">
                                          <p:val>
                                            <p:strVal val="ppt_y"/>
                                          </p:val>
                                        </p:tav>
                                        <p:tav tm="100000">
                                          <p:val>
                                            <p:strVal val="1+ppt_h/2"/>
                                          </p:val>
                                        </p:tav>
                                      </p:tavLst>
                                    </p:anim>
                                    <p:set>
                                      <p:cBhvr>
                                        <p:cTn id="20" dur="1" fill="hold">
                                          <p:stCondLst>
                                            <p:cond delay="499"/>
                                          </p:stCondLst>
                                        </p:cTn>
                                        <p:tgtEl>
                                          <p:spTgt spid="7"/>
                                        </p:tgtEl>
                                        <p:attrNameLst>
                                          <p:attrName>style.visibility</p:attrName>
                                        </p:attrNameLst>
                                      </p:cBhvr>
                                      <p:to>
                                        <p:strVal val="hidden"/>
                                      </p:to>
                                    </p:set>
                                  </p:childTnLst>
                                </p:cTn>
                              </p:par>
                              <p:par>
                                <p:cTn id="21" presetID="42" presetClass="entr" presetSubtype="0" fill="hold" grpId="0" nodeType="withEffect">
                                  <p:stCondLst>
                                    <p:cond delay="0"/>
                                  </p:stCondLst>
                                  <p:childTnLst>
                                    <p:set>
                                      <p:cBhvr>
                                        <p:cTn id="22" dur="1" fill="hold">
                                          <p:stCondLst>
                                            <p:cond delay="0"/>
                                          </p:stCondLst>
                                        </p:cTn>
                                        <p:tgtEl>
                                          <p:spTgt spid="8"/>
                                        </p:tgtEl>
                                        <p:attrNameLst>
                                          <p:attrName>style.visibility</p:attrName>
                                        </p:attrNameLst>
                                      </p:cBhvr>
                                      <p:to>
                                        <p:strVal val="visible"/>
                                      </p:to>
                                    </p:set>
                                    <p:animEffect transition="in" filter="fade">
                                      <p:cBhvr>
                                        <p:cTn id="23" dur="1000"/>
                                        <p:tgtEl>
                                          <p:spTgt spid="8"/>
                                        </p:tgtEl>
                                      </p:cBhvr>
                                    </p:animEffect>
                                    <p:anim calcmode="lin" valueType="num">
                                      <p:cBhvr>
                                        <p:cTn id="24" dur="1000" fill="hold"/>
                                        <p:tgtEl>
                                          <p:spTgt spid="8"/>
                                        </p:tgtEl>
                                        <p:attrNameLst>
                                          <p:attrName>ppt_x</p:attrName>
                                        </p:attrNameLst>
                                      </p:cBhvr>
                                      <p:tavLst>
                                        <p:tav tm="0">
                                          <p:val>
                                            <p:strVal val="#ppt_x"/>
                                          </p:val>
                                        </p:tav>
                                        <p:tav tm="100000">
                                          <p:val>
                                            <p:strVal val="#ppt_x"/>
                                          </p:val>
                                        </p:tav>
                                      </p:tavLst>
                                    </p:anim>
                                    <p:anim calcmode="lin" valueType="num">
                                      <p:cBhvr>
                                        <p:cTn id="25"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6" fill="hold" nodeType="clickPar">
                      <p:stCondLst>
                        <p:cond delay="indefinite"/>
                      </p:stCondLst>
                      <p:childTnLst>
                        <p:par>
                          <p:cTn id="27" fill="hold" nodeType="withGroup">
                            <p:stCondLst>
                              <p:cond delay="0"/>
                            </p:stCondLst>
                            <p:childTnLst>
                              <p:par>
                                <p:cTn id="28" presetID="42" presetClass="exit" presetSubtype="0" fill="hold" grpId="1" nodeType="clickEffect">
                                  <p:stCondLst>
                                    <p:cond delay="0"/>
                                  </p:stCondLst>
                                  <p:childTnLst>
                                    <p:animEffect transition="out" filter="fade">
                                      <p:cBhvr>
                                        <p:cTn id="29" dur="1000"/>
                                        <p:tgtEl>
                                          <p:spTgt spid="8"/>
                                        </p:tgtEl>
                                      </p:cBhvr>
                                    </p:animEffect>
                                    <p:anim calcmode="lin" valueType="num">
                                      <p:cBhvr>
                                        <p:cTn id="30" dur="1000"/>
                                        <p:tgtEl>
                                          <p:spTgt spid="8"/>
                                        </p:tgtEl>
                                        <p:attrNameLst>
                                          <p:attrName>ppt_x</p:attrName>
                                        </p:attrNameLst>
                                      </p:cBhvr>
                                      <p:tavLst>
                                        <p:tav tm="0">
                                          <p:val>
                                            <p:strVal val="ppt_x"/>
                                          </p:val>
                                        </p:tav>
                                        <p:tav tm="100000">
                                          <p:val>
                                            <p:strVal val="ppt_x"/>
                                          </p:val>
                                        </p:tav>
                                      </p:tavLst>
                                    </p:anim>
                                    <p:anim calcmode="lin" valueType="num">
                                      <p:cBhvr>
                                        <p:cTn id="31" dur="1000"/>
                                        <p:tgtEl>
                                          <p:spTgt spid="8"/>
                                        </p:tgtEl>
                                        <p:attrNameLst>
                                          <p:attrName>ppt_y</p:attrName>
                                        </p:attrNameLst>
                                      </p:cBhvr>
                                      <p:tavLst>
                                        <p:tav tm="0">
                                          <p:val>
                                            <p:strVal val="ppt_y"/>
                                          </p:val>
                                        </p:tav>
                                        <p:tav tm="100000">
                                          <p:val>
                                            <p:strVal val="ppt_y+.1"/>
                                          </p:val>
                                        </p:tav>
                                      </p:tavLst>
                                    </p:anim>
                                    <p:set>
                                      <p:cBhvr>
                                        <p:cTn id="32" dur="1" fill="hold">
                                          <p:stCondLst>
                                            <p:cond delay="999"/>
                                          </p:stCondLst>
                                        </p:cTn>
                                        <p:tgtEl>
                                          <p:spTgt spid="8"/>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7" grpId="1" animBg="1"/>
      <p:bldP spid="8" grpId="0" animBg="1"/>
      <p:bldP spid="8" grpId="1" animBg="1"/>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234" name="标题 1"/>
          <p:cNvSpPr>
            <a:spLocks noGrp="1"/>
          </p:cNvSpPr>
          <p:nvPr>
            <p:ph type="title"/>
          </p:nvPr>
        </p:nvSpPr>
        <p:spPr>
          <a:xfrm>
            <a:off x="107950" y="44450"/>
            <a:ext cx="7343775" cy="792163"/>
          </a:xfrm>
        </p:spPr>
        <p:txBody>
          <a:bodyPr/>
          <a:lstStyle/>
          <a:p>
            <a:r>
              <a:rPr lang="en-US" altLang="zh-CN" smtClean="0"/>
              <a:t>2.10 </a:t>
            </a:r>
            <a:r>
              <a:rPr lang="zh-CN" altLang="en-US" smtClean="0"/>
              <a:t>网络互连与通信参考模型</a:t>
            </a:r>
          </a:p>
        </p:txBody>
      </p:sp>
      <p:sp>
        <p:nvSpPr>
          <p:cNvPr id="4" name="灯片编号占位符 3"/>
          <p:cNvSpPr>
            <a:spLocks noGrp="1"/>
          </p:cNvSpPr>
          <p:nvPr>
            <p:ph type="sldNum" sz="quarter" idx="12"/>
          </p:nvPr>
        </p:nvSpPr>
        <p:spPr/>
        <p:txBody>
          <a:bodyPr/>
          <a:lstStyle/>
          <a:p>
            <a:pPr>
              <a:defRPr/>
            </a:pPr>
            <a:fld id="{E503A795-3C12-4483-9FB6-64C1C17833FD}" type="slidenum">
              <a:rPr lang="zh-CN" altLang="en-US" smtClean="0"/>
              <a:pPr>
                <a:defRPr/>
              </a:pPr>
              <a:t>70</a:t>
            </a:fld>
            <a:endParaRPr lang="zh-CN" altLang="en-US"/>
          </a:p>
        </p:txBody>
      </p:sp>
      <p:pic>
        <p:nvPicPr>
          <p:cNvPr id="95236" name="Picture 3"/>
          <p:cNvPicPr>
            <a:picLocks noChangeAspect="1" noChangeArrowheads="1"/>
          </p:cNvPicPr>
          <p:nvPr/>
        </p:nvPicPr>
        <p:blipFill>
          <a:blip r:embed="rId2">
            <a:extLst>
              <a:ext uri="{28A0092B-C50C-407E-A947-70E740481C1C}">
                <a14:useLocalDpi xmlns:a14="http://schemas.microsoft.com/office/drawing/2010/main" val="0"/>
              </a:ext>
            </a:extLst>
          </a:blip>
          <a:srcRect b="6395"/>
          <a:stretch>
            <a:fillRect/>
          </a:stretch>
        </p:blipFill>
        <p:spPr bwMode="auto">
          <a:xfrm>
            <a:off x="179388" y="908050"/>
            <a:ext cx="7620000" cy="5473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 name="线形标注 1 5"/>
          <p:cNvSpPr/>
          <p:nvPr/>
        </p:nvSpPr>
        <p:spPr>
          <a:xfrm>
            <a:off x="1835150" y="908050"/>
            <a:ext cx="6948488" cy="4033838"/>
          </a:xfrm>
          <a:prstGeom prst="borderCallout1">
            <a:avLst>
              <a:gd name="adj1" fmla="val 49106"/>
              <a:gd name="adj2" fmla="val -234"/>
              <a:gd name="adj3" fmla="val 38580"/>
              <a:gd name="adj4" fmla="val -7081"/>
            </a:avLst>
          </a:prstGeom>
          <a:solidFill>
            <a:schemeClr val="accent6">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just" latinLnBrk="1">
              <a:spcBef>
                <a:spcPct val="55000"/>
              </a:spcBef>
              <a:buClr>
                <a:srgbClr val="002060"/>
              </a:buClr>
              <a:defRPr/>
            </a:pPr>
            <a:r>
              <a:rPr kumimoji="1" lang="zh-CN" altLang="en-US" sz="2400" dirty="0">
                <a:solidFill>
                  <a:srgbClr val="FF0000"/>
                </a:solidFill>
                <a:ea typeface="楷体_GB2312" pitchFamily="49" charset="-122"/>
              </a:rPr>
              <a:t>会话层</a:t>
            </a:r>
            <a:r>
              <a:rPr kumimoji="1" lang="zh-CN" altLang="en-US" sz="2400" dirty="0">
                <a:solidFill>
                  <a:srgbClr val="002060"/>
                </a:solidFill>
                <a:ea typeface="楷体_GB2312" pitchFamily="49" charset="-122"/>
              </a:rPr>
              <a:t>建立、管理和终止应用程序之间的会话。</a:t>
            </a:r>
            <a:endParaRPr kumimoji="1" lang="en-US" altLang="zh-CN" sz="2400" dirty="0">
              <a:solidFill>
                <a:srgbClr val="002060"/>
              </a:solidFill>
              <a:ea typeface="楷体_GB2312" pitchFamily="49" charset="-122"/>
            </a:endParaRPr>
          </a:p>
          <a:p>
            <a:pPr marL="342900" indent="-342900" algn="just" latinLnBrk="1">
              <a:spcBef>
                <a:spcPct val="55000"/>
              </a:spcBef>
              <a:buClr>
                <a:srgbClr val="002060"/>
              </a:buClr>
              <a:buFont typeface="Wingdings" panose="05000000000000000000" pitchFamily="2" charset="2"/>
              <a:buChar char="ü"/>
              <a:defRPr/>
            </a:pPr>
            <a:r>
              <a:rPr kumimoji="1" lang="zh-CN" altLang="en-US" sz="2400" dirty="0">
                <a:solidFill>
                  <a:srgbClr val="002060"/>
                </a:solidFill>
                <a:ea typeface="楷体_GB2312" pitchFamily="49" charset="-122"/>
              </a:rPr>
              <a:t>为表示层服务，管理表示层之间的数据交换、会话间的同步。</a:t>
            </a:r>
          </a:p>
          <a:p>
            <a:pPr marL="342900" indent="-342900" algn="just" latinLnBrk="1">
              <a:spcBef>
                <a:spcPct val="55000"/>
              </a:spcBef>
              <a:buClr>
                <a:srgbClr val="002060"/>
              </a:buClr>
              <a:buFont typeface="Wingdings" panose="05000000000000000000" pitchFamily="2" charset="2"/>
              <a:buChar char="ü"/>
              <a:defRPr/>
            </a:pPr>
            <a:r>
              <a:rPr kumimoji="1" lang="zh-CN" altLang="en-US" sz="2400" dirty="0">
                <a:solidFill>
                  <a:srgbClr val="002060"/>
                </a:solidFill>
                <a:ea typeface="楷体_GB2312" pitchFamily="49" charset="-122"/>
              </a:rPr>
              <a:t>报告会话层、表示层和应用层中产生的错误。</a:t>
            </a:r>
          </a:p>
          <a:p>
            <a:pPr marL="342900" indent="-342900" algn="just" latinLnBrk="1">
              <a:spcBef>
                <a:spcPct val="55000"/>
              </a:spcBef>
              <a:buClr>
                <a:srgbClr val="002060"/>
              </a:buClr>
              <a:buFont typeface="Wingdings" panose="05000000000000000000" pitchFamily="2" charset="2"/>
              <a:buChar char="ü"/>
              <a:defRPr/>
            </a:pPr>
            <a:r>
              <a:rPr kumimoji="1" lang="zh-CN" altLang="en-US" sz="2400" dirty="0">
                <a:solidFill>
                  <a:srgbClr val="002060"/>
                </a:solidFill>
                <a:ea typeface="楷体_GB2312" pitchFamily="49" charset="-122"/>
              </a:rPr>
              <a:t>会话层的服务之一是管理对话，另一种会话服务是同</a:t>
            </a:r>
            <a:r>
              <a:rPr kumimoji="1" lang="zh-CN" altLang="en-US" sz="2400" dirty="0" smtClean="0">
                <a:solidFill>
                  <a:srgbClr val="002060"/>
                </a:solidFill>
                <a:ea typeface="楷体_GB2312" pitchFamily="49" charset="-122"/>
              </a:rPr>
              <a:t>步</a:t>
            </a:r>
            <a:endParaRPr kumimoji="1" lang="zh-CN" altLang="en-US" sz="2400" dirty="0">
              <a:solidFill>
                <a:srgbClr val="002060"/>
              </a:solidFill>
              <a:ea typeface="楷体_GB2312" pitchFamily="49" charset="-122"/>
            </a:endParaRPr>
          </a:p>
        </p:txBody>
      </p:sp>
    </p:spTree>
  </p:cSld>
  <p:clrMapOvr>
    <a:masterClrMapping/>
  </p:clrMapOvr>
  <p:transition spd="slow">
    <p:push dir="u"/>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4"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500" fill="hold"/>
                                        <p:tgtEl>
                                          <p:spTgt spid="6"/>
                                        </p:tgtEl>
                                        <p:attrNameLst>
                                          <p:attrName>ppt_x</p:attrName>
                                        </p:attrNameLst>
                                      </p:cBhvr>
                                      <p:tavLst>
                                        <p:tav tm="0">
                                          <p:val>
                                            <p:strVal val="#ppt_x"/>
                                          </p:val>
                                        </p:tav>
                                        <p:tav tm="100000">
                                          <p:val>
                                            <p:strVal val="#ppt_x"/>
                                          </p:val>
                                        </p:tav>
                                      </p:tavLst>
                                    </p:anim>
                                    <p:anim calcmode="lin" valueType="num">
                                      <p:cBhvr additive="base">
                                        <p:cTn id="8" dur="500" fill="hold"/>
                                        <p:tgtEl>
                                          <p:spTgt spid="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258" name="标题 1"/>
          <p:cNvSpPr>
            <a:spLocks noGrp="1"/>
          </p:cNvSpPr>
          <p:nvPr>
            <p:ph type="title"/>
          </p:nvPr>
        </p:nvSpPr>
        <p:spPr>
          <a:xfrm>
            <a:off x="107950" y="44450"/>
            <a:ext cx="7343775" cy="792163"/>
          </a:xfrm>
        </p:spPr>
        <p:txBody>
          <a:bodyPr/>
          <a:lstStyle/>
          <a:p>
            <a:r>
              <a:rPr lang="en-US" altLang="zh-CN" smtClean="0"/>
              <a:t>2.10 </a:t>
            </a:r>
            <a:r>
              <a:rPr lang="zh-CN" altLang="en-US" smtClean="0"/>
              <a:t>网络互连与通信参考模型</a:t>
            </a:r>
          </a:p>
        </p:txBody>
      </p:sp>
      <p:sp>
        <p:nvSpPr>
          <p:cNvPr id="4" name="灯片编号占位符 3"/>
          <p:cNvSpPr>
            <a:spLocks noGrp="1"/>
          </p:cNvSpPr>
          <p:nvPr>
            <p:ph type="sldNum" sz="quarter" idx="12"/>
          </p:nvPr>
        </p:nvSpPr>
        <p:spPr/>
        <p:txBody>
          <a:bodyPr/>
          <a:lstStyle/>
          <a:p>
            <a:pPr>
              <a:defRPr/>
            </a:pPr>
            <a:fld id="{74431B46-BB37-466A-8A85-9C272D105E1D}" type="slidenum">
              <a:rPr lang="zh-CN" altLang="en-US" smtClean="0"/>
              <a:pPr>
                <a:defRPr/>
              </a:pPr>
              <a:t>71</a:t>
            </a:fld>
            <a:endParaRPr lang="zh-CN" altLang="en-US"/>
          </a:p>
        </p:txBody>
      </p:sp>
      <p:pic>
        <p:nvPicPr>
          <p:cNvPr id="96260" name="Picture 3"/>
          <p:cNvPicPr>
            <a:picLocks noChangeAspect="1" noChangeArrowheads="1"/>
          </p:cNvPicPr>
          <p:nvPr/>
        </p:nvPicPr>
        <p:blipFill>
          <a:blip r:embed="rId2">
            <a:extLst>
              <a:ext uri="{28A0092B-C50C-407E-A947-70E740481C1C}">
                <a14:useLocalDpi xmlns:a14="http://schemas.microsoft.com/office/drawing/2010/main" val="0"/>
              </a:ext>
            </a:extLst>
          </a:blip>
          <a:srcRect b="6395"/>
          <a:stretch>
            <a:fillRect/>
          </a:stretch>
        </p:blipFill>
        <p:spPr bwMode="auto">
          <a:xfrm>
            <a:off x="179388" y="908050"/>
            <a:ext cx="7620000" cy="5473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 name="线形标注 1 5"/>
          <p:cNvSpPr/>
          <p:nvPr/>
        </p:nvSpPr>
        <p:spPr>
          <a:xfrm>
            <a:off x="1835150" y="979338"/>
            <a:ext cx="6948488" cy="4033838"/>
          </a:xfrm>
          <a:prstGeom prst="borderCallout1">
            <a:avLst>
              <a:gd name="adj1" fmla="val 49106"/>
              <a:gd name="adj2" fmla="val -234"/>
              <a:gd name="adj3" fmla="val 24557"/>
              <a:gd name="adj4" fmla="val -6215"/>
            </a:avLst>
          </a:prstGeom>
          <a:solidFill>
            <a:schemeClr val="accent6">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marL="342900" indent="-342900" algn="just" latinLnBrk="1">
              <a:spcBef>
                <a:spcPct val="55000"/>
              </a:spcBef>
              <a:buClr>
                <a:srgbClr val="002060"/>
              </a:buClr>
              <a:buFont typeface="Wingdings" panose="05000000000000000000" pitchFamily="2" charset="2"/>
              <a:buChar char="ü"/>
              <a:defRPr/>
            </a:pPr>
            <a:r>
              <a:rPr kumimoji="1" lang="zh-CN" altLang="en-US" sz="2400" dirty="0">
                <a:solidFill>
                  <a:srgbClr val="FF0000"/>
                </a:solidFill>
                <a:ea typeface="楷体_GB2312" pitchFamily="49" charset="-122"/>
              </a:rPr>
              <a:t>表示层</a:t>
            </a:r>
            <a:r>
              <a:rPr kumimoji="1" lang="zh-CN" altLang="en-US" sz="2400" dirty="0">
                <a:solidFill>
                  <a:srgbClr val="002060"/>
                </a:solidFill>
                <a:ea typeface="楷体_GB2312" pitchFamily="49" charset="-122"/>
              </a:rPr>
              <a:t>用于处理两个网络系统中交换数据的表示方式，包括数据格式变换、数据加密与解密、数据压缩与解压缩等功能。</a:t>
            </a:r>
          </a:p>
          <a:p>
            <a:pPr marL="342900" indent="-342900" algn="just" latinLnBrk="1">
              <a:spcBef>
                <a:spcPct val="55000"/>
              </a:spcBef>
              <a:buClr>
                <a:srgbClr val="002060"/>
              </a:buClr>
              <a:buFont typeface="Wingdings" panose="05000000000000000000" pitchFamily="2" charset="2"/>
              <a:buChar char="ü"/>
              <a:defRPr/>
            </a:pPr>
            <a:r>
              <a:rPr lang="zh-CN" altLang="en-US" sz="2400" dirty="0">
                <a:solidFill>
                  <a:srgbClr val="FF0000"/>
                </a:solidFill>
                <a:latin typeface="楷体_GB2312" panose="02010609030101010101" pitchFamily="49" charset="-122"/>
                <a:ea typeface="楷体_GB2312" panose="02010609030101010101" pitchFamily="49" charset="-122"/>
              </a:rPr>
              <a:t>表示层</a:t>
            </a:r>
            <a:r>
              <a:rPr lang="zh-CN" altLang="en-US" sz="2400" dirty="0">
                <a:solidFill>
                  <a:srgbClr val="002060"/>
                </a:solidFill>
                <a:latin typeface="楷体_GB2312" panose="02010609030101010101" pitchFamily="49" charset="-122"/>
                <a:ea typeface="楷体_GB2312" panose="02010609030101010101" pitchFamily="49" charset="-122"/>
              </a:rPr>
              <a:t>以下的各层只关心可靠地传输比特流，而表示层关心的是所传输的信息的语法和语义</a:t>
            </a:r>
            <a:r>
              <a:rPr lang="zh-CN" altLang="en-US" sz="2400" dirty="0" smtClean="0">
                <a:solidFill>
                  <a:srgbClr val="002060"/>
                </a:solidFill>
                <a:latin typeface="楷体_GB2312" panose="02010609030101010101" pitchFamily="49" charset="-122"/>
                <a:ea typeface="楷体_GB2312" panose="02010609030101010101" pitchFamily="49" charset="-122"/>
              </a:rPr>
              <a:t>。（例如，用</a:t>
            </a:r>
            <a:r>
              <a:rPr lang="zh-CN" altLang="en-US" sz="2400" dirty="0">
                <a:solidFill>
                  <a:srgbClr val="002060"/>
                </a:solidFill>
                <a:latin typeface="楷体_GB2312" panose="02010609030101010101" pitchFamily="49" charset="-122"/>
                <a:ea typeface="楷体_GB2312" panose="02010609030101010101" pitchFamily="49" charset="-122"/>
              </a:rPr>
              <a:t>一</a:t>
            </a:r>
            <a:r>
              <a:rPr lang="zh-CN" altLang="en-US" sz="2400" dirty="0" smtClean="0">
                <a:solidFill>
                  <a:srgbClr val="002060"/>
                </a:solidFill>
                <a:latin typeface="楷体_GB2312" panose="02010609030101010101" pitchFamily="49" charset="-122"/>
                <a:ea typeface="楷体_GB2312" panose="02010609030101010101" pitchFamily="49" charset="-122"/>
              </a:rPr>
              <a:t>种一</a:t>
            </a:r>
            <a:r>
              <a:rPr lang="zh-CN" altLang="en-US" sz="2400" dirty="0">
                <a:solidFill>
                  <a:srgbClr val="002060"/>
                </a:solidFill>
                <a:latin typeface="楷体_GB2312" panose="02010609030101010101" pitchFamily="49" charset="-122"/>
                <a:ea typeface="楷体_GB2312" panose="02010609030101010101" pitchFamily="49" charset="-122"/>
              </a:rPr>
              <a:t>致同意的标准方法对数据编码</a:t>
            </a:r>
            <a:r>
              <a:rPr lang="zh-CN" altLang="en-US" sz="2400" dirty="0" smtClean="0">
                <a:solidFill>
                  <a:srgbClr val="002060"/>
                </a:solidFill>
                <a:latin typeface="楷体_GB2312" panose="02010609030101010101" pitchFamily="49" charset="-122"/>
                <a:ea typeface="楷体_GB2312" panose="02010609030101010101" pitchFamily="49" charset="-122"/>
              </a:rPr>
              <a:t>。）</a:t>
            </a:r>
            <a:endParaRPr lang="en-US" altLang="zh-CN" sz="2400" dirty="0">
              <a:solidFill>
                <a:srgbClr val="002060"/>
              </a:solidFill>
              <a:latin typeface="楷体_GB2312" panose="02010609030101010101" pitchFamily="49" charset="-122"/>
              <a:ea typeface="楷体_GB2312" panose="02010609030101010101" pitchFamily="49" charset="-122"/>
            </a:endParaRPr>
          </a:p>
          <a:p>
            <a:pPr marL="342900" indent="-342900" algn="just" latinLnBrk="1">
              <a:spcBef>
                <a:spcPct val="55000"/>
              </a:spcBef>
              <a:buClr>
                <a:srgbClr val="002060"/>
              </a:buClr>
              <a:buFont typeface="Wingdings" panose="05000000000000000000" pitchFamily="2" charset="2"/>
              <a:buChar char="ü"/>
              <a:defRPr/>
            </a:pPr>
            <a:r>
              <a:rPr kumimoji="1" lang="zh-CN" altLang="en-US" sz="2400" dirty="0">
                <a:solidFill>
                  <a:srgbClr val="FF0000"/>
                </a:solidFill>
                <a:ea typeface="楷体_GB2312" pitchFamily="49" charset="-122"/>
              </a:rPr>
              <a:t>表示层</a:t>
            </a:r>
            <a:r>
              <a:rPr kumimoji="1" lang="zh-CN" altLang="en-US" sz="2400" dirty="0">
                <a:solidFill>
                  <a:srgbClr val="002060"/>
                </a:solidFill>
                <a:ea typeface="楷体_GB2312" pitchFamily="49" charset="-122"/>
              </a:rPr>
              <a:t>保证一个系统应用层发出的信息能被另一个系统的应用层</a:t>
            </a:r>
            <a:r>
              <a:rPr kumimoji="1" lang="zh-CN" altLang="en-US" sz="2400" dirty="0" smtClean="0">
                <a:solidFill>
                  <a:srgbClr val="002060"/>
                </a:solidFill>
                <a:ea typeface="楷体_GB2312" pitchFamily="49" charset="-122"/>
              </a:rPr>
              <a:t>读入，即执行形式变换而无内容变换。 </a:t>
            </a:r>
            <a:endParaRPr kumimoji="1" lang="zh-CN" altLang="en-US" sz="2400" dirty="0">
              <a:solidFill>
                <a:srgbClr val="0070C0"/>
              </a:solidFill>
              <a:ea typeface="楷体_GB2312" pitchFamily="49" charset="-122"/>
            </a:endParaRPr>
          </a:p>
        </p:txBody>
      </p:sp>
    </p:spTree>
  </p:cSld>
  <p:clrMapOvr>
    <a:masterClrMapping/>
  </p:clrMapOvr>
  <p:transition spd="slow">
    <p:push dir="u"/>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4"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500" fill="hold"/>
                                        <p:tgtEl>
                                          <p:spTgt spid="6"/>
                                        </p:tgtEl>
                                        <p:attrNameLst>
                                          <p:attrName>ppt_x</p:attrName>
                                        </p:attrNameLst>
                                      </p:cBhvr>
                                      <p:tavLst>
                                        <p:tav tm="0">
                                          <p:val>
                                            <p:strVal val="#ppt_x"/>
                                          </p:val>
                                        </p:tav>
                                        <p:tav tm="100000">
                                          <p:val>
                                            <p:strVal val="#ppt_x"/>
                                          </p:val>
                                        </p:tav>
                                      </p:tavLst>
                                    </p:anim>
                                    <p:anim calcmode="lin" valueType="num">
                                      <p:cBhvr additive="base">
                                        <p:cTn id="8" dur="500" fill="hold"/>
                                        <p:tgtEl>
                                          <p:spTgt spid="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7282" name="标题 1"/>
          <p:cNvSpPr>
            <a:spLocks noGrp="1"/>
          </p:cNvSpPr>
          <p:nvPr>
            <p:ph type="title"/>
          </p:nvPr>
        </p:nvSpPr>
        <p:spPr>
          <a:xfrm>
            <a:off x="107950" y="44450"/>
            <a:ext cx="7343775" cy="792163"/>
          </a:xfrm>
        </p:spPr>
        <p:txBody>
          <a:bodyPr/>
          <a:lstStyle/>
          <a:p>
            <a:r>
              <a:rPr lang="en-US" altLang="zh-CN" smtClean="0"/>
              <a:t>2.10 </a:t>
            </a:r>
            <a:r>
              <a:rPr lang="zh-CN" altLang="en-US" smtClean="0"/>
              <a:t>网络互连与通信参考模型</a:t>
            </a:r>
          </a:p>
        </p:txBody>
      </p:sp>
      <p:sp>
        <p:nvSpPr>
          <p:cNvPr id="4" name="灯片编号占位符 3"/>
          <p:cNvSpPr>
            <a:spLocks noGrp="1"/>
          </p:cNvSpPr>
          <p:nvPr>
            <p:ph type="sldNum" sz="quarter" idx="12"/>
          </p:nvPr>
        </p:nvSpPr>
        <p:spPr/>
        <p:txBody>
          <a:bodyPr/>
          <a:lstStyle/>
          <a:p>
            <a:pPr>
              <a:defRPr/>
            </a:pPr>
            <a:fld id="{FFA8AF18-6DD7-4ABE-96F9-6100249033BC}" type="slidenum">
              <a:rPr lang="zh-CN" altLang="en-US" smtClean="0"/>
              <a:pPr>
                <a:defRPr/>
              </a:pPr>
              <a:t>72</a:t>
            </a:fld>
            <a:endParaRPr lang="zh-CN" altLang="en-US"/>
          </a:p>
        </p:txBody>
      </p:sp>
      <p:pic>
        <p:nvPicPr>
          <p:cNvPr id="97284" name="Picture 3"/>
          <p:cNvPicPr>
            <a:picLocks noChangeAspect="1" noChangeArrowheads="1"/>
          </p:cNvPicPr>
          <p:nvPr/>
        </p:nvPicPr>
        <p:blipFill>
          <a:blip r:embed="rId2">
            <a:extLst>
              <a:ext uri="{28A0092B-C50C-407E-A947-70E740481C1C}">
                <a14:useLocalDpi xmlns:a14="http://schemas.microsoft.com/office/drawing/2010/main" val="0"/>
              </a:ext>
            </a:extLst>
          </a:blip>
          <a:srcRect b="6395"/>
          <a:stretch>
            <a:fillRect/>
          </a:stretch>
        </p:blipFill>
        <p:spPr bwMode="auto">
          <a:xfrm>
            <a:off x="179388" y="908050"/>
            <a:ext cx="7620000" cy="5473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 name="线形标注 1 5"/>
          <p:cNvSpPr/>
          <p:nvPr/>
        </p:nvSpPr>
        <p:spPr>
          <a:xfrm>
            <a:off x="1835150" y="908050"/>
            <a:ext cx="6948488" cy="1657350"/>
          </a:xfrm>
          <a:prstGeom prst="borderCallout1">
            <a:avLst>
              <a:gd name="adj1" fmla="val 49106"/>
              <a:gd name="adj2" fmla="val -234"/>
              <a:gd name="adj3" fmla="val 15917"/>
              <a:gd name="adj4" fmla="val -7254"/>
            </a:avLst>
          </a:prstGeom>
          <a:solidFill>
            <a:schemeClr val="accent6">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marL="342900" indent="-342900" algn="just" latinLnBrk="1">
              <a:spcBef>
                <a:spcPct val="55000"/>
              </a:spcBef>
              <a:buClr>
                <a:srgbClr val="002060"/>
              </a:buClr>
              <a:buFont typeface="Wingdings" panose="05000000000000000000" pitchFamily="2" charset="2"/>
              <a:buChar char="ü"/>
              <a:defRPr/>
            </a:pPr>
            <a:r>
              <a:rPr kumimoji="1" lang="zh-CN" altLang="en-US" sz="2400" dirty="0">
                <a:solidFill>
                  <a:srgbClr val="FF0000"/>
                </a:solidFill>
                <a:latin typeface="Times New Roman" pitchFamily="18" charset="0"/>
                <a:ea typeface="楷体_GB2312" pitchFamily="49" charset="-122"/>
              </a:rPr>
              <a:t>应用层</a:t>
            </a:r>
            <a:r>
              <a:rPr kumimoji="1" lang="zh-CN" altLang="en-US" sz="2400" dirty="0">
                <a:solidFill>
                  <a:srgbClr val="000000"/>
                </a:solidFill>
                <a:latin typeface="Times New Roman" pitchFamily="18" charset="0"/>
                <a:ea typeface="楷体_GB2312" pitchFamily="49" charset="-122"/>
              </a:rPr>
              <a:t>是</a:t>
            </a:r>
            <a:r>
              <a:rPr kumimoji="1" lang="en-US" altLang="zh-CN" sz="2400" dirty="0">
                <a:solidFill>
                  <a:srgbClr val="000000"/>
                </a:solidFill>
                <a:latin typeface="Times New Roman" pitchFamily="18" charset="0"/>
                <a:ea typeface="楷体_GB2312" pitchFamily="49" charset="-122"/>
              </a:rPr>
              <a:t>OSI</a:t>
            </a:r>
            <a:r>
              <a:rPr kumimoji="1" lang="zh-CN" altLang="en-US" sz="2400" dirty="0">
                <a:solidFill>
                  <a:srgbClr val="000000"/>
                </a:solidFill>
                <a:latin typeface="Times New Roman" pitchFamily="18" charset="0"/>
                <a:ea typeface="楷体_GB2312" pitchFamily="49" charset="-122"/>
              </a:rPr>
              <a:t>参考模型中的最高层。直接面向用</a:t>
            </a:r>
            <a:r>
              <a:rPr kumimoji="1" lang="zh-CN" altLang="en-US" sz="2400" dirty="0" smtClean="0">
                <a:solidFill>
                  <a:srgbClr val="000000"/>
                </a:solidFill>
                <a:latin typeface="Times New Roman" pitchFamily="18" charset="0"/>
                <a:ea typeface="楷体_GB2312" pitchFamily="49" charset="-122"/>
              </a:rPr>
              <a:t>户，以</a:t>
            </a:r>
            <a:r>
              <a:rPr kumimoji="1" lang="zh-CN" altLang="en-US" sz="2400" dirty="0">
                <a:solidFill>
                  <a:srgbClr val="000000"/>
                </a:solidFill>
                <a:latin typeface="Times New Roman" pitchFamily="18" charset="0"/>
                <a:ea typeface="楷体_GB2312" pitchFamily="49" charset="-122"/>
              </a:rPr>
              <a:t>满</a:t>
            </a:r>
            <a:r>
              <a:rPr kumimoji="1" lang="zh-CN" altLang="en-US" sz="2400" dirty="0" smtClean="0">
                <a:solidFill>
                  <a:srgbClr val="000000"/>
                </a:solidFill>
                <a:latin typeface="Times New Roman" pitchFamily="18" charset="0"/>
                <a:ea typeface="楷体_GB2312" pitchFamily="49" charset="-122"/>
              </a:rPr>
              <a:t>足不同</a:t>
            </a:r>
            <a:r>
              <a:rPr kumimoji="1" lang="zh-CN" altLang="en-US" sz="2400" dirty="0">
                <a:solidFill>
                  <a:srgbClr val="000000"/>
                </a:solidFill>
                <a:latin typeface="Times New Roman" pitchFamily="18" charset="0"/>
                <a:ea typeface="楷体_GB2312" pitchFamily="49" charset="-122"/>
              </a:rPr>
              <a:t>需</a:t>
            </a:r>
            <a:r>
              <a:rPr kumimoji="1" lang="zh-CN" altLang="en-US" sz="2400" dirty="0" smtClean="0">
                <a:solidFill>
                  <a:srgbClr val="000000"/>
                </a:solidFill>
                <a:latin typeface="Times New Roman" pitchFamily="18" charset="0"/>
                <a:ea typeface="楷体_GB2312" pitchFamily="49" charset="-122"/>
              </a:rPr>
              <a:t>求，</a:t>
            </a:r>
            <a:r>
              <a:rPr kumimoji="1" lang="zh-CN" altLang="en-US" sz="2400" dirty="0">
                <a:solidFill>
                  <a:srgbClr val="000000"/>
                </a:solidFill>
                <a:latin typeface="Times New Roman" pitchFamily="18" charset="0"/>
                <a:ea typeface="楷体_GB2312" pitchFamily="49" charset="-122"/>
              </a:rPr>
              <a:t>是运用网络资源向应用程序直接提供服务的层次</a:t>
            </a:r>
            <a:r>
              <a:rPr kumimoji="1" lang="zh-CN" altLang="en-US" sz="2400" dirty="0" smtClean="0">
                <a:solidFill>
                  <a:srgbClr val="000000"/>
                </a:solidFill>
                <a:latin typeface="Times New Roman" pitchFamily="18" charset="0"/>
                <a:ea typeface="楷体_GB2312" pitchFamily="49" charset="-122"/>
              </a:rPr>
              <a:t>。</a:t>
            </a:r>
            <a:endParaRPr kumimoji="1" lang="zh-CN" altLang="en-US" sz="2400" dirty="0">
              <a:solidFill>
                <a:srgbClr val="0070C0"/>
              </a:solidFill>
              <a:ea typeface="楷体_GB2312" pitchFamily="49" charset="-122"/>
            </a:endParaRPr>
          </a:p>
        </p:txBody>
      </p:sp>
    </p:spTree>
  </p:cSld>
  <p:clrMapOvr>
    <a:masterClrMapping/>
  </p:clrMapOvr>
  <p:transition spd="slow">
    <p:push dir="u"/>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4"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500" fill="hold"/>
                                        <p:tgtEl>
                                          <p:spTgt spid="6"/>
                                        </p:tgtEl>
                                        <p:attrNameLst>
                                          <p:attrName>ppt_x</p:attrName>
                                        </p:attrNameLst>
                                      </p:cBhvr>
                                      <p:tavLst>
                                        <p:tav tm="0">
                                          <p:val>
                                            <p:strVal val="#ppt_x"/>
                                          </p:val>
                                        </p:tav>
                                        <p:tav tm="100000">
                                          <p:val>
                                            <p:strVal val="#ppt_x"/>
                                          </p:val>
                                        </p:tav>
                                      </p:tavLst>
                                    </p:anim>
                                    <p:anim calcmode="lin" valueType="num">
                                      <p:cBhvr additive="base">
                                        <p:cTn id="8" dur="500" fill="hold"/>
                                        <p:tgtEl>
                                          <p:spTgt spid="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330" name="标题 1"/>
          <p:cNvSpPr>
            <a:spLocks noGrp="1"/>
          </p:cNvSpPr>
          <p:nvPr>
            <p:ph type="title"/>
          </p:nvPr>
        </p:nvSpPr>
        <p:spPr>
          <a:xfrm>
            <a:off x="107950" y="44450"/>
            <a:ext cx="7343775" cy="792163"/>
          </a:xfrm>
        </p:spPr>
        <p:txBody>
          <a:bodyPr/>
          <a:lstStyle/>
          <a:p>
            <a:r>
              <a:rPr lang="en-US" altLang="zh-CN" smtClean="0"/>
              <a:t>2.10 </a:t>
            </a:r>
            <a:r>
              <a:rPr lang="zh-CN" altLang="en-US" smtClean="0"/>
              <a:t>网络互连与通信参考模型</a:t>
            </a:r>
          </a:p>
        </p:txBody>
      </p:sp>
      <p:sp>
        <p:nvSpPr>
          <p:cNvPr id="4" name="灯片编号占位符 3"/>
          <p:cNvSpPr>
            <a:spLocks noGrp="1"/>
          </p:cNvSpPr>
          <p:nvPr>
            <p:ph type="sldNum" sz="quarter" idx="12"/>
          </p:nvPr>
        </p:nvSpPr>
        <p:spPr/>
        <p:txBody>
          <a:bodyPr/>
          <a:lstStyle/>
          <a:p>
            <a:pPr>
              <a:defRPr/>
            </a:pPr>
            <a:fld id="{0023BA89-F23F-47D0-A233-537F542F8D05}" type="slidenum">
              <a:rPr lang="zh-CN" altLang="en-US" smtClean="0"/>
              <a:pPr>
                <a:defRPr/>
              </a:pPr>
              <a:t>73</a:t>
            </a:fld>
            <a:endParaRPr lang="zh-CN" altLang="en-US"/>
          </a:p>
        </p:txBody>
      </p:sp>
      <p:pic>
        <p:nvPicPr>
          <p:cNvPr id="99332" name="Picture 3"/>
          <p:cNvPicPr>
            <a:picLocks noChangeAspect="1" noChangeArrowheads="1"/>
          </p:cNvPicPr>
          <p:nvPr/>
        </p:nvPicPr>
        <p:blipFill>
          <a:blip r:embed="rId2">
            <a:extLst>
              <a:ext uri="{28A0092B-C50C-407E-A947-70E740481C1C}">
                <a14:useLocalDpi xmlns:a14="http://schemas.microsoft.com/office/drawing/2010/main" val="0"/>
              </a:ext>
            </a:extLst>
          </a:blip>
          <a:srcRect b="6395"/>
          <a:stretch>
            <a:fillRect/>
          </a:stretch>
        </p:blipFill>
        <p:spPr bwMode="auto">
          <a:xfrm>
            <a:off x="179388" y="908050"/>
            <a:ext cx="7620000" cy="5473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圆角矩形标注 6"/>
          <p:cNvSpPr/>
          <p:nvPr/>
        </p:nvSpPr>
        <p:spPr>
          <a:xfrm>
            <a:off x="7310438" y="1196975"/>
            <a:ext cx="1800225" cy="4248150"/>
          </a:xfrm>
          <a:prstGeom prst="wedgeRoundRectCallout">
            <a:avLst>
              <a:gd name="adj1" fmla="val -82105"/>
              <a:gd name="adj2" fmla="val -10868"/>
              <a:gd name="adj3" fmla="val 16667"/>
            </a:avLst>
          </a:prstGeom>
          <a:solidFill>
            <a:schemeClr val="accent5">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just" latinLnBrk="1">
              <a:lnSpc>
                <a:spcPts val="2900"/>
              </a:lnSpc>
              <a:buClr>
                <a:schemeClr val="accent2"/>
              </a:buClr>
              <a:buFont typeface="Wingdings" pitchFamily="2" charset="2"/>
              <a:buNone/>
              <a:defRPr/>
            </a:pPr>
            <a:r>
              <a:rPr kumimoji="1" lang="zh-CN" altLang="en-US" sz="2400" dirty="0">
                <a:solidFill>
                  <a:srgbClr val="000000"/>
                </a:solidFill>
                <a:latin typeface="Times New Roman" pitchFamily="18" charset="0"/>
                <a:ea typeface="楷体_GB2312" pitchFamily="49" charset="-122"/>
              </a:rPr>
              <a:t>层次越靠上，其与信息处理的关系越密切，越靠下，其与通信的关系越密切。</a:t>
            </a:r>
          </a:p>
        </p:txBody>
      </p:sp>
    </p:spTree>
  </p:cSld>
  <p:clrMapOvr>
    <a:masterClrMapping/>
  </p:clrMapOvr>
  <p:transition spd="slow">
    <p:push dir="u"/>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4"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ppt_x"/>
                                          </p:val>
                                        </p:tav>
                                        <p:tav tm="100000">
                                          <p:val>
                                            <p:strVal val="#ppt_x"/>
                                          </p:val>
                                        </p:tav>
                                      </p:tavLst>
                                    </p:anim>
                                    <p:anim calcmode="lin" valueType="num">
                                      <p:cBhvr additive="base">
                                        <p:cTn id="8" dur="500" fill="hold"/>
                                        <p:tgtEl>
                                          <p:spTgt spid="7"/>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354" name="标题 1"/>
          <p:cNvSpPr>
            <a:spLocks noGrp="1"/>
          </p:cNvSpPr>
          <p:nvPr>
            <p:ph type="title"/>
          </p:nvPr>
        </p:nvSpPr>
        <p:spPr>
          <a:xfrm>
            <a:off x="107950" y="44450"/>
            <a:ext cx="7343775" cy="792163"/>
          </a:xfrm>
        </p:spPr>
        <p:txBody>
          <a:bodyPr/>
          <a:lstStyle/>
          <a:p>
            <a:r>
              <a:rPr lang="en-US" altLang="zh-CN" smtClean="0"/>
              <a:t>2.10 </a:t>
            </a:r>
            <a:r>
              <a:rPr lang="zh-CN" altLang="en-US" smtClean="0"/>
              <a:t>网络互连与通信参考模型</a:t>
            </a:r>
          </a:p>
        </p:txBody>
      </p:sp>
      <p:sp>
        <p:nvSpPr>
          <p:cNvPr id="4" name="灯片编号占位符 3"/>
          <p:cNvSpPr>
            <a:spLocks noGrp="1"/>
          </p:cNvSpPr>
          <p:nvPr>
            <p:ph type="sldNum" sz="quarter" idx="12"/>
          </p:nvPr>
        </p:nvSpPr>
        <p:spPr/>
        <p:txBody>
          <a:bodyPr/>
          <a:lstStyle/>
          <a:p>
            <a:pPr>
              <a:defRPr/>
            </a:pPr>
            <a:fld id="{681AB365-2C1D-49A6-9EB9-63251E021881}" type="slidenum">
              <a:rPr lang="zh-CN" altLang="en-US" smtClean="0"/>
              <a:pPr>
                <a:defRPr/>
              </a:pPr>
              <a:t>74</a:t>
            </a:fld>
            <a:endParaRPr lang="zh-CN" altLang="en-US"/>
          </a:p>
        </p:txBody>
      </p:sp>
      <p:pic>
        <p:nvPicPr>
          <p:cNvPr id="100356" name="Picture 3"/>
          <p:cNvPicPr>
            <a:picLocks noChangeAspect="1" noChangeArrowheads="1"/>
          </p:cNvPicPr>
          <p:nvPr/>
        </p:nvPicPr>
        <p:blipFill>
          <a:blip r:embed="rId2">
            <a:extLst>
              <a:ext uri="{28A0092B-C50C-407E-A947-70E740481C1C}">
                <a14:useLocalDpi xmlns:a14="http://schemas.microsoft.com/office/drawing/2010/main" val="0"/>
              </a:ext>
            </a:extLst>
          </a:blip>
          <a:srcRect b="8086"/>
          <a:stretch>
            <a:fillRect/>
          </a:stretch>
        </p:blipFill>
        <p:spPr bwMode="auto">
          <a:xfrm>
            <a:off x="179388" y="908050"/>
            <a:ext cx="8064500" cy="46021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0357" name="TextBox 5"/>
          <p:cNvSpPr txBox="1">
            <a:spLocks noChangeArrowheads="1"/>
          </p:cNvSpPr>
          <p:nvPr/>
        </p:nvSpPr>
        <p:spPr bwMode="auto">
          <a:xfrm>
            <a:off x="611188" y="5654675"/>
            <a:ext cx="6769100"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spcBef>
                <a:spcPct val="20000"/>
              </a:spcBef>
              <a:buFont typeface="Wingdings" pitchFamily="2" charset="2"/>
              <a:buChar char="Ø"/>
              <a:defRPr sz="3200">
                <a:solidFill>
                  <a:srgbClr val="4F6228"/>
                </a:solidFill>
                <a:latin typeface="Calibri" pitchFamily="34" charset="0"/>
                <a:ea typeface="楷体_GB2312" pitchFamily="49" charset="-122"/>
              </a:defRPr>
            </a:lvl1pPr>
            <a:lvl2pPr marL="742950" indent="-285750" eaLnBrk="0" hangingPunct="0">
              <a:spcBef>
                <a:spcPct val="20000"/>
              </a:spcBef>
              <a:buFont typeface="Wingdings" pitchFamily="2" charset="2"/>
              <a:buChar char="ü"/>
              <a:defRPr sz="2800">
                <a:solidFill>
                  <a:srgbClr val="4F6228"/>
                </a:solidFill>
                <a:latin typeface="Calibri" pitchFamily="34" charset="0"/>
                <a:ea typeface="楷体_GB2312" pitchFamily="49" charset="-122"/>
              </a:defRPr>
            </a:lvl2pPr>
            <a:lvl3pPr marL="1143000" indent="-228600" eaLnBrk="0" hangingPunct="0">
              <a:spcBef>
                <a:spcPct val="20000"/>
              </a:spcBef>
              <a:buFont typeface="Arial" charset="0"/>
              <a:buChar char="•"/>
              <a:defRPr sz="2400">
                <a:solidFill>
                  <a:srgbClr val="4F6228"/>
                </a:solidFill>
                <a:latin typeface="Calibri" pitchFamily="34" charset="0"/>
                <a:ea typeface="楷体_GB2312" pitchFamily="49" charset="-122"/>
              </a:defRPr>
            </a:lvl3pPr>
            <a:lvl4pPr marL="1600200" indent="-228600" eaLnBrk="0" hangingPunct="0">
              <a:spcBef>
                <a:spcPct val="20000"/>
              </a:spcBef>
              <a:buFont typeface="Arial" charset="0"/>
              <a:buChar char="–"/>
              <a:defRPr sz="2000">
                <a:solidFill>
                  <a:schemeClr val="tx1"/>
                </a:solidFill>
                <a:latin typeface="Calibri" pitchFamily="34" charset="0"/>
                <a:ea typeface="宋体" pitchFamily="2" charset="-122"/>
              </a:defRPr>
            </a:lvl4pPr>
            <a:lvl5pPr marL="2057400" indent="-228600" eaLnBrk="0" hangingPunct="0">
              <a:spcBef>
                <a:spcPct val="20000"/>
              </a:spcBef>
              <a:buFont typeface="Arial" charset="0"/>
              <a:buChar char="»"/>
              <a:defRPr sz="2000">
                <a:solidFill>
                  <a:schemeClr val="tx1"/>
                </a:solidFill>
                <a:latin typeface="Calibri" pitchFamily="34" charset="0"/>
                <a:ea typeface="宋体" pitchFamily="2" charset="-122"/>
              </a:defRPr>
            </a:lvl5pPr>
            <a:lvl6pPr marL="2514600" indent="-228600" eaLnBrk="0" fontAlgn="base" hangingPunct="0">
              <a:spcBef>
                <a:spcPct val="20000"/>
              </a:spcBef>
              <a:spcAft>
                <a:spcPct val="0"/>
              </a:spcAft>
              <a:buFont typeface="Arial" charset="0"/>
              <a:buChar char="»"/>
              <a:defRPr sz="2000">
                <a:solidFill>
                  <a:schemeClr val="tx1"/>
                </a:solidFill>
                <a:latin typeface="Calibri" pitchFamily="34" charset="0"/>
                <a:ea typeface="宋体" pitchFamily="2" charset="-122"/>
              </a:defRPr>
            </a:lvl6pPr>
            <a:lvl7pPr marL="2971800" indent="-228600" eaLnBrk="0" fontAlgn="base" hangingPunct="0">
              <a:spcBef>
                <a:spcPct val="20000"/>
              </a:spcBef>
              <a:spcAft>
                <a:spcPct val="0"/>
              </a:spcAft>
              <a:buFont typeface="Arial" charset="0"/>
              <a:buChar char="»"/>
              <a:defRPr sz="2000">
                <a:solidFill>
                  <a:schemeClr val="tx1"/>
                </a:solidFill>
                <a:latin typeface="Calibri" pitchFamily="34" charset="0"/>
                <a:ea typeface="宋体" pitchFamily="2" charset="-122"/>
              </a:defRPr>
            </a:lvl7pPr>
            <a:lvl8pPr marL="3429000" indent="-228600" eaLnBrk="0" fontAlgn="base" hangingPunct="0">
              <a:spcBef>
                <a:spcPct val="20000"/>
              </a:spcBef>
              <a:spcAft>
                <a:spcPct val="0"/>
              </a:spcAft>
              <a:buFont typeface="Arial" charset="0"/>
              <a:buChar char="»"/>
              <a:defRPr sz="2000">
                <a:solidFill>
                  <a:schemeClr val="tx1"/>
                </a:solidFill>
                <a:latin typeface="Calibri" pitchFamily="34" charset="0"/>
                <a:ea typeface="宋体" pitchFamily="2" charset="-122"/>
              </a:defRPr>
            </a:lvl8pPr>
            <a:lvl9pPr marL="3886200" indent="-228600" eaLnBrk="0" fontAlgn="base" hangingPunct="0">
              <a:spcBef>
                <a:spcPct val="20000"/>
              </a:spcBef>
              <a:spcAft>
                <a:spcPct val="0"/>
              </a:spcAft>
              <a:buFont typeface="Arial" charset="0"/>
              <a:buChar char="»"/>
              <a:defRPr sz="2000">
                <a:solidFill>
                  <a:schemeClr val="tx1"/>
                </a:solidFill>
                <a:latin typeface="Calibri" pitchFamily="34" charset="0"/>
                <a:ea typeface="宋体" pitchFamily="2" charset="-122"/>
              </a:defRPr>
            </a:lvl9pPr>
          </a:lstStyle>
          <a:p>
            <a:pPr algn="ctr" eaLnBrk="1" hangingPunct="1">
              <a:spcBef>
                <a:spcPct val="0"/>
              </a:spcBef>
              <a:buFontTx/>
              <a:buNone/>
            </a:pPr>
            <a:r>
              <a:rPr lang="en-US" altLang="zh-CN" sz="2400">
                <a:solidFill>
                  <a:schemeClr val="tx1"/>
                </a:solidFill>
              </a:rPr>
              <a:t>OSI</a:t>
            </a:r>
            <a:r>
              <a:rPr lang="zh-CN" altLang="en-US" sz="2400">
                <a:solidFill>
                  <a:schemeClr val="tx1"/>
                </a:solidFill>
              </a:rPr>
              <a:t>模型使用举例</a:t>
            </a:r>
          </a:p>
        </p:txBody>
      </p:sp>
      <p:sp>
        <p:nvSpPr>
          <p:cNvPr id="9" name="圆角矩形标注 8"/>
          <p:cNvSpPr/>
          <p:nvPr/>
        </p:nvSpPr>
        <p:spPr>
          <a:xfrm>
            <a:off x="468313" y="5165725"/>
            <a:ext cx="8353425" cy="1439863"/>
          </a:xfrm>
          <a:prstGeom prst="wedgeRoundRectCallout">
            <a:avLst>
              <a:gd name="adj1" fmla="val -47567"/>
              <a:gd name="adj2" fmla="val -148520"/>
              <a:gd name="adj3" fmla="val 16667"/>
            </a:avLst>
          </a:prstGeom>
          <a:solidFill>
            <a:schemeClr val="accent5">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just" latinLnBrk="1">
              <a:lnSpc>
                <a:spcPts val="2900"/>
              </a:lnSpc>
              <a:buClr>
                <a:schemeClr val="accent2"/>
              </a:buClr>
              <a:buFont typeface="Wingdings" pitchFamily="2" charset="2"/>
              <a:buNone/>
              <a:defRPr/>
            </a:pPr>
            <a:r>
              <a:rPr kumimoji="1" lang="zh-CN" altLang="en-US" sz="2400" dirty="0">
                <a:solidFill>
                  <a:srgbClr val="000000"/>
                </a:solidFill>
                <a:latin typeface="Times New Roman" pitchFamily="18" charset="0"/>
                <a:ea typeface="楷体_GB2312" pitchFamily="49" charset="-122"/>
              </a:rPr>
              <a:t>发送进程发送数据时，每一层都把从上层收到的报文看做要发送的数据，在该数据上加上该层的报头和必要的报尾；接收进程接收数据时，每一层去掉属于该层的报头和报尾后再把报文传给上一层。</a:t>
            </a:r>
          </a:p>
        </p:txBody>
      </p:sp>
      <p:sp>
        <p:nvSpPr>
          <p:cNvPr id="10" name="圆角矩形标注 9"/>
          <p:cNvSpPr/>
          <p:nvPr/>
        </p:nvSpPr>
        <p:spPr>
          <a:xfrm>
            <a:off x="323850" y="5013325"/>
            <a:ext cx="8355013" cy="1439863"/>
          </a:xfrm>
          <a:prstGeom prst="wedgeRoundRectCallout">
            <a:avLst>
              <a:gd name="adj1" fmla="val -26110"/>
              <a:gd name="adj2" fmla="val -49103"/>
              <a:gd name="adj3" fmla="val 16667"/>
            </a:avLst>
          </a:prstGeom>
          <a:solidFill>
            <a:schemeClr val="accent5">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just" latinLnBrk="1">
              <a:lnSpc>
                <a:spcPts val="2900"/>
              </a:lnSpc>
              <a:buClr>
                <a:schemeClr val="accent2"/>
              </a:buClr>
              <a:buFont typeface="Wingdings" pitchFamily="2" charset="2"/>
              <a:buNone/>
              <a:defRPr/>
            </a:pPr>
            <a:r>
              <a:rPr kumimoji="1" lang="zh-CN" altLang="en-US" sz="2400" dirty="0">
                <a:solidFill>
                  <a:srgbClr val="000000"/>
                </a:solidFill>
                <a:latin typeface="Times New Roman" pitchFamily="18" charset="0"/>
                <a:ea typeface="楷体_GB2312" pitchFamily="49" charset="-122"/>
              </a:rPr>
              <a:t>整个过程中最关键的概念是：虽然数据的实际传输方向是垂直的，但每一层在编程时却好像数据一直是水平传输的。</a:t>
            </a:r>
          </a:p>
        </p:txBody>
      </p:sp>
      <p:sp>
        <p:nvSpPr>
          <p:cNvPr id="11" name="圆角矩形标注 10"/>
          <p:cNvSpPr/>
          <p:nvPr/>
        </p:nvSpPr>
        <p:spPr>
          <a:xfrm>
            <a:off x="2700338" y="2174875"/>
            <a:ext cx="4535487" cy="3736975"/>
          </a:xfrm>
          <a:prstGeom prst="wedgeRoundRectCallout">
            <a:avLst>
              <a:gd name="adj1" fmla="val -26110"/>
              <a:gd name="adj2" fmla="val -49103"/>
              <a:gd name="adj3" fmla="val 16667"/>
            </a:avLst>
          </a:prstGeom>
          <a:solidFill>
            <a:schemeClr val="accent5">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just" latinLnBrk="1">
              <a:lnSpc>
                <a:spcPts val="2900"/>
              </a:lnSpc>
              <a:buClr>
                <a:schemeClr val="accent2"/>
              </a:buClr>
              <a:buFont typeface="Wingdings" pitchFamily="2" charset="2"/>
              <a:buNone/>
              <a:defRPr/>
            </a:pPr>
            <a:r>
              <a:rPr kumimoji="1" lang="zh-CN" altLang="en-US" sz="2400" dirty="0">
                <a:solidFill>
                  <a:srgbClr val="000000"/>
                </a:solidFill>
                <a:latin typeface="Times New Roman" pitchFamily="18" charset="0"/>
                <a:ea typeface="楷体_GB2312" pitchFamily="49" charset="-122"/>
              </a:rPr>
              <a:t>数据单元在不同的层次中名称也不相同。</a:t>
            </a:r>
            <a:endParaRPr kumimoji="1" lang="en-US" altLang="zh-CN" sz="2400" dirty="0">
              <a:solidFill>
                <a:srgbClr val="000000"/>
              </a:solidFill>
              <a:latin typeface="Times New Roman" pitchFamily="18" charset="0"/>
              <a:ea typeface="楷体_GB2312" pitchFamily="49" charset="-122"/>
            </a:endParaRPr>
          </a:p>
          <a:p>
            <a:pPr algn="just" latinLnBrk="1">
              <a:lnSpc>
                <a:spcPts val="2900"/>
              </a:lnSpc>
              <a:buClr>
                <a:schemeClr val="accent2"/>
              </a:buClr>
              <a:buFont typeface="Wingdings" pitchFamily="2" charset="2"/>
              <a:buNone/>
              <a:defRPr/>
            </a:pPr>
            <a:r>
              <a:rPr kumimoji="1" lang="zh-CN" altLang="en-US" sz="2400" dirty="0">
                <a:solidFill>
                  <a:srgbClr val="000000"/>
                </a:solidFill>
                <a:latin typeface="Times New Roman" pitchFamily="18" charset="0"/>
                <a:ea typeface="楷体_GB2312" pitchFamily="49" charset="-122"/>
              </a:rPr>
              <a:t>物理层以比特流方式传输；</a:t>
            </a:r>
            <a:endParaRPr kumimoji="1" lang="en-US" altLang="zh-CN" sz="2400" dirty="0">
              <a:solidFill>
                <a:srgbClr val="000000"/>
              </a:solidFill>
              <a:latin typeface="Times New Roman" pitchFamily="18" charset="0"/>
              <a:ea typeface="楷体_GB2312" pitchFamily="49" charset="-122"/>
            </a:endParaRPr>
          </a:p>
          <a:p>
            <a:pPr algn="just" latinLnBrk="1">
              <a:lnSpc>
                <a:spcPts val="2900"/>
              </a:lnSpc>
              <a:buClr>
                <a:schemeClr val="accent2"/>
              </a:buClr>
              <a:buFont typeface="Wingdings" pitchFamily="2" charset="2"/>
              <a:buNone/>
              <a:defRPr/>
            </a:pPr>
            <a:r>
              <a:rPr kumimoji="1" lang="zh-CN" altLang="en-US" sz="2400" dirty="0">
                <a:solidFill>
                  <a:srgbClr val="000000"/>
                </a:solidFill>
                <a:latin typeface="Times New Roman" pitchFamily="18" charset="0"/>
                <a:ea typeface="楷体_GB2312" pitchFamily="49" charset="-122"/>
              </a:rPr>
              <a:t>数据链路层的数据单元称为帧；网络层的数据单元称为分组数据报</a:t>
            </a:r>
            <a:r>
              <a:rPr kumimoji="1" lang="zh-CN" altLang="en-US" sz="2400" dirty="0" smtClean="0">
                <a:solidFill>
                  <a:srgbClr val="000000"/>
                </a:solidFill>
                <a:latin typeface="Times New Roman" pitchFamily="18" charset="0"/>
                <a:ea typeface="楷体_GB2312" pitchFamily="49" charset="-122"/>
              </a:rPr>
              <a:t>文；</a:t>
            </a:r>
            <a:endParaRPr kumimoji="1" lang="en-US" altLang="zh-CN" sz="2400" dirty="0">
              <a:solidFill>
                <a:srgbClr val="000000"/>
              </a:solidFill>
              <a:latin typeface="Times New Roman" pitchFamily="18" charset="0"/>
              <a:ea typeface="楷体_GB2312" pitchFamily="49" charset="-122"/>
            </a:endParaRPr>
          </a:p>
          <a:p>
            <a:pPr algn="just" latinLnBrk="1">
              <a:lnSpc>
                <a:spcPts val="2900"/>
              </a:lnSpc>
              <a:buClr>
                <a:schemeClr val="accent2"/>
              </a:buClr>
              <a:buFont typeface="Wingdings" pitchFamily="2" charset="2"/>
              <a:buNone/>
              <a:defRPr/>
            </a:pPr>
            <a:r>
              <a:rPr kumimoji="1" lang="zh-CN" altLang="en-US" sz="2400" dirty="0">
                <a:solidFill>
                  <a:srgbClr val="000000"/>
                </a:solidFill>
                <a:latin typeface="Times New Roman" pitchFamily="18" charset="0"/>
                <a:ea typeface="楷体_GB2312" pitchFamily="49" charset="-122"/>
              </a:rPr>
              <a:t>传输层的数据单元称为报文；会话层、表示层、应用层的数据单元都统称为数据包。</a:t>
            </a:r>
          </a:p>
        </p:txBody>
      </p:sp>
    </p:spTree>
  </p:cSld>
  <p:clrMapOvr>
    <a:masterClrMapping/>
  </p:clrMapOvr>
  <p:transition spd="slow">
    <p:push dir="u"/>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4"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additive="base">
                                        <p:cTn id="7" dur="500" fill="hold"/>
                                        <p:tgtEl>
                                          <p:spTgt spid="9"/>
                                        </p:tgtEl>
                                        <p:attrNameLst>
                                          <p:attrName>ppt_x</p:attrName>
                                        </p:attrNameLst>
                                      </p:cBhvr>
                                      <p:tavLst>
                                        <p:tav tm="0">
                                          <p:val>
                                            <p:strVal val="#ppt_x"/>
                                          </p:val>
                                        </p:tav>
                                        <p:tav tm="100000">
                                          <p:val>
                                            <p:strVal val="#ppt_x"/>
                                          </p:val>
                                        </p:tav>
                                      </p:tavLst>
                                    </p:anim>
                                    <p:anim calcmode="lin" valueType="num">
                                      <p:cBhvr additive="base">
                                        <p:cTn id="8" dur="500" fill="hold"/>
                                        <p:tgtEl>
                                          <p:spTgt spid="9"/>
                                        </p:tgtEl>
                                        <p:attrNameLst>
                                          <p:attrName>ppt_y</p:attrName>
                                        </p:attrNameLst>
                                      </p:cBhvr>
                                      <p:tavLst>
                                        <p:tav tm="0">
                                          <p:val>
                                            <p:strVal val="1+#ppt_h/2"/>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xit" presetSubtype="4" fill="hold" grpId="1" nodeType="clickEffect">
                                  <p:stCondLst>
                                    <p:cond delay="0"/>
                                  </p:stCondLst>
                                  <p:childTnLst>
                                    <p:anim calcmode="lin" valueType="num">
                                      <p:cBhvr additive="base">
                                        <p:cTn id="12" dur="500"/>
                                        <p:tgtEl>
                                          <p:spTgt spid="9"/>
                                        </p:tgtEl>
                                        <p:attrNameLst>
                                          <p:attrName>ppt_x</p:attrName>
                                        </p:attrNameLst>
                                      </p:cBhvr>
                                      <p:tavLst>
                                        <p:tav tm="0">
                                          <p:val>
                                            <p:strVal val="ppt_x"/>
                                          </p:val>
                                        </p:tav>
                                        <p:tav tm="100000">
                                          <p:val>
                                            <p:strVal val="ppt_x"/>
                                          </p:val>
                                        </p:tav>
                                      </p:tavLst>
                                    </p:anim>
                                    <p:anim calcmode="lin" valueType="num">
                                      <p:cBhvr additive="base">
                                        <p:cTn id="13" dur="500"/>
                                        <p:tgtEl>
                                          <p:spTgt spid="9"/>
                                        </p:tgtEl>
                                        <p:attrNameLst>
                                          <p:attrName>ppt_y</p:attrName>
                                        </p:attrNameLst>
                                      </p:cBhvr>
                                      <p:tavLst>
                                        <p:tav tm="0">
                                          <p:val>
                                            <p:strVal val="ppt_y"/>
                                          </p:val>
                                        </p:tav>
                                        <p:tav tm="100000">
                                          <p:val>
                                            <p:strVal val="1+ppt_h/2"/>
                                          </p:val>
                                        </p:tav>
                                      </p:tavLst>
                                    </p:anim>
                                    <p:set>
                                      <p:cBhvr>
                                        <p:cTn id="14" dur="1" fill="hold">
                                          <p:stCondLst>
                                            <p:cond delay="499"/>
                                          </p:stCondLst>
                                        </p:cTn>
                                        <p:tgtEl>
                                          <p:spTgt spid="9"/>
                                        </p:tgtEl>
                                        <p:attrNameLst>
                                          <p:attrName>style.visibility</p:attrName>
                                        </p:attrNameLst>
                                      </p:cBhvr>
                                      <p:to>
                                        <p:strVal val="hidden"/>
                                      </p:to>
                                    </p:set>
                                  </p:childTnLst>
                                </p:cTn>
                              </p:par>
                              <p:par>
                                <p:cTn id="15" presetID="2" presetClass="entr" presetSubtype="4" fill="hold" grpId="0" nodeType="withEffect">
                                  <p:stCondLst>
                                    <p:cond delay="0"/>
                                  </p:stCondLst>
                                  <p:childTnLst>
                                    <p:set>
                                      <p:cBhvr>
                                        <p:cTn id="16" dur="1" fill="hold">
                                          <p:stCondLst>
                                            <p:cond delay="0"/>
                                          </p:stCondLst>
                                        </p:cTn>
                                        <p:tgtEl>
                                          <p:spTgt spid="10"/>
                                        </p:tgtEl>
                                        <p:attrNameLst>
                                          <p:attrName>style.visibility</p:attrName>
                                        </p:attrNameLst>
                                      </p:cBhvr>
                                      <p:to>
                                        <p:strVal val="visible"/>
                                      </p:to>
                                    </p:set>
                                    <p:anim calcmode="lin" valueType="num">
                                      <p:cBhvr additive="base">
                                        <p:cTn id="17" dur="500" fill="hold"/>
                                        <p:tgtEl>
                                          <p:spTgt spid="10"/>
                                        </p:tgtEl>
                                        <p:attrNameLst>
                                          <p:attrName>ppt_x</p:attrName>
                                        </p:attrNameLst>
                                      </p:cBhvr>
                                      <p:tavLst>
                                        <p:tav tm="0">
                                          <p:val>
                                            <p:strVal val="#ppt_x"/>
                                          </p:val>
                                        </p:tav>
                                        <p:tav tm="100000">
                                          <p:val>
                                            <p:strVal val="#ppt_x"/>
                                          </p:val>
                                        </p:tav>
                                      </p:tavLst>
                                    </p:anim>
                                    <p:anim calcmode="lin" valueType="num">
                                      <p:cBhvr additive="base">
                                        <p:cTn id="18" dur="500" fill="hold"/>
                                        <p:tgtEl>
                                          <p:spTgt spid="10"/>
                                        </p:tgtEl>
                                        <p:attrNameLst>
                                          <p:attrName>ppt_y</p:attrName>
                                        </p:attrNameLst>
                                      </p:cBhvr>
                                      <p:tavLst>
                                        <p:tav tm="0">
                                          <p:val>
                                            <p:strVal val="1+#ppt_h/2"/>
                                          </p:val>
                                        </p:tav>
                                        <p:tav tm="100000">
                                          <p:val>
                                            <p:strVal val="#ppt_y"/>
                                          </p:val>
                                        </p:tav>
                                      </p:tavLst>
                                    </p:anim>
                                  </p:childTnLst>
                                </p:cTn>
                              </p:par>
                            </p:childTnLst>
                          </p:cTn>
                        </p:par>
                      </p:childTnLst>
                    </p:cTn>
                  </p:par>
                  <p:par>
                    <p:cTn id="19" fill="hold" nodeType="clickPar">
                      <p:stCondLst>
                        <p:cond delay="indefinite"/>
                      </p:stCondLst>
                      <p:childTnLst>
                        <p:par>
                          <p:cTn id="20" fill="hold" nodeType="withGroup">
                            <p:stCondLst>
                              <p:cond delay="0"/>
                            </p:stCondLst>
                            <p:childTnLst>
                              <p:par>
                                <p:cTn id="21" presetID="2" presetClass="exit" presetSubtype="4" fill="hold" grpId="1" nodeType="clickEffect">
                                  <p:stCondLst>
                                    <p:cond delay="0"/>
                                  </p:stCondLst>
                                  <p:childTnLst>
                                    <p:anim calcmode="lin" valueType="num">
                                      <p:cBhvr additive="base">
                                        <p:cTn id="22" dur="500"/>
                                        <p:tgtEl>
                                          <p:spTgt spid="10"/>
                                        </p:tgtEl>
                                        <p:attrNameLst>
                                          <p:attrName>ppt_x</p:attrName>
                                        </p:attrNameLst>
                                      </p:cBhvr>
                                      <p:tavLst>
                                        <p:tav tm="0">
                                          <p:val>
                                            <p:strVal val="ppt_x"/>
                                          </p:val>
                                        </p:tav>
                                        <p:tav tm="100000">
                                          <p:val>
                                            <p:strVal val="ppt_x"/>
                                          </p:val>
                                        </p:tav>
                                      </p:tavLst>
                                    </p:anim>
                                    <p:anim calcmode="lin" valueType="num">
                                      <p:cBhvr additive="base">
                                        <p:cTn id="23" dur="500"/>
                                        <p:tgtEl>
                                          <p:spTgt spid="10"/>
                                        </p:tgtEl>
                                        <p:attrNameLst>
                                          <p:attrName>ppt_y</p:attrName>
                                        </p:attrNameLst>
                                      </p:cBhvr>
                                      <p:tavLst>
                                        <p:tav tm="0">
                                          <p:val>
                                            <p:strVal val="ppt_y"/>
                                          </p:val>
                                        </p:tav>
                                        <p:tav tm="100000">
                                          <p:val>
                                            <p:strVal val="1+ppt_h/2"/>
                                          </p:val>
                                        </p:tav>
                                      </p:tavLst>
                                    </p:anim>
                                    <p:set>
                                      <p:cBhvr>
                                        <p:cTn id="24" dur="1" fill="hold">
                                          <p:stCondLst>
                                            <p:cond delay="499"/>
                                          </p:stCondLst>
                                        </p:cTn>
                                        <p:tgtEl>
                                          <p:spTgt spid="10"/>
                                        </p:tgtEl>
                                        <p:attrNameLst>
                                          <p:attrName>style.visibility</p:attrName>
                                        </p:attrNameLst>
                                      </p:cBhvr>
                                      <p:to>
                                        <p:strVal val="hidden"/>
                                      </p:to>
                                    </p:set>
                                  </p:childTnLst>
                                </p:cTn>
                              </p:par>
                              <p:par>
                                <p:cTn id="25" presetID="2" presetClass="entr" presetSubtype="4"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 calcmode="lin" valueType="num">
                                      <p:cBhvr additive="base">
                                        <p:cTn id="27" dur="500" fill="hold"/>
                                        <p:tgtEl>
                                          <p:spTgt spid="11"/>
                                        </p:tgtEl>
                                        <p:attrNameLst>
                                          <p:attrName>ppt_x</p:attrName>
                                        </p:attrNameLst>
                                      </p:cBhvr>
                                      <p:tavLst>
                                        <p:tav tm="0">
                                          <p:val>
                                            <p:strVal val="#ppt_x"/>
                                          </p:val>
                                        </p:tav>
                                        <p:tav tm="100000">
                                          <p:val>
                                            <p:strVal val="#ppt_x"/>
                                          </p:val>
                                        </p:tav>
                                      </p:tavLst>
                                    </p:anim>
                                    <p:anim calcmode="lin" valueType="num">
                                      <p:cBhvr additive="base">
                                        <p:cTn id="28"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9" grpId="1" animBg="1"/>
      <p:bldP spid="10" grpId="0" animBg="1"/>
      <p:bldP spid="10" grpId="1" animBg="1"/>
      <p:bldP spid="11" grpId="0" animBg="1"/>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378" name="标题 1"/>
          <p:cNvSpPr>
            <a:spLocks noGrp="1"/>
          </p:cNvSpPr>
          <p:nvPr>
            <p:ph type="title"/>
          </p:nvPr>
        </p:nvSpPr>
        <p:spPr>
          <a:xfrm>
            <a:off x="107950" y="44450"/>
            <a:ext cx="7343775" cy="792163"/>
          </a:xfrm>
        </p:spPr>
        <p:txBody>
          <a:bodyPr/>
          <a:lstStyle/>
          <a:p>
            <a:r>
              <a:rPr lang="en-US" altLang="zh-CN" smtClean="0"/>
              <a:t>2.10 </a:t>
            </a:r>
            <a:r>
              <a:rPr lang="zh-CN" altLang="en-US" smtClean="0"/>
              <a:t>网络互连与通信参考模型</a:t>
            </a:r>
          </a:p>
        </p:txBody>
      </p:sp>
      <p:sp>
        <p:nvSpPr>
          <p:cNvPr id="101379" name="内容占位符 2"/>
          <p:cNvSpPr>
            <a:spLocks noGrp="1"/>
          </p:cNvSpPr>
          <p:nvPr>
            <p:ph idx="1"/>
          </p:nvPr>
        </p:nvSpPr>
        <p:spPr>
          <a:xfrm>
            <a:off x="107950" y="981075"/>
            <a:ext cx="8928100" cy="5102225"/>
          </a:xfrm>
        </p:spPr>
        <p:txBody>
          <a:bodyPr/>
          <a:lstStyle/>
          <a:p>
            <a:r>
              <a:rPr lang="en-US" altLang="zh-CN" b="1" smtClean="0">
                <a:solidFill>
                  <a:srgbClr val="FF0000"/>
                </a:solidFill>
              </a:rPr>
              <a:t>TCP/IP</a:t>
            </a:r>
            <a:r>
              <a:rPr lang="zh-CN" altLang="en-US" b="1" smtClean="0">
                <a:solidFill>
                  <a:srgbClr val="FF0000"/>
                </a:solidFill>
              </a:rPr>
              <a:t>参考模型</a:t>
            </a:r>
            <a:endParaRPr lang="en-US" altLang="zh-CN" b="1" smtClean="0">
              <a:solidFill>
                <a:srgbClr val="FF0000"/>
              </a:solidFill>
            </a:endParaRPr>
          </a:p>
          <a:p>
            <a:pPr marL="857250" lvl="1" indent="-457200"/>
            <a:r>
              <a:rPr lang="en-US" altLang="zh-CN" smtClean="0">
                <a:latin typeface="楷体_GB2312" pitchFamily="49" charset="-122"/>
              </a:rPr>
              <a:t>TCP</a:t>
            </a:r>
            <a:r>
              <a:rPr lang="zh-CN" altLang="en-US" smtClean="0">
                <a:latin typeface="楷体_GB2312" pitchFamily="49" charset="-122"/>
              </a:rPr>
              <a:t>／</a:t>
            </a:r>
            <a:r>
              <a:rPr lang="en-US" altLang="zh-CN" smtClean="0">
                <a:latin typeface="楷体_GB2312" pitchFamily="49" charset="-122"/>
              </a:rPr>
              <a:t>IP</a:t>
            </a:r>
            <a:r>
              <a:rPr lang="zh-CN" altLang="en-US" smtClean="0">
                <a:latin typeface="楷体_GB2312" pitchFamily="49" charset="-122"/>
              </a:rPr>
              <a:t>协议是在互联网产生之后，在网络互连的工作实践和经验中经过抽象提取出来的。</a:t>
            </a:r>
          </a:p>
          <a:p>
            <a:pPr marL="857250" lvl="1" indent="-457200"/>
            <a:r>
              <a:rPr lang="en-US" altLang="zh-CN" smtClean="0">
                <a:latin typeface="楷体_GB2312" pitchFamily="49" charset="-122"/>
              </a:rPr>
              <a:t>TCP/IP</a:t>
            </a:r>
            <a:r>
              <a:rPr lang="zh-CN" altLang="en-US" smtClean="0">
                <a:latin typeface="楷体_GB2312" pitchFamily="49" charset="-122"/>
              </a:rPr>
              <a:t>参考模型的主要设计目标是能够无缝隙地连接多个网络，另一个主要的目标是网络不受子网硬件损失的影响，已经建立的会话不会被取消。</a:t>
            </a:r>
            <a:endParaRPr lang="zh-CN" altLang="en-US" smtClean="0"/>
          </a:p>
        </p:txBody>
      </p:sp>
      <p:sp>
        <p:nvSpPr>
          <p:cNvPr id="4" name="灯片编号占位符 3"/>
          <p:cNvSpPr>
            <a:spLocks noGrp="1"/>
          </p:cNvSpPr>
          <p:nvPr>
            <p:ph type="sldNum" sz="quarter" idx="12"/>
          </p:nvPr>
        </p:nvSpPr>
        <p:spPr/>
        <p:txBody>
          <a:bodyPr/>
          <a:lstStyle/>
          <a:p>
            <a:pPr>
              <a:defRPr/>
            </a:pPr>
            <a:fld id="{95CDF5E0-6D7F-4573-ADDE-621521A5595C}" type="slidenum">
              <a:rPr lang="zh-CN" altLang="en-US" smtClean="0"/>
              <a:pPr>
                <a:defRPr/>
              </a:pPr>
              <a:t>75</a:t>
            </a:fld>
            <a:endParaRPr lang="zh-CN" altLang="en-US"/>
          </a:p>
        </p:txBody>
      </p:sp>
    </p:spTree>
  </p:cSld>
  <p:clrMapOvr>
    <a:masterClrMapping/>
  </p:clrMapOvr>
  <p:transition spd="slow">
    <p:push dir="u"/>
  </p:transition>
  <p:timing>
    <p:tnLst>
      <p:par>
        <p:cTn id="1" dur="indefinite" restart="never" nodeType="tmRoot"/>
      </p:par>
    </p:tn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02" name="标题 1"/>
          <p:cNvSpPr>
            <a:spLocks noGrp="1"/>
          </p:cNvSpPr>
          <p:nvPr>
            <p:ph type="title"/>
          </p:nvPr>
        </p:nvSpPr>
        <p:spPr>
          <a:xfrm>
            <a:off x="107950" y="44450"/>
            <a:ext cx="7343775" cy="792163"/>
          </a:xfrm>
        </p:spPr>
        <p:txBody>
          <a:bodyPr/>
          <a:lstStyle/>
          <a:p>
            <a:r>
              <a:rPr lang="en-US" altLang="zh-CN" smtClean="0"/>
              <a:t>2.10 </a:t>
            </a:r>
            <a:r>
              <a:rPr lang="zh-CN" altLang="en-US" smtClean="0"/>
              <a:t>网络互连与通信参考模型</a:t>
            </a:r>
          </a:p>
        </p:txBody>
      </p:sp>
      <p:sp>
        <p:nvSpPr>
          <p:cNvPr id="4" name="灯片编号占位符 3"/>
          <p:cNvSpPr>
            <a:spLocks noGrp="1"/>
          </p:cNvSpPr>
          <p:nvPr>
            <p:ph type="sldNum" sz="quarter" idx="12"/>
          </p:nvPr>
        </p:nvSpPr>
        <p:spPr/>
        <p:txBody>
          <a:bodyPr/>
          <a:lstStyle/>
          <a:p>
            <a:pPr>
              <a:defRPr/>
            </a:pPr>
            <a:fld id="{822FD70C-2CFE-40B4-A46B-139433D9BF85}" type="slidenum">
              <a:rPr lang="zh-CN" altLang="en-US" smtClean="0"/>
              <a:pPr>
                <a:defRPr/>
              </a:pPr>
              <a:t>76</a:t>
            </a:fld>
            <a:endParaRPr lang="zh-CN" altLang="en-US"/>
          </a:p>
        </p:txBody>
      </p:sp>
      <p:pic>
        <p:nvPicPr>
          <p:cNvPr id="102404"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68313" y="1268413"/>
            <a:ext cx="7954962" cy="33686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2405" name="矩形 5"/>
          <p:cNvSpPr>
            <a:spLocks noChangeArrowheads="1"/>
          </p:cNvSpPr>
          <p:nvPr/>
        </p:nvSpPr>
        <p:spPr bwMode="auto">
          <a:xfrm>
            <a:off x="2506663" y="5300663"/>
            <a:ext cx="4130675" cy="523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spcBef>
                <a:spcPct val="20000"/>
              </a:spcBef>
              <a:buFont typeface="Wingdings" pitchFamily="2" charset="2"/>
              <a:buChar char="Ø"/>
              <a:defRPr sz="3200">
                <a:solidFill>
                  <a:srgbClr val="4F6228"/>
                </a:solidFill>
                <a:latin typeface="Calibri" pitchFamily="34" charset="0"/>
                <a:ea typeface="楷体_GB2312" pitchFamily="49" charset="-122"/>
              </a:defRPr>
            </a:lvl1pPr>
            <a:lvl2pPr marL="742950" indent="-285750" eaLnBrk="0" hangingPunct="0">
              <a:spcBef>
                <a:spcPct val="20000"/>
              </a:spcBef>
              <a:buFont typeface="Wingdings" pitchFamily="2" charset="2"/>
              <a:buChar char="ü"/>
              <a:defRPr sz="2800">
                <a:solidFill>
                  <a:srgbClr val="4F6228"/>
                </a:solidFill>
                <a:latin typeface="Calibri" pitchFamily="34" charset="0"/>
                <a:ea typeface="楷体_GB2312" pitchFamily="49" charset="-122"/>
              </a:defRPr>
            </a:lvl2pPr>
            <a:lvl3pPr marL="1143000" indent="-228600" eaLnBrk="0" hangingPunct="0">
              <a:spcBef>
                <a:spcPct val="20000"/>
              </a:spcBef>
              <a:buFont typeface="Arial" charset="0"/>
              <a:buChar char="•"/>
              <a:defRPr sz="2400">
                <a:solidFill>
                  <a:srgbClr val="4F6228"/>
                </a:solidFill>
                <a:latin typeface="Calibri" pitchFamily="34" charset="0"/>
                <a:ea typeface="楷体_GB2312" pitchFamily="49" charset="-122"/>
              </a:defRPr>
            </a:lvl3pPr>
            <a:lvl4pPr marL="1600200" indent="-228600" eaLnBrk="0" hangingPunct="0">
              <a:spcBef>
                <a:spcPct val="20000"/>
              </a:spcBef>
              <a:buFont typeface="Arial" charset="0"/>
              <a:buChar char="–"/>
              <a:defRPr sz="2000">
                <a:solidFill>
                  <a:schemeClr val="tx1"/>
                </a:solidFill>
                <a:latin typeface="Calibri" pitchFamily="34" charset="0"/>
                <a:ea typeface="宋体" pitchFamily="2" charset="-122"/>
              </a:defRPr>
            </a:lvl4pPr>
            <a:lvl5pPr marL="2057400" indent="-228600" eaLnBrk="0" hangingPunct="0">
              <a:spcBef>
                <a:spcPct val="20000"/>
              </a:spcBef>
              <a:buFont typeface="Arial" charset="0"/>
              <a:buChar char="»"/>
              <a:defRPr sz="2000">
                <a:solidFill>
                  <a:schemeClr val="tx1"/>
                </a:solidFill>
                <a:latin typeface="Calibri" pitchFamily="34" charset="0"/>
                <a:ea typeface="宋体" pitchFamily="2" charset="-122"/>
              </a:defRPr>
            </a:lvl5pPr>
            <a:lvl6pPr marL="2514600" indent="-228600" eaLnBrk="0" fontAlgn="base" hangingPunct="0">
              <a:spcBef>
                <a:spcPct val="20000"/>
              </a:spcBef>
              <a:spcAft>
                <a:spcPct val="0"/>
              </a:spcAft>
              <a:buFont typeface="Arial" charset="0"/>
              <a:buChar char="»"/>
              <a:defRPr sz="2000">
                <a:solidFill>
                  <a:schemeClr val="tx1"/>
                </a:solidFill>
                <a:latin typeface="Calibri" pitchFamily="34" charset="0"/>
                <a:ea typeface="宋体" pitchFamily="2" charset="-122"/>
              </a:defRPr>
            </a:lvl6pPr>
            <a:lvl7pPr marL="2971800" indent="-228600" eaLnBrk="0" fontAlgn="base" hangingPunct="0">
              <a:spcBef>
                <a:spcPct val="20000"/>
              </a:spcBef>
              <a:spcAft>
                <a:spcPct val="0"/>
              </a:spcAft>
              <a:buFont typeface="Arial" charset="0"/>
              <a:buChar char="»"/>
              <a:defRPr sz="2000">
                <a:solidFill>
                  <a:schemeClr val="tx1"/>
                </a:solidFill>
                <a:latin typeface="Calibri" pitchFamily="34" charset="0"/>
                <a:ea typeface="宋体" pitchFamily="2" charset="-122"/>
              </a:defRPr>
            </a:lvl7pPr>
            <a:lvl8pPr marL="3429000" indent="-228600" eaLnBrk="0" fontAlgn="base" hangingPunct="0">
              <a:spcBef>
                <a:spcPct val="20000"/>
              </a:spcBef>
              <a:spcAft>
                <a:spcPct val="0"/>
              </a:spcAft>
              <a:buFont typeface="Arial" charset="0"/>
              <a:buChar char="»"/>
              <a:defRPr sz="2000">
                <a:solidFill>
                  <a:schemeClr val="tx1"/>
                </a:solidFill>
                <a:latin typeface="Calibri" pitchFamily="34" charset="0"/>
                <a:ea typeface="宋体" pitchFamily="2" charset="-122"/>
              </a:defRPr>
            </a:lvl8pPr>
            <a:lvl9pPr marL="3886200" indent="-228600" eaLnBrk="0" fontAlgn="base" hangingPunct="0">
              <a:spcBef>
                <a:spcPct val="20000"/>
              </a:spcBef>
              <a:spcAft>
                <a:spcPct val="0"/>
              </a:spcAft>
              <a:buFont typeface="Arial" charset="0"/>
              <a:buChar char="»"/>
              <a:defRPr sz="2000">
                <a:solidFill>
                  <a:schemeClr val="tx1"/>
                </a:solidFill>
                <a:latin typeface="Calibri" pitchFamily="34" charset="0"/>
                <a:ea typeface="宋体" pitchFamily="2" charset="-122"/>
              </a:defRPr>
            </a:lvl9pPr>
          </a:lstStyle>
          <a:p>
            <a:pPr eaLnBrk="1" hangingPunct="1">
              <a:spcBef>
                <a:spcPct val="0"/>
              </a:spcBef>
              <a:buFontTx/>
              <a:buNone/>
            </a:pPr>
            <a:r>
              <a:rPr lang="en-US" altLang="zh-CN" sz="2800">
                <a:solidFill>
                  <a:schemeClr val="tx1"/>
                </a:solidFill>
              </a:rPr>
              <a:t>TCP/IP</a:t>
            </a:r>
            <a:r>
              <a:rPr lang="zh-CN" altLang="en-US" sz="2800">
                <a:solidFill>
                  <a:schemeClr val="tx1"/>
                </a:solidFill>
              </a:rPr>
              <a:t>与</a:t>
            </a:r>
            <a:r>
              <a:rPr lang="en-US" altLang="zh-CN" sz="2800">
                <a:solidFill>
                  <a:schemeClr val="tx1"/>
                </a:solidFill>
              </a:rPr>
              <a:t>OSI</a:t>
            </a:r>
            <a:r>
              <a:rPr lang="zh-CN" altLang="en-US" sz="2800">
                <a:solidFill>
                  <a:schemeClr val="tx1"/>
                </a:solidFill>
              </a:rPr>
              <a:t>参考模型对比</a:t>
            </a:r>
          </a:p>
        </p:txBody>
      </p:sp>
    </p:spTree>
  </p:cSld>
  <p:clrMapOvr>
    <a:masterClrMapping/>
  </p:clrMapOvr>
  <p:transition spd="slow">
    <p:push dir="u"/>
  </p:transition>
  <p:timing>
    <p:tnLst>
      <p:par>
        <p:cTn id="1" dur="indefinite" restart="never" nodeType="tmRoot"/>
      </p:par>
    </p:tn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426" name="标题 1"/>
          <p:cNvSpPr>
            <a:spLocks noGrp="1"/>
          </p:cNvSpPr>
          <p:nvPr>
            <p:ph type="title"/>
          </p:nvPr>
        </p:nvSpPr>
        <p:spPr>
          <a:xfrm>
            <a:off x="107950" y="44450"/>
            <a:ext cx="7343775" cy="792163"/>
          </a:xfrm>
        </p:spPr>
        <p:txBody>
          <a:bodyPr/>
          <a:lstStyle/>
          <a:p>
            <a:r>
              <a:rPr lang="en-US" altLang="zh-CN" smtClean="0"/>
              <a:t>2.10 </a:t>
            </a:r>
            <a:r>
              <a:rPr lang="zh-CN" altLang="en-US" smtClean="0"/>
              <a:t>网络互连与通信参考模型</a:t>
            </a:r>
          </a:p>
        </p:txBody>
      </p:sp>
      <p:sp>
        <p:nvSpPr>
          <p:cNvPr id="103427" name="内容占位符 2"/>
          <p:cNvSpPr>
            <a:spLocks noGrp="1"/>
          </p:cNvSpPr>
          <p:nvPr>
            <p:ph idx="1"/>
          </p:nvPr>
        </p:nvSpPr>
        <p:spPr>
          <a:xfrm>
            <a:off x="107950" y="981075"/>
            <a:ext cx="8928100" cy="5102225"/>
          </a:xfrm>
        </p:spPr>
        <p:txBody>
          <a:bodyPr/>
          <a:lstStyle/>
          <a:p>
            <a:pPr>
              <a:buFont typeface="Wingdings" pitchFamily="2" charset="2"/>
              <a:buChar char="ü"/>
            </a:pPr>
            <a:r>
              <a:rPr lang="zh-CN" altLang="en-US" sz="2800" b="1" smtClean="0">
                <a:solidFill>
                  <a:srgbClr val="C00000"/>
                </a:solidFill>
              </a:rPr>
              <a:t>主机至网络层</a:t>
            </a:r>
            <a:r>
              <a:rPr lang="zh-CN" altLang="en-US" sz="2800" smtClean="0">
                <a:solidFill>
                  <a:srgbClr val="C00000"/>
                </a:solidFill>
              </a:rPr>
              <a:t>：</a:t>
            </a:r>
            <a:r>
              <a:rPr lang="zh-CN" altLang="en-US" sz="2800" smtClean="0"/>
              <a:t>对应</a:t>
            </a:r>
            <a:r>
              <a:rPr lang="en-US" altLang="zh-CN" sz="2800" smtClean="0"/>
              <a:t>ISO</a:t>
            </a:r>
            <a:r>
              <a:rPr lang="zh-CN" altLang="en-US" sz="2800" smtClean="0"/>
              <a:t>参考模型中的物理层和数据链路层。该层协议未被定义，并且随主机和网络的不同而不同。</a:t>
            </a:r>
            <a:endParaRPr lang="en-US" altLang="zh-CN" sz="2800" smtClean="0"/>
          </a:p>
          <a:p>
            <a:pPr>
              <a:buFont typeface="Wingdings" pitchFamily="2" charset="2"/>
              <a:buChar char="ü"/>
            </a:pPr>
            <a:r>
              <a:rPr lang="zh-CN" altLang="en-US" sz="2800" b="1" smtClean="0">
                <a:solidFill>
                  <a:srgbClr val="C00000"/>
                </a:solidFill>
              </a:rPr>
              <a:t>互联网层</a:t>
            </a:r>
            <a:r>
              <a:rPr lang="en-US" altLang="zh-CN" sz="2800" b="1" smtClean="0">
                <a:solidFill>
                  <a:srgbClr val="C00000"/>
                </a:solidFill>
              </a:rPr>
              <a:t>/</a:t>
            </a:r>
            <a:r>
              <a:rPr lang="zh-CN" altLang="en-US" sz="2800" b="1" smtClean="0">
                <a:solidFill>
                  <a:srgbClr val="C00000"/>
                </a:solidFill>
              </a:rPr>
              <a:t>网络层</a:t>
            </a:r>
            <a:endParaRPr lang="zh-CN" altLang="en-US" sz="2800" smtClean="0"/>
          </a:p>
          <a:p>
            <a:pPr lvl="1" indent="-342900" algn="just">
              <a:buClr>
                <a:schemeClr val="tx1"/>
              </a:buClr>
              <a:buFont typeface="Wingdings" pitchFamily="2" charset="2"/>
              <a:buChar char="u"/>
            </a:pPr>
            <a:r>
              <a:rPr lang="zh-CN" altLang="en-US" sz="2400" smtClean="0"/>
              <a:t>功能：使主机可以把分组发往任何网络并使分组独立地传向目标（可能经由不同的网络）。</a:t>
            </a:r>
          </a:p>
          <a:p>
            <a:pPr lvl="1" indent="-342900" algn="just">
              <a:buClr>
                <a:schemeClr val="tx1"/>
              </a:buClr>
              <a:buFont typeface="Wingdings" pitchFamily="2" charset="2"/>
              <a:buChar char="u"/>
            </a:pPr>
            <a:r>
              <a:rPr lang="zh-CN" altLang="en-US" sz="2400" smtClean="0"/>
              <a:t>定义了分组格式和协议，即</a:t>
            </a:r>
            <a:r>
              <a:rPr lang="en-US" altLang="zh-CN" sz="2400" smtClean="0"/>
              <a:t>IP</a:t>
            </a:r>
            <a:r>
              <a:rPr lang="zh-CN" altLang="en-US" sz="2400" smtClean="0"/>
              <a:t>协议（</a:t>
            </a:r>
            <a:r>
              <a:rPr lang="en-US" altLang="zh-CN" sz="2400" smtClean="0"/>
              <a:t>internet protocol</a:t>
            </a:r>
            <a:r>
              <a:rPr lang="zh-CN" altLang="en-US" sz="2400" smtClean="0"/>
              <a:t>）。</a:t>
            </a:r>
          </a:p>
          <a:p>
            <a:pPr lvl="1" indent="-342900" algn="just">
              <a:buClr>
                <a:schemeClr val="tx1"/>
              </a:buClr>
              <a:buFont typeface="Wingdings" pitchFamily="2" charset="2"/>
              <a:buChar char="u"/>
            </a:pPr>
            <a:r>
              <a:rPr lang="zh-CN" altLang="en-US" sz="2400" smtClean="0"/>
              <a:t> 分组路由和避免阻塞是这里主要的设计问题。 </a:t>
            </a:r>
            <a:endParaRPr lang="zh-CN" altLang="en-US" smtClean="0"/>
          </a:p>
        </p:txBody>
      </p:sp>
      <p:sp>
        <p:nvSpPr>
          <p:cNvPr id="4" name="灯片编号占位符 3"/>
          <p:cNvSpPr>
            <a:spLocks noGrp="1"/>
          </p:cNvSpPr>
          <p:nvPr>
            <p:ph type="sldNum" sz="quarter" idx="12"/>
          </p:nvPr>
        </p:nvSpPr>
        <p:spPr/>
        <p:txBody>
          <a:bodyPr/>
          <a:lstStyle/>
          <a:p>
            <a:pPr>
              <a:defRPr/>
            </a:pPr>
            <a:fld id="{9FBF13F5-C1E3-408E-8A8B-4C4FC01FF72A}" type="slidenum">
              <a:rPr lang="zh-CN" altLang="en-US" smtClean="0"/>
              <a:pPr>
                <a:defRPr/>
              </a:pPr>
              <a:t>77</a:t>
            </a:fld>
            <a:endParaRPr lang="zh-CN" altLang="en-US"/>
          </a:p>
        </p:txBody>
      </p:sp>
    </p:spTree>
  </p:cSld>
  <p:clrMapOvr>
    <a:masterClrMapping/>
  </p:clrMapOvr>
  <p:transition spd="slow">
    <p:push dir="u"/>
  </p:transition>
  <p:timing>
    <p:tnLst>
      <p:par>
        <p:cTn id="1" dur="indefinite" restart="never" nodeType="tmRoot"/>
      </p:par>
    </p:tn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450" name="标题 1"/>
          <p:cNvSpPr>
            <a:spLocks noGrp="1"/>
          </p:cNvSpPr>
          <p:nvPr>
            <p:ph type="title"/>
          </p:nvPr>
        </p:nvSpPr>
        <p:spPr>
          <a:xfrm>
            <a:off x="107950" y="44450"/>
            <a:ext cx="7343775" cy="792163"/>
          </a:xfrm>
        </p:spPr>
        <p:txBody>
          <a:bodyPr/>
          <a:lstStyle/>
          <a:p>
            <a:r>
              <a:rPr lang="en-US" altLang="zh-CN" smtClean="0"/>
              <a:t>2.10 </a:t>
            </a:r>
            <a:r>
              <a:rPr lang="zh-CN" altLang="en-US" smtClean="0"/>
              <a:t>网络互连与通信参考模型</a:t>
            </a:r>
          </a:p>
        </p:txBody>
      </p:sp>
      <p:sp>
        <p:nvSpPr>
          <p:cNvPr id="3" name="内容占位符 2"/>
          <p:cNvSpPr>
            <a:spLocks noGrp="1"/>
          </p:cNvSpPr>
          <p:nvPr>
            <p:ph idx="1"/>
          </p:nvPr>
        </p:nvSpPr>
        <p:spPr>
          <a:xfrm>
            <a:off x="107950" y="981075"/>
            <a:ext cx="8928100" cy="5102225"/>
          </a:xfrm>
        </p:spPr>
        <p:txBody>
          <a:bodyPr/>
          <a:lstStyle/>
          <a:p>
            <a:pPr algn="just">
              <a:buClr>
                <a:schemeClr val="tx1"/>
              </a:buClr>
              <a:buFont typeface="Wingdings" pitchFamily="2" charset="2"/>
              <a:buChar char="ü"/>
              <a:defRPr/>
            </a:pPr>
            <a:r>
              <a:rPr lang="zh-CN" altLang="en-US" sz="2800" b="1" dirty="0">
                <a:solidFill>
                  <a:srgbClr val="C00000"/>
                </a:solidFill>
              </a:rPr>
              <a:t>传输</a:t>
            </a:r>
            <a:r>
              <a:rPr lang="zh-CN" altLang="en-US" sz="2800" b="1" dirty="0" smtClean="0">
                <a:solidFill>
                  <a:srgbClr val="C00000"/>
                </a:solidFill>
              </a:rPr>
              <a:t>层：</a:t>
            </a:r>
            <a:r>
              <a:rPr lang="zh-CN" altLang="en-US" sz="2800" dirty="0"/>
              <a:t>该层包含两个端到端的协议。</a:t>
            </a:r>
          </a:p>
          <a:p>
            <a:pPr lvl="1" indent="-342900" algn="just">
              <a:buClr>
                <a:schemeClr val="accent3">
                  <a:lumMod val="50000"/>
                </a:schemeClr>
              </a:buClr>
              <a:buFont typeface="Wingdings" pitchFamily="2" charset="2"/>
              <a:buChar char="u"/>
              <a:defRPr/>
            </a:pPr>
            <a:r>
              <a:rPr lang="zh-CN" altLang="en-US" sz="2400" b="1" dirty="0" smtClean="0"/>
              <a:t>传输控制协议</a:t>
            </a:r>
            <a:r>
              <a:rPr lang="en-US" altLang="zh-CN" sz="2400" b="1" dirty="0"/>
              <a:t>TCP</a:t>
            </a:r>
            <a:r>
              <a:rPr lang="zh-CN" altLang="en-US" sz="2400" dirty="0"/>
              <a:t>（</a:t>
            </a:r>
            <a:r>
              <a:rPr lang="en-US" altLang="zh-CN" sz="2400" dirty="0"/>
              <a:t>transmission control protocol</a:t>
            </a:r>
            <a:r>
              <a:rPr lang="zh-CN" altLang="en-US" sz="2400" dirty="0"/>
              <a:t>）：一个面向连接的协议，允许从一台机器发出的字节流无差错地发往互联网上的其它机器。 </a:t>
            </a:r>
          </a:p>
          <a:p>
            <a:pPr lvl="1" indent="-342900" algn="just">
              <a:buClr>
                <a:schemeClr val="accent3">
                  <a:lumMod val="50000"/>
                </a:schemeClr>
              </a:buClr>
              <a:buFont typeface="Wingdings" pitchFamily="2" charset="2"/>
              <a:buChar char="u"/>
              <a:defRPr/>
            </a:pPr>
            <a:r>
              <a:rPr lang="zh-CN" altLang="en-US" sz="2400" b="1" dirty="0" smtClean="0"/>
              <a:t>用户</a:t>
            </a:r>
            <a:r>
              <a:rPr lang="zh-CN" altLang="en-US" sz="2400" b="1" dirty="0"/>
              <a:t>数据报协议</a:t>
            </a:r>
            <a:r>
              <a:rPr lang="en-US" altLang="zh-CN" sz="2400" b="1" dirty="0"/>
              <a:t>UDP</a:t>
            </a:r>
            <a:r>
              <a:rPr lang="zh-CN" altLang="en-US" sz="2400" dirty="0"/>
              <a:t>（</a:t>
            </a:r>
            <a:r>
              <a:rPr lang="en-US" altLang="zh-CN" sz="2400" dirty="0"/>
              <a:t>user datagram protocol</a:t>
            </a:r>
            <a:r>
              <a:rPr lang="zh-CN" altLang="en-US" sz="2400" dirty="0"/>
              <a:t>）：一个不可靠的、无连接协议，用于不需要</a:t>
            </a:r>
            <a:r>
              <a:rPr lang="en-US" altLang="zh-CN" sz="2400" dirty="0"/>
              <a:t>TCP</a:t>
            </a:r>
            <a:r>
              <a:rPr lang="zh-CN" altLang="en-US" sz="2400" dirty="0"/>
              <a:t>的排序和流量控制能力而是自己完成这些功能的应用程序</a:t>
            </a:r>
            <a:r>
              <a:rPr lang="zh-CN" altLang="en-US" sz="2400" dirty="0" smtClean="0"/>
              <a:t>。</a:t>
            </a:r>
            <a:endParaRPr lang="en-US" altLang="zh-CN" sz="2400" dirty="0" smtClean="0"/>
          </a:p>
          <a:p>
            <a:pPr algn="just">
              <a:buClr>
                <a:schemeClr val="accent3">
                  <a:lumMod val="50000"/>
                </a:schemeClr>
              </a:buClr>
              <a:buFont typeface="Wingdings" pitchFamily="2" charset="2"/>
              <a:buChar char="ü"/>
              <a:defRPr/>
            </a:pPr>
            <a:r>
              <a:rPr lang="zh-CN" altLang="en-US" sz="2800" b="1" dirty="0" smtClean="0">
                <a:solidFill>
                  <a:srgbClr val="C00000"/>
                </a:solidFill>
              </a:rPr>
              <a:t>应用层：</a:t>
            </a:r>
            <a:r>
              <a:rPr lang="zh-CN" altLang="en-US" sz="2800" dirty="0" smtClean="0"/>
              <a:t>负责</a:t>
            </a:r>
            <a:r>
              <a:rPr lang="zh-CN" altLang="en-US" sz="2800" dirty="0"/>
              <a:t>处理用户访问网络的接口问题，即向用户提供一套常用的</a:t>
            </a:r>
            <a:r>
              <a:rPr lang="zh-CN" altLang="en-US" sz="2800" dirty="0" smtClean="0"/>
              <a:t>应用程序</a:t>
            </a:r>
            <a:endParaRPr lang="zh-CN" altLang="en-US" sz="2800" dirty="0"/>
          </a:p>
          <a:p>
            <a:pPr lvl="1" indent="-342900" algn="just">
              <a:buClr>
                <a:schemeClr val="tx1"/>
              </a:buClr>
              <a:buFont typeface="Wingdings" pitchFamily="2" charset="2"/>
              <a:buChar char="u"/>
              <a:defRPr/>
            </a:pPr>
            <a:r>
              <a:rPr lang="zh-CN" altLang="en-US" sz="2400" dirty="0"/>
              <a:t>最早引入的是虚拟终端协议（</a:t>
            </a:r>
            <a:r>
              <a:rPr lang="en-US" altLang="zh-CN" sz="2400" dirty="0"/>
              <a:t>TELNET</a:t>
            </a:r>
            <a:r>
              <a:rPr lang="zh-CN" altLang="en-US" sz="2400" dirty="0"/>
              <a:t>）、文件传输协议（</a:t>
            </a:r>
            <a:r>
              <a:rPr lang="en-US" altLang="zh-CN" sz="2400" dirty="0"/>
              <a:t>FTP</a:t>
            </a:r>
            <a:r>
              <a:rPr lang="zh-CN" altLang="en-US" sz="2400" dirty="0"/>
              <a:t>）和电子邮件协议（</a:t>
            </a:r>
            <a:r>
              <a:rPr lang="en-US" altLang="zh-CN" sz="2400" dirty="0"/>
              <a:t>SMTP</a:t>
            </a:r>
            <a:r>
              <a:rPr lang="zh-CN" altLang="en-US" sz="2400" dirty="0"/>
              <a:t>）；</a:t>
            </a:r>
          </a:p>
          <a:p>
            <a:pPr lvl="1" indent="-342900" algn="just">
              <a:buClr>
                <a:schemeClr val="tx1"/>
              </a:buClr>
              <a:buFont typeface="Wingdings" pitchFamily="2" charset="2"/>
              <a:buChar char="u"/>
              <a:defRPr/>
            </a:pPr>
            <a:r>
              <a:rPr lang="zh-CN" altLang="en-US" sz="2400" dirty="0"/>
              <a:t>后</a:t>
            </a:r>
            <a:r>
              <a:rPr lang="zh-CN" altLang="en-US" sz="2400" dirty="0" smtClean="0"/>
              <a:t>来</a:t>
            </a:r>
            <a:r>
              <a:rPr lang="zh-CN" altLang="en-US" sz="2400" dirty="0"/>
              <a:t>增加的有域名系统服务</a:t>
            </a:r>
            <a:r>
              <a:rPr lang="en-US" altLang="zh-CN" sz="2400" dirty="0"/>
              <a:t>DNS</a:t>
            </a:r>
            <a:r>
              <a:rPr lang="zh-CN" altLang="en-US" sz="2400" dirty="0"/>
              <a:t>（</a:t>
            </a:r>
            <a:r>
              <a:rPr lang="en-US" altLang="zh-CN" sz="2400" dirty="0"/>
              <a:t>domain name service</a:t>
            </a:r>
            <a:r>
              <a:rPr lang="zh-CN" altLang="en-US" sz="2400" dirty="0"/>
              <a:t>），</a:t>
            </a:r>
            <a:r>
              <a:rPr lang="en-US" altLang="zh-CN" sz="2400" dirty="0"/>
              <a:t>NNTP</a:t>
            </a:r>
            <a:r>
              <a:rPr lang="zh-CN" altLang="en-US" sz="2400" dirty="0"/>
              <a:t>协议 ，</a:t>
            </a:r>
            <a:r>
              <a:rPr lang="en-US" altLang="zh-CN" sz="2400" dirty="0"/>
              <a:t>HTTP</a:t>
            </a:r>
            <a:r>
              <a:rPr lang="zh-CN" altLang="en-US" sz="2400" dirty="0"/>
              <a:t>协议</a:t>
            </a:r>
            <a:r>
              <a:rPr lang="zh-CN" altLang="en-US" sz="2400" dirty="0" smtClean="0"/>
              <a:t>。</a:t>
            </a:r>
            <a:endParaRPr lang="zh-CN" altLang="en-US" sz="2400" dirty="0"/>
          </a:p>
        </p:txBody>
      </p:sp>
      <p:sp>
        <p:nvSpPr>
          <p:cNvPr id="4" name="灯片编号占位符 3"/>
          <p:cNvSpPr>
            <a:spLocks noGrp="1"/>
          </p:cNvSpPr>
          <p:nvPr>
            <p:ph type="sldNum" sz="quarter" idx="12"/>
          </p:nvPr>
        </p:nvSpPr>
        <p:spPr/>
        <p:txBody>
          <a:bodyPr/>
          <a:lstStyle/>
          <a:p>
            <a:pPr>
              <a:defRPr/>
            </a:pPr>
            <a:fld id="{66E72391-FE17-4A53-9F07-A3A0AB84E139}" type="slidenum">
              <a:rPr lang="zh-CN" altLang="en-US" smtClean="0"/>
              <a:pPr>
                <a:defRPr/>
              </a:pPr>
              <a:t>78</a:t>
            </a:fld>
            <a:endParaRPr lang="zh-CN" altLang="en-US"/>
          </a:p>
        </p:txBody>
      </p:sp>
    </p:spTree>
  </p:cSld>
  <p:clrMapOvr>
    <a:masterClrMapping/>
  </p:clrMapOvr>
  <p:transition spd="slow">
    <p:push dir="u"/>
  </p:transition>
  <p:timing>
    <p:tnLst>
      <p:par>
        <p:cTn id="1" dur="indefinite" restart="never" nodeType="tmRoot"/>
      </p:par>
    </p:tn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474" name="标题 1"/>
          <p:cNvSpPr>
            <a:spLocks noGrp="1"/>
          </p:cNvSpPr>
          <p:nvPr>
            <p:ph type="title"/>
          </p:nvPr>
        </p:nvSpPr>
        <p:spPr>
          <a:xfrm>
            <a:off x="107950" y="44450"/>
            <a:ext cx="7343775" cy="792163"/>
          </a:xfrm>
        </p:spPr>
        <p:txBody>
          <a:bodyPr/>
          <a:lstStyle/>
          <a:p>
            <a:r>
              <a:rPr lang="en-US" altLang="zh-CN" smtClean="0"/>
              <a:t>2.10 </a:t>
            </a:r>
            <a:r>
              <a:rPr lang="zh-CN" altLang="en-US" smtClean="0"/>
              <a:t>网络互连与通信参考模型</a:t>
            </a:r>
          </a:p>
        </p:txBody>
      </p:sp>
      <p:sp>
        <p:nvSpPr>
          <p:cNvPr id="4" name="灯片编号占位符 3"/>
          <p:cNvSpPr>
            <a:spLocks noGrp="1"/>
          </p:cNvSpPr>
          <p:nvPr>
            <p:ph type="sldNum" sz="quarter" idx="12"/>
          </p:nvPr>
        </p:nvSpPr>
        <p:spPr/>
        <p:txBody>
          <a:bodyPr/>
          <a:lstStyle/>
          <a:p>
            <a:pPr>
              <a:defRPr/>
            </a:pPr>
            <a:fld id="{03BB2946-EA25-41FC-BC12-B661952FBE2E}" type="slidenum">
              <a:rPr lang="zh-CN" altLang="en-US" smtClean="0"/>
              <a:pPr>
                <a:defRPr/>
              </a:pPr>
              <a:t>79</a:t>
            </a:fld>
            <a:endParaRPr lang="zh-CN" altLang="en-US"/>
          </a:p>
        </p:txBody>
      </p:sp>
      <p:pic>
        <p:nvPicPr>
          <p:cNvPr id="105476" name="Picture 2"/>
          <p:cNvPicPr>
            <a:picLocks noChangeAspect="1" noChangeArrowheads="1"/>
          </p:cNvPicPr>
          <p:nvPr/>
        </p:nvPicPr>
        <p:blipFill>
          <a:blip r:embed="rId2">
            <a:extLst>
              <a:ext uri="{28A0092B-C50C-407E-A947-70E740481C1C}">
                <a14:useLocalDpi xmlns:a14="http://schemas.microsoft.com/office/drawing/2010/main" val="0"/>
              </a:ext>
            </a:extLst>
          </a:blip>
          <a:srcRect b="13792"/>
          <a:stretch>
            <a:fillRect/>
          </a:stretch>
        </p:blipFill>
        <p:spPr bwMode="auto">
          <a:xfrm>
            <a:off x="293688" y="1484313"/>
            <a:ext cx="8229600" cy="31956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05477" name="TextBox 5"/>
          <p:cNvSpPr txBox="1">
            <a:spLocks noChangeArrowheads="1"/>
          </p:cNvSpPr>
          <p:nvPr/>
        </p:nvSpPr>
        <p:spPr bwMode="auto">
          <a:xfrm>
            <a:off x="2627313" y="4679950"/>
            <a:ext cx="4537075" cy="523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spcBef>
                <a:spcPct val="20000"/>
              </a:spcBef>
              <a:buFont typeface="Wingdings" pitchFamily="2" charset="2"/>
              <a:buChar char="Ø"/>
              <a:defRPr sz="3200">
                <a:solidFill>
                  <a:srgbClr val="4F6228"/>
                </a:solidFill>
                <a:latin typeface="Calibri" pitchFamily="34" charset="0"/>
                <a:ea typeface="楷体_GB2312" pitchFamily="49" charset="-122"/>
              </a:defRPr>
            </a:lvl1pPr>
            <a:lvl2pPr marL="742950" indent="-285750" eaLnBrk="0" hangingPunct="0">
              <a:spcBef>
                <a:spcPct val="20000"/>
              </a:spcBef>
              <a:buFont typeface="Wingdings" pitchFamily="2" charset="2"/>
              <a:buChar char="ü"/>
              <a:defRPr sz="2800">
                <a:solidFill>
                  <a:srgbClr val="4F6228"/>
                </a:solidFill>
                <a:latin typeface="Calibri" pitchFamily="34" charset="0"/>
                <a:ea typeface="楷体_GB2312" pitchFamily="49" charset="-122"/>
              </a:defRPr>
            </a:lvl2pPr>
            <a:lvl3pPr marL="1143000" indent="-228600" eaLnBrk="0" hangingPunct="0">
              <a:spcBef>
                <a:spcPct val="20000"/>
              </a:spcBef>
              <a:buFont typeface="Arial" charset="0"/>
              <a:buChar char="•"/>
              <a:defRPr sz="2400">
                <a:solidFill>
                  <a:srgbClr val="4F6228"/>
                </a:solidFill>
                <a:latin typeface="Calibri" pitchFamily="34" charset="0"/>
                <a:ea typeface="楷体_GB2312" pitchFamily="49" charset="-122"/>
              </a:defRPr>
            </a:lvl3pPr>
            <a:lvl4pPr marL="1600200" indent="-228600" eaLnBrk="0" hangingPunct="0">
              <a:spcBef>
                <a:spcPct val="20000"/>
              </a:spcBef>
              <a:buFont typeface="Arial" charset="0"/>
              <a:buChar char="–"/>
              <a:defRPr sz="2000">
                <a:solidFill>
                  <a:schemeClr val="tx1"/>
                </a:solidFill>
                <a:latin typeface="Calibri" pitchFamily="34" charset="0"/>
                <a:ea typeface="宋体" pitchFamily="2" charset="-122"/>
              </a:defRPr>
            </a:lvl4pPr>
            <a:lvl5pPr marL="2057400" indent="-228600" eaLnBrk="0" hangingPunct="0">
              <a:spcBef>
                <a:spcPct val="20000"/>
              </a:spcBef>
              <a:buFont typeface="Arial" charset="0"/>
              <a:buChar char="»"/>
              <a:defRPr sz="2000">
                <a:solidFill>
                  <a:schemeClr val="tx1"/>
                </a:solidFill>
                <a:latin typeface="Calibri" pitchFamily="34" charset="0"/>
                <a:ea typeface="宋体" pitchFamily="2" charset="-122"/>
              </a:defRPr>
            </a:lvl5pPr>
            <a:lvl6pPr marL="2514600" indent="-228600" eaLnBrk="0" fontAlgn="base" hangingPunct="0">
              <a:spcBef>
                <a:spcPct val="20000"/>
              </a:spcBef>
              <a:spcAft>
                <a:spcPct val="0"/>
              </a:spcAft>
              <a:buFont typeface="Arial" charset="0"/>
              <a:buChar char="»"/>
              <a:defRPr sz="2000">
                <a:solidFill>
                  <a:schemeClr val="tx1"/>
                </a:solidFill>
                <a:latin typeface="Calibri" pitchFamily="34" charset="0"/>
                <a:ea typeface="宋体" pitchFamily="2" charset="-122"/>
              </a:defRPr>
            </a:lvl6pPr>
            <a:lvl7pPr marL="2971800" indent="-228600" eaLnBrk="0" fontAlgn="base" hangingPunct="0">
              <a:spcBef>
                <a:spcPct val="20000"/>
              </a:spcBef>
              <a:spcAft>
                <a:spcPct val="0"/>
              </a:spcAft>
              <a:buFont typeface="Arial" charset="0"/>
              <a:buChar char="»"/>
              <a:defRPr sz="2000">
                <a:solidFill>
                  <a:schemeClr val="tx1"/>
                </a:solidFill>
                <a:latin typeface="Calibri" pitchFamily="34" charset="0"/>
                <a:ea typeface="宋体" pitchFamily="2" charset="-122"/>
              </a:defRPr>
            </a:lvl7pPr>
            <a:lvl8pPr marL="3429000" indent="-228600" eaLnBrk="0" fontAlgn="base" hangingPunct="0">
              <a:spcBef>
                <a:spcPct val="20000"/>
              </a:spcBef>
              <a:spcAft>
                <a:spcPct val="0"/>
              </a:spcAft>
              <a:buFont typeface="Arial" charset="0"/>
              <a:buChar char="»"/>
              <a:defRPr sz="2000">
                <a:solidFill>
                  <a:schemeClr val="tx1"/>
                </a:solidFill>
                <a:latin typeface="Calibri" pitchFamily="34" charset="0"/>
                <a:ea typeface="宋体" pitchFamily="2" charset="-122"/>
              </a:defRPr>
            </a:lvl8pPr>
            <a:lvl9pPr marL="3886200" indent="-228600" eaLnBrk="0" fontAlgn="base" hangingPunct="0">
              <a:spcBef>
                <a:spcPct val="20000"/>
              </a:spcBef>
              <a:spcAft>
                <a:spcPct val="0"/>
              </a:spcAft>
              <a:buFont typeface="Arial" charset="0"/>
              <a:buChar char="»"/>
              <a:defRPr sz="2000">
                <a:solidFill>
                  <a:schemeClr val="tx1"/>
                </a:solidFill>
                <a:latin typeface="Calibri" pitchFamily="34" charset="0"/>
                <a:ea typeface="宋体" pitchFamily="2" charset="-122"/>
              </a:defRPr>
            </a:lvl9pPr>
          </a:lstStyle>
          <a:p>
            <a:pPr algn="ctr" eaLnBrk="1" hangingPunct="1">
              <a:spcBef>
                <a:spcPct val="0"/>
              </a:spcBef>
              <a:buFontTx/>
              <a:buNone/>
            </a:pPr>
            <a:r>
              <a:rPr lang="en-US" altLang="zh-CN" sz="2800">
                <a:solidFill>
                  <a:schemeClr val="tx1"/>
                </a:solidFill>
              </a:rPr>
              <a:t>TCP/IP</a:t>
            </a:r>
            <a:r>
              <a:rPr lang="zh-CN" altLang="en-US" sz="2800">
                <a:solidFill>
                  <a:schemeClr val="tx1"/>
                </a:solidFill>
              </a:rPr>
              <a:t>模型中的协议与网络</a:t>
            </a:r>
          </a:p>
        </p:txBody>
      </p:sp>
    </p:spTree>
  </p:cSld>
  <p:clrMapOvr>
    <a:masterClrMapping/>
  </p:clrMapOvr>
  <p:transition spd="slow">
    <p:push dir="u"/>
  </p:transition>
  <p:timing>
    <p:tnLst>
      <p:par>
        <p:cTn id="1" dur="indefinite" restart="never" nodeType="tmRoot"/>
      </p:par>
    </p:tn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6498" name="标题 1"/>
          <p:cNvSpPr>
            <a:spLocks noGrp="1"/>
          </p:cNvSpPr>
          <p:nvPr>
            <p:ph type="title"/>
          </p:nvPr>
        </p:nvSpPr>
        <p:spPr>
          <a:xfrm>
            <a:off x="107950" y="44450"/>
            <a:ext cx="7343775" cy="792163"/>
          </a:xfrm>
        </p:spPr>
        <p:txBody>
          <a:bodyPr/>
          <a:lstStyle/>
          <a:p>
            <a:r>
              <a:rPr lang="en-US" altLang="zh-CN" smtClean="0"/>
              <a:t>2.10 </a:t>
            </a:r>
            <a:r>
              <a:rPr lang="zh-CN" altLang="en-US" smtClean="0"/>
              <a:t>网络互连与通信参考模型</a:t>
            </a:r>
          </a:p>
        </p:txBody>
      </p:sp>
      <p:sp>
        <p:nvSpPr>
          <p:cNvPr id="3" name="内容占位符 2"/>
          <p:cNvSpPr>
            <a:spLocks noGrp="1"/>
          </p:cNvSpPr>
          <p:nvPr>
            <p:ph idx="1"/>
          </p:nvPr>
        </p:nvSpPr>
        <p:spPr>
          <a:xfrm>
            <a:off x="107950" y="981075"/>
            <a:ext cx="8928100" cy="5102225"/>
          </a:xfrm>
        </p:spPr>
        <p:txBody>
          <a:bodyPr/>
          <a:lstStyle/>
          <a:p>
            <a:pPr algn="just">
              <a:defRPr/>
            </a:pPr>
            <a:r>
              <a:rPr lang="en-US" altLang="zh-CN" dirty="0" smtClean="0">
                <a:solidFill>
                  <a:srgbClr val="FF0000"/>
                </a:solidFill>
              </a:rPr>
              <a:t>TCP/IP</a:t>
            </a:r>
            <a:r>
              <a:rPr lang="zh-CN" altLang="en-US" dirty="0"/>
              <a:t>与</a:t>
            </a:r>
            <a:r>
              <a:rPr lang="en-US" altLang="zh-CN" dirty="0">
                <a:solidFill>
                  <a:srgbClr val="FF0000"/>
                </a:solidFill>
              </a:rPr>
              <a:t>OSI</a:t>
            </a:r>
            <a:r>
              <a:rPr lang="zh-CN" altLang="en-US" dirty="0"/>
              <a:t>参考模型</a:t>
            </a:r>
            <a:r>
              <a:rPr lang="zh-CN" altLang="en-US" dirty="0" smtClean="0">
                <a:solidFill>
                  <a:srgbClr val="FF0000"/>
                </a:solidFill>
              </a:rPr>
              <a:t>比较</a:t>
            </a:r>
            <a:endParaRPr lang="en-US" altLang="zh-CN" dirty="0" smtClean="0">
              <a:solidFill>
                <a:srgbClr val="FF0000"/>
              </a:solidFill>
            </a:endParaRPr>
          </a:p>
          <a:p>
            <a:pPr algn="just">
              <a:buClr>
                <a:schemeClr val="tx1"/>
              </a:buClr>
              <a:buFont typeface="Wingdings" pitchFamily="2" charset="2"/>
              <a:buChar char="p"/>
              <a:defRPr/>
            </a:pPr>
            <a:r>
              <a:rPr lang="zh-CN" altLang="en-US" sz="2800" b="1" dirty="0">
                <a:solidFill>
                  <a:srgbClr val="C00000"/>
                </a:solidFill>
              </a:rPr>
              <a:t>相同点：</a:t>
            </a:r>
          </a:p>
          <a:p>
            <a:pPr marL="400050" lvl="1" indent="0" algn="just">
              <a:buClr>
                <a:schemeClr val="tx1"/>
              </a:buClr>
              <a:defRPr/>
            </a:pPr>
            <a:r>
              <a:rPr lang="en-US" altLang="zh-CN" sz="2400" dirty="0">
                <a:solidFill>
                  <a:srgbClr val="7030A0"/>
                </a:solidFill>
              </a:rPr>
              <a:t>TCP/IP</a:t>
            </a:r>
            <a:r>
              <a:rPr lang="zh-CN" altLang="en-US" sz="2400" dirty="0">
                <a:solidFill>
                  <a:srgbClr val="7030A0"/>
                </a:solidFill>
              </a:rPr>
              <a:t>和</a:t>
            </a:r>
            <a:r>
              <a:rPr lang="en-US" altLang="zh-CN" sz="2400" dirty="0">
                <a:solidFill>
                  <a:srgbClr val="7030A0"/>
                </a:solidFill>
              </a:rPr>
              <a:t>OSI</a:t>
            </a:r>
            <a:r>
              <a:rPr lang="zh-CN" altLang="en-US" sz="2400" dirty="0">
                <a:solidFill>
                  <a:srgbClr val="7030A0"/>
                </a:solidFill>
              </a:rPr>
              <a:t>参考模型都是基于独立的协议</a:t>
            </a:r>
            <a:r>
              <a:rPr lang="zh-CN" altLang="en-US" sz="2400" dirty="0" smtClean="0">
                <a:solidFill>
                  <a:srgbClr val="7030A0"/>
                </a:solidFill>
              </a:rPr>
              <a:t>栈概</a:t>
            </a:r>
            <a:r>
              <a:rPr lang="zh-CN" altLang="en-US" sz="2400" dirty="0">
                <a:solidFill>
                  <a:srgbClr val="7030A0"/>
                </a:solidFill>
              </a:rPr>
              <a:t>念；</a:t>
            </a:r>
          </a:p>
          <a:p>
            <a:pPr marL="400050" lvl="1" indent="0" algn="just">
              <a:buClr>
                <a:schemeClr val="tx1"/>
              </a:buClr>
              <a:defRPr/>
            </a:pPr>
            <a:r>
              <a:rPr lang="zh-CN" altLang="en-US" sz="2400" dirty="0">
                <a:solidFill>
                  <a:srgbClr val="7030A0"/>
                </a:solidFill>
              </a:rPr>
              <a:t>层的功</a:t>
            </a:r>
            <a:r>
              <a:rPr lang="zh-CN" altLang="en-US" sz="2400" dirty="0" smtClean="0">
                <a:solidFill>
                  <a:srgbClr val="7030A0"/>
                </a:solidFill>
              </a:rPr>
              <a:t>能大</a:t>
            </a:r>
            <a:r>
              <a:rPr lang="zh-CN" altLang="en-US" sz="2400" dirty="0">
                <a:solidFill>
                  <a:srgbClr val="7030A0"/>
                </a:solidFill>
              </a:rPr>
              <a:t>体相似，传输层及传输层以上的层都</a:t>
            </a:r>
            <a:r>
              <a:rPr lang="zh-CN" altLang="en-US" sz="2400" dirty="0" smtClean="0">
                <a:solidFill>
                  <a:srgbClr val="7030A0"/>
                </a:solidFill>
              </a:rPr>
              <a:t>为通信进</a:t>
            </a:r>
            <a:r>
              <a:rPr lang="zh-CN" altLang="en-US" sz="2400" dirty="0">
                <a:solidFill>
                  <a:srgbClr val="7030A0"/>
                </a:solidFill>
              </a:rPr>
              <a:t>程提供端到端的、与网络无关的传输服务</a:t>
            </a:r>
            <a:r>
              <a:rPr lang="zh-CN" altLang="en-US" sz="2400" dirty="0" smtClean="0">
                <a:solidFill>
                  <a:srgbClr val="7030A0"/>
                </a:solidFill>
              </a:rPr>
              <a:t>。</a:t>
            </a:r>
            <a:endParaRPr lang="en-US" altLang="zh-CN" sz="2400" dirty="0" smtClean="0">
              <a:solidFill>
                <a:srgbClr val="7030A0"/>
              </a:solidFill>
            </a:endParaRPr>
          </a:p>
          <a:p>
            <a:pPr algn="just">
              <a:buClr>
                <a:schemeClr val="tx1"/>
              </a:buClr>
              <a:buFont typeface="Wingdings" pitchFamily="2" charset="2"/>
              <a:buChar char="p"/>
              <a:defRPr/>
            </a:pPr>
            <a:r>
              <a:rPr lang="zh-CN" altLang="en-US" sz="2800" b="1" dirty="0" smtClean="0">
                <a:solidFill>
                  <a:srgbClr val="C00000"/>
                </a:solidFill>
              </a:rPr>
              <a:t>不同点：</a:t>
            </a:r>
            <a:endParaRPr lang="en-US" altLang="zh-CN" sz="2800" b="1" dirty="0" smtClean="0">
              <a:solidFill>
                <a:srgbClr val="C00000"/>
              </a:solidFill>
            </a:endParaRPr>
          </a:p>
          <a:p>
            <a:pPr lvl="1" algn="just">
              <a:buClr>
                <a:schemeClr val="tx1"/>
              </a:buClr>
              <a:defRPr/>
            </a:pPr>
            <a:r>
              <a:rPr lang="en-US" altLang="zh-CN" sz="2400" dirty="0">
                <a:solidFill>
                  <a:srgbClr val="7030A0"/>
                </a:solidFill>
              </a:rPr>
              <a:t>TCP/IP</a:t>
            </a:r>
            <a:r>
              <a:rPr lang="zh-CN" altLang="en-US" sz="2400" dirty="0">
                <a:solidFill>
                  <a:srgbClr val="7030A0"/>
                </a:solidFill>
              </a:rPr>
              <a:t>参考模型最初没有明确区分服务、接口和协议；</a:t>
            </a:r>
            <a:r>
              <a:rPr lang="en-US" altLang="zh-CN" sz="2400" dirty="0">
                <a:solidFill>
                  <a:srgbClr val="7030A0"/>
                </a:solidFill>
              </a:rPr>
              <a:t>OSI</a:t>
            </a:r>
            <a:r>
              <a:rPr lang="zh-CN" altLang="en-US" sz="2400" dirty="0">
                <a:solidFill>
                  <a:srgbClr val="7030A0"/>
                </a:solidFill>
              </a:rPr>
              <a:t>模型中的协议比</a:t>
            </a:r>
            <a:r>
              <a:rPr lang="en-US" altLang="zh-CN" sz="2400" dirty="0" smtClean="0">
                <a:solidFill>
                  <a:srgbClr val="7030A0"/>
                </a:solidFill>
              </a:rPr>
              <a:t>TCP/IP</a:t>
            </a:r>
            <a:r>
              <a:rPr lang="zh-CN" altLang="en-US" sz="2400" dirty="0">
                <a:solidFill>
                  <a:srgbClr val="7030A0"/>
                </a:solidFill>
              </a:rPr>
              <a:t>参考模型的协议具有更好的隐藏性，在技术发生变化时能相对比较容易地替换</a:t>
            </a:r>
            <a:r>
              <a:rPr lang="zh-CN" altLang="en-US" sz="2400" dirty="0" smtClean="0">
                <a:solidFill>
                  <a:srgbClr val="7030A0"/>
                </a:solidFill>
              </a:rPr>
              <a:t>掉，此亦协</a:t>
            </a:r>
            <a:r>
              <a:rPr lang="zh-CN" altLang="en-US" sz="2400" dirty="0">
                <a:solidFill>
                  <a:srgbClr val="7030A0"/>
                </a:solidFill>
              </a:rPr>
              <a:t>议分层</a:t>
            </a:r>
            <a:r>
              <a:rPr lang="zh-CN" altLang="en-US" sz="2400" dirty="0" smtClean="0">
                <a:solidFill>
                  <a:srgbClr val="7030A0"/>
                </a:solidFill>
              </a:rPr>
              <a:t>的最初设计目的之一。</a:t>
            </a:r>
            <a:endParaRPr lang="en-US" altLang="zh-CN" sz="2400" dirty="0" smtClean="0">
              <a:solidFill>
                <a:srgbClr val="7030A0"/>
              </a:solidFill>
            </a:endParaRPr>
          </a:p>
          <a:p>
            <a:pPr lvl="1" algn="just">
              <a:buClr>
                <a:schemeClr val="tx1"/>
              </a:buClr>
              <a:defRPr/>
            </a:pPr>
            <a:r>
              <a:rPr lang="en-US" altLang="zh-CN" sz="2400" dirty="0">
                <a:solidFill>
                  <a:srgbClr val="7030A0"/>
                </a:solidFill>
              </a:rPr>
              <a:t>OSI</a:t>
            </a:r>
            <a:r>
              <a:rPr lang="zh-CN" altLang="en-US" sz="2400" dirty="0">
                <a:solidFill>
                  <a:srgbClr val="7030A0"/>
                </a:solidFill>
              </a:rPr>
              <a:t>参考模型产生在协议发明之前。这意味着该模型没有偏向于任何特定的协议，因此非常通用。</a:t>
            </a:r>
            <a:r>
              <a:rPr lang="en-US" altLang="zh-CN" sz="2400" dirty="0" smtClean="0">
                <a:solidFill>
                  <a:srgbClr val="7030A0"/>
                </a:solidFill>
              </a:rPr>
              <a:t>TCP/IP</a:t>
            </a:r>
            <a:r>
              <a:rPr lang="zh-CN" altLang="en-US" sz="2400" dirty="0">
                <a:solidFill>
                  <a:srgbClr val="7030A0"/>
                </a:solidFill>
              </a:rPr>
              <a:t>首先出现的是协议，模型实</a:t>
            </a:r>
            <a:r>
              <a:rPr lang="zh-CN" altLang="en-US" sz="2400" dirty="0" smtClean="0">
                <a:solidFill>
                  <a:srgbClr val="7030A0"/>
                </a:solidFill>
              </a:rPr>
              <a:t>际是</a:t>
            </a:r>
            <a:r>
              <a:rPr lang="zh-CN" altLang="en-US" sz="2400" dirty="0">
                <a:solidFill>
                  <a:srgbClr val="7030A0"/>
                </a:solidFill>
              </a:rPr>
              <a:t>对已有协议的描述。</a:t>
            </a:r>
          </a:p>
        </p:txBody>
      </p:sp>
      <p:sp>
        <p:nvSpPr>
          <p:cNvPr id="4" name="灯片编号占位符 3"/>
          <p:cNvSpPr>
            <a:spLocks noGrp="1"/>
          </p:cNvSpPr>
          <p:nvPr>
            <p:ph type="sldNum" sz="quarter" idx="12"/>
          </p:nvPr>
        </p:nvSpPr>
        <p:spPr/>
        <p:txBody>
          <a:bodyPr/>
          <a:lstStyle/>
          <a:p>
            <a:pPr>
              <a:defRPr/>
            </a:pPr>
            <a:fld id="{F5D4CF85-7F51-4F7A-9707-10AFD3EDE9DA}" type="slidenum">
              <a:rPr lang="zh-CN" altLang="en-US" smtClean="0"/>
              <a:pPr>
                <a:defRPr/>
              </a:pPr>
              <a:t>80</a:t>
            </a:fld>
            <a:endParaRPr lang="zh-CN" altLang="en-US"/>
          </a:p>
        </p:txBody>
      </p:sp>
    </p:spTree>
  </p:cSld>
  <p:clrMapOvr>
    <a:masterClrMapping/>
  </p:clrMapOvr>
  <p:timing>
    <p:tnLst>
      <p:par>
        <p:cTn id="1" dur="indefinite" restart="never" nodeType="tmRoot"/>
      </p:par>
    </p:tn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522" name="标题 1"/>
          <p:cNvSpPr>
            <a:spLocks noGrp="1"/>
          </p:cNvSpPr>
          <p:nvPr>
            <p:ph type="title"/>
          </p:nvPr>
        </p:nvSpPr>
        <p:spPr>
          <a:xfrm>
            <a:off x="107950" y="44450"/>
            <a:ext cx="7343775" cy="792163"/>
          </a:xfrm>
        </p:spPr>
        <p:txBody>
          <a:bodyPr/>
          <a:lstStyle/>
          <a:p>
            <a:r>
              <a:rPr lang="en-US" altLang="zh-CN" smtClean="0"/>
              <a:t>2.10 </a:t>
            </a:r>
            <a:r>
              <a:rPr lang="zh-CN" altLang="en-US" smtClean="0"/>
              <a:t>网络互连与通信参考模型</a:t>
            </a:r>
          </a:p>
        </p:txBody>
      </p:sp>
      <p:sp>
        <p:nvSpPr>
          <p:cNvPr id="107523" name="内容占位符 2"/>
          <p:cNvSpPr>
            <a:spLocks noGrp="1"/>
          </p:cNvSpPr>
          <p:nvPr>
            <p:ph idx="1"/>
          </p:nvPr>
        </p:nvSpPr>
        <p:spPr>
          <a:xfrm>
            <a:off x="107950" y="981075"/>
            <a:ext cx="8928100" cy="5102225"/>
          </a:xfrm>
        </p:spPr>
        <p:txBody>
          <a:bodyPr/>
          <a:lstStyle/>
          <a:p>
            <a:pPr algn="just"/>
            <a:r>
              <a:rPr lang="en-US" altLang="zh-CN" smtClean="0">
                <a:solidFill>
                  <a:srgbClr val="FF0000"/>
                </a:solidFill>
              </a:rPr>
              <a:t>TCP/IP</a:t>
            </a:r>
            <a:r>
              <a:rPr lang="zh-CN" altLang="en-US" smtClean="0"/>
              <a:t>与</a:t>
            </a:r>
            <a:r>
              <a:rPr lang="en-US" altLang="zh-CN" smtClean="0">
                <a:solidFill>
                  <a:srgbClr val="FF0000"/>
                </a:solidFill>
              </a:rPr>
              <a:t>OSI</a:t>
            </a:r>
            <a:r>
              <a:rPr lang="zh-CN" altLang="en-US" smtClean="0"/>
              <a:t>参考模型</a:t>
            </a:r>
            <a:r>
              <a:rPr lang="zh-CN" altLang="en-US" smtClean="0">
                <a:solidFill>
                  <a:srgbClr val="FF0000"/>
                </a:solidFill>
              </a:rPr>
              <a:t>比较</a:t>
            </a:r>
            <a:endParaRPr lang="en-US" altLang="zh-CN" smtClean="0">
              <a:solidFill>
                <a:srgbClr val="FF0000"/>
              </a:solidFill>
            </a:endParaRPr>
          </a:p>
          <a:p>
            <a:pPr algn="just">
              <a:buClr>
                <a:schemeClr val="tx1"/>
              </a:buClr>
              <a:buFont typeface="Wingdings" pitchFamily="2" charset="2"/>
              <a:buChar char="p"/>
            </a:pPr>
            <a:r>
              <a:rPr lang="zh-CN" altLang="en-US" b="1" smtClean="0">
                <a:solidFill>
                  <a:srgbClr val="C00000"/>
                </a:solidFill>
              </a:rPr>
              <a:t>不同点：</a:t>
            </a:r>
            <a:endParaRPr lang="en-US" altLang="zh-CN" b="1" smtClean="0">
              <a:solidFill>
                <a:srgbClr val="C00000"/>
              </a:solidFill>
            </a:endParaRPr>
          </a:p>
          <a:p>
            <a:pPr lvl="1" algn="just">
              <a:buClr>
                <a:schemeClr val="tx1"/>
              </a:buClr>
            </a:pPr>
            <a:r>
              <a:rPr lang="en-US" altLang="zh-CN" smtClean="0">
                <a:solidFill>
                  <a:srgbClr val="7030A0"/>
                </a:solidFill>
              </a:rPr>
              <a:t>OSI</a:t>
            </a:r>
            <a:r>
              <a:rPr lang="zh-CN" altLang="en-US" smtClean="0">
                <a:solidFill>
                  <a:srgbClr val="7030A0"/>
                </a:solidFill>
              </a:rPr>
              <a:t>模型有</a:t>
            </a:r>
            <a:r>
              <a:rPr lang="en-US" altLang="zh-CN" smtClean="0">
                <a:solidFill>
                  <a:srgbClr val="7030A0"/>
                </a:solidFill>
              </a:rPr>
              <a:t>7</a:t>
            </a:r>
            <a:r>
              <a:rPr lang="zh-CN" altLang="en-US" smtClean="0">
                <a:solidFill>
                  <a:srgbClr val="7030A0"/>
                </a:solidFill>
              </a:rPr>
              <a:t>层，而</a:t>
            </a:r>
            <a:r>
              <a:rPr lang="en-US" altLang="zh-CN" smtClean="0">
                <a:solidFill>
                  <a:srgbClr val="7030A0"/>
                </a:solidFill>
              </a:rPr>
              <a:t>TCP/IP</a:t>
            </a:r>
            <a:r>
              <a:rPr lang="zh-CN" altLang="en-US" smtClean="0">
                <a:solidFill>
                  <a:srgbClr val="7030A0"/>
                </a:solidFill>
              </a:rPr>
              <a:t>模型只有</a:t>
            </a:r>
            <a:r>
              <a:rPr lang="en-US" altLang="zh-CN" smtClean="0">
                <a:solidFill>
                  <a:srgbClr val="7030A0"/>
                </a:solidFill>
              </a:rPr>
              <a:t>4</a:t>
            </a:r>
            <a:r>
              <a:rPr lang="zh-CN" altLang="en-US" smtClean="0">
                <a:solidFill>
                  <a:srgbClr val="7030A0"/>
                </a:solidFill>
              </a:rPr>
              <a:t>层。</a:t>
            </a:r>
            <a:endParaRPr lang="en-US" altLang="zh-CN" smtClean="0">
              <a:solidFill>
                <a:srgbClr val="7030A0"/>
              </a:solidFill>
            </a:endParaRPr>
          </a:p>
          <a:p>
            <a:pPr lvl="1">
              <a:spcBef>
                <a:spcPct val="0"/>
              </a:spcBef>
            </a:pPr>
            <a:r>
              <a:rPr lang="en-US" altLang="zh-CN" smtClean="0">
                <a:solidFill>
                  <a:srgbClr val="7030A0"/>
                </a:solidFill>
              </a:rPr>
              <a:t>OSI</a:t>
            </a:r>
            <a:r>
              <a:rPr lang="zh-CN" altLang="en-US" smtClean="0">
                <a:solidFill>
                  <a:srgbClr val="7030A0"/>
                </a:solidFill>
              </a:rPr>
              <a:t>模型在网络层支持无连接和面向连接的通信，但在传输层仅有面向连接的通信。</a:t>
            </a:r>
            <a:r>
              <a:rPr lang="en-US" altLang="zh-CN" smtClean="0">
                <a:solidFill>
                  <a:srgbClr val="7030A0"/>
                </a:solidFill>
              </a:rPr>
              <a:t>TCP/IP</a:t>
            </a:r>
            <a:r>
              <a:rPr lang="zh-CN" altLang="en-US" smtClean="0">
                <a:solidFill>
                  <a:srgbClr val="7030A0"/>
                </a:solidFill>
              </a:rPr>
              <a:t>模型在网络层仅有一种通信模式（无连接），但在传输层支持两种模式，给了用户选择的机会。</a:t>
            </a:r>
          </a:p>
        </p:txBody>
      </p:sp>
      <p:sp>
        <p:nvSpPr>
          <p:cNvPr id="4" name="灯片编号占位符 3"/>
          <p:cNvSpPr>
            <a:spLocks noGrp="1"/>
          </p:cNvSpPr>
          <p:nvPr>
            <p:ph type="sldNum" sz="quarter" idx="12"/>
          </p:nvPr>
        </p:nvSpPr>
        <p:spPr/>
        <p:txBody>
          <a:bodyPr/>
          <a:lstStyle/>
          <a:p>
            <a:pPr>
              <a:defRPr/>
            </a:pPr>
            <a:fld id="{63EA5D01-A8E4-4E44-882B-C97CDFD37215}" type="slidenum">
              <a:rPr lang="zh-CN" altLang="en-US" smtClean="0"/>
              <a:pPr>
                <a:defRPr/>
              </a:pPr>
              <a:t>81</a:t>
            </a:fld>
            <a:endParaRPr lang="zh-CN" altLang="en-US"/>
          </a:p>
        </p:txBody>
      </p:sp>
    </p:spTree>
  </p:cSld>
  <p:clrMapOvr>
    <a:masterClrMapping/>
  </p:clrMapOvr>
  <p:timing>
    <p:tnLst>
      <p:par>
        <p:cTn id="1" dur="indefinite" restart="never" nodeType="tmRoot"/>
      </p:par>
    </p:tn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546" name="标题 1"/>
          <p:cNvSpPr>
            <a:spLocks noGrp="1"/>
          </p:cNvSpPr>
          <p:nvPr>
            <p:ph type="title"/>
          </p:nvPr>
        </p:nvSpPr>
        <p:spPr>
          <a:xfrm>
            <a:off x="107950" y="44450"/>
            <a:ext cx="7343775" cy="792163"/>
          </a:xfrm>
        </p:spPr>
        <p:txBody>
          <a:bodyPr/>
          <a:lstStyle/>
          <a:p>
            <a:r>
              <a:rPr lang="en-US" altLang="zh-CN" smtClean="0"/>
              <a:t>2.10 </a:t>
            </a:r>
            <a:r>
              <a:rPr lang="zh-CN" altLang="en-US" smtClean="0"/>
              <a:t>网络互连与通信参考模型</a:t>
            </a:r>
          </a:p>
        </p:txBody>
      </p:sp>
      <p:sp>
        <p:nvSpPr>
          <p:cNvPr id="3" name="内容占位符 2"/>
          <p:cNvSpPr>
            <a:spLocks noGrp="1"/>
          </p:cNvSpPr>
          <p:nvPr>
            <p:ph idx="1"/>
          </p:nvPr>
        </p:nvSpPr>
        <p:spPr>
          <a:xfrm>
            <a:off x="107950" y="981075"/>
            <a:ext cx="8928100" cy="5102225"/>
          </a:xfrm>
        </p:spPr>
        <p:txBody>
          <a:bodyPr/>
          <a:lstStyle/>
          <a:p>
            <a:pPr>
              <a:defRPr/>
            </a:pPr>
            <a:r>
              <a:rPr lang="zh-CN" altLang="en-US" dirty="0" smtClean="0">
                <a:solidFill>
                  <a:srgbClr val="FF0000"/>
                </a:solidFill>
              </a:rPr>
              <a:t>现场总线</a:t>
            </a:r>
            <a:r>
              <a:rPr lang="zh-CN" altLang="en-US" dirty="0" smtClean="0"/>
              <a:t>的</a:t>
            </a:r>
            <a:r>
              <a:rPr lang="zh-CN" altLang="en-US" dirty="0" smtClean="0">
                <a:solidFill>
                  <a:srgbClr val="FF0000"/>
                </a:solidFill>
              </a:rPr>
              <a:t>网络通信模型</a:t>
            </a:r>
            <a:endParaRPr lang="en-US" altLang="zh-CN" dirty="0" smtClean="0">
              <a:solidFill>
                <a:srgbClr val="FF0000"/>
              </a:solidFill>
            </a:endParaRPr>
          </a:p>
          <a:p>
            <a:pPr lvl="1">
              <a:defRPr/>
            </a:pPr>
            <a:r>
              <a:rPr lang="en-US" altLang="zh-CN" dirty="0"/>
              <a:t>ISO/OSI </a:t>
            </a:r>
            <a:r>
              <a:rPr lang="zh-CN" altLang="en-US" dirty="0"/>
              <a:t>的七层模型是一个内容丰富、结构完善的网络系统模型。在现场总线控制系统中，网络的功能并不复杂，传输的数据量也不大，要求网络具有较高的实时性和可靠性。</a:t>
            </a:r>
          </a:p>
          <a:p>
            <a:pPr lvl="1">
              <a:defRPr/>
            </a:pPr>
            <a:r>
              <a:rPr lang="zh-CN" altLang="en-US" dirty="0"/>
              <a:t>大多数现场总线的网络通信模型对</a:t>
            </a:r>
            <a:r>
              <a:rPr lang="en-US" altLang="zh-CN" dirty="0" smtClean="0"/>
              <a:t>ISO/OSI</a:t>
            </a:r>
            <a:r>
              <a:rPr lang="zh-CN" altLang="en-US" dirty="0" smtClean="0"/>
              <a:t>的</a:t>
            </a:r>
            <a:r>
              <a:rPr lang="zh-CN" altLang="en-US" dirty="0"/>
              <a:t>七层模型进行了简化，一般只包括物理层、数据链路层和应用层，有的还针对具体应用在应用层上定义了一个用户层</a:t>
            </a:r>
            <a:r>
              <a:rPr lang="zh-CN" altLang="en-US" dirty="0" smtClean="0"/>
              <a:t>。</a:t>
            </a:r>
            <a:endParaRPr lang="zh-CN" altLang="en-US" dirty="0"/>
          </a:p>
        </p:txBody>
      </p:sp>
      <p:sp>
        <p:nvSpPr>
          <p:cNvPr id="4" name="灯片编号占位符 3"/>
          <p:cNvSpPr>
            <a:spLocks noGrp="1"/>
          </p:cNvSpPr>
          <p:nvPr>
            <p:ph type="sldNum" sz="quarter" idx="12"/>
          </p:nvPr>
        </p:nvSpPr>
        <p:spPr/>
        <p:txBody>
          <a:bodyPr/>
          <a:lstStyle/>
          <a:p>
            <a:pPr>
              <a:defRPr/>
            </a:pPr>
            <a:fld id="{4A8308A1-1983-4B60-93FA-96B35FC1AFA3}" type="slidenum">
              <a:rPr lang="zh-CN" altLang="en-US" smtClean="0"/>
              <a:pPr>
                <a:defRPr/>
              </a:pPr>
              <a:t>82</a:t>
            </a:fld>
            <a:endParaRPr lang="zh-CN" altLang="en-US"/>
          </a:p>
        </p:txBody>
      </p:sp>
    </p:spTree>
  </p:cSld>
  <p:clrMapOvr>
    <a:masterClrMapping/>
  </p:clrMapOvr>
  <p:timing>
    <p:tnLst>
      <p:par>
        <p:cTn id="1" dur="indefinite" restart="never" nodeType="tmRoot"/>
      </p:par>
    </p:tn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22" name="标题 1"/>
          <p:cNvSpPr>
            <a:spLocks noGrp="1"/>
          </p:cNvSpPr>
          <p:nvPr>
            <p:ph type="title"/>
          </p:nvPr>
        </p:nvSpPr>
        <p:spPr>
          <a:xfrm>
            <a:off x="107950" y="44450"/>
            <a:ext cx="7343775" cy="792163"/>
          </a:xfrm>
        </p:spPr>
        <p:txBody>
          <a:bodyPr/>
          <a:lstStyle/>
          <a:p>
            <a:r>
              <a:rPr lang="en-US" altLang="zh-CN" smtClean="0"/>
              <a:t>2.10 </a:t>
            </a:r>
            <a:r>
              <a:rPr lang="zh-CN" altLang="en-US" smtClean="0"/>
              <a:t>网络互连与通信参考模型</a:t>
            </a:r>
          </a:p>
        </p:txBody>
      </p:sp>
      <p:sp>
        <p:nvSpPr>
          <p:cNvPr id="81923" name="内容占位符 2"/>
          <p:cNvSpPr>
            <a:spLocks noGrp="1"/>
          </p:cNvSpPr>
          <p:nvPr>
            <p:ph idx="1"/>
          </p:nvPr>
        </p:nvSpPr>
        <p:spPr>
          <a:xfrm>
            <a:off x="107950" y="981075"/>
            <a:ext cx="8928100" cy="5102225"/>
          </a:xfrm>
        </p:spPr>
        <p:txBody>
          <a:bodyPr/>
          <a:lstStyle/>
          <a:p>
            <a:pPr algn="just"/>
            <a:r>
              <a:rPr lang="zh-CN" altLang="en-US" b="1" dirty="0" smtClean="0">
                <a:solidFill>
                  <a:srgbClr val="C00000"/>
                </a:solidFill>
              </a:rPr>
              <a:t>常见的网络互连设备</a:t>
            </a:r>
            <a:r>
              <a:rPr lang="zh-CN" altLang="en-US" dirty="0" smtClean="0"/>
              <a:t>：中继器、网桥、路由器和网关。</a:t>
            </a:r>
          </a:p>
          <a:p>
            <a:pPr lvl="1" algn="just"/>
            <a:r>
              <a:rPr lang="zh-CN" altLang="en-US" b="1" dirty="0" smtClean="0">
                <a:solidFill>
                  <a:srgbClr val="C00000"/>
                </a:solidFill>
              </a:rPr>
              <a:t>中继器：</a:t>
            </a:r>
            <a:r>
              <a:rPr lang="zh-CN" altLang="en-US" dirty="0" smtClean="0">
                <a:latin typeface="楷体_GB2312" pitchFamily="49" charset="-122"/>
              </a:rPr>
              <a:t>物理层网络互连设备。用于延长电缆或光缆的传输距离，也可用于增加网段上挂接的节点数量。分为电信号中继器，光信号中继器两类。</a:t>
            </a:r>
            <a:endParaRPr lang="en-US" altLang="zh-CN" dirty="0" smtClean="0">
              <a:latin typeface="楷体_GB2312" pitchFamily="49" charset="-122"/>
            </a:endParaRPr>
          </a:p>
          <a:p>
            <a:pPr lvl="1" algn="just"/>
            <a:r>
              <a:rPr lang="zh-CN" altLang="en-US" b="1" dirty="0">
                <a:solidFill>
                  <a:srgbClr val="C00000"/>
                </a:solidFill>
              </a:rPr>
              <a:t>网桥</a:t>
            </a:r>
            <a:r>
              <a:rPr lang="zh-CN" altLang="en-US" b="1" dirty="0" smtClean="0">
                <a:solidFill>
                  <a:srgbClr val="C00000"/>
                </a:solidFill>
              </a:rPr>
              <a:t>：</a:t>
            </a:r>
            <a:r>
              <a:rPr lang="zh-CN" altLang="en-US" dirty="0" smtClean="0">
                <a:latin typeface="楷体_GB2312" pitchFamily="49" charset="-122"/>
              </a:rPr>
              <a:t>物</a:t>
            </a:r>
            <a:r>
              <a:rPr lang="zh-CN" altLang="en-US" dirty="0">
                <a:latin typeface="楷体_GB2312" pitchFamily="49" charset="-122"/>
              </a:rPr>
              <a:t>理</a:t>
            </a:r>
            <a:r>
              <a:rPr lang="zh-CN" altLang="en-US" dirty="0" smtClean="0">
                <a:latin typeface="楷体_GB2312" pitchFamily="49" charset="-122"/>
              </a:rPr>
              <a:t>层与数</a:t>
            </a:r>
            <a:r>
              <a:rPr lang="zh-CN" altLang="en-US" dirty="0">
                <a:latin typeface="楷体_GB2312" pitchFamily="49" charset="-122"/>
              </a:rPr>
              <a:t>据链路层的存储转发设备，在两个相同类型的网段之间进行帧中继，在局域网之间进行存储或转发数据帧</a:t>
            </a:r>
            <a:r>
              <a:rPr lang="zh-CN" altLang="en-US" dirty="0" smtClean="0">
                <a:latin typeface="楷体_GB2312" pitchFamily="49" charset="-122"/>
              </a:rPr>
              <a:t>。用于连接</a:t>
            </a:r>
            <a:r>
              <a:rPr lang="zh-CN" altLang="en-US" dirty="0">
                <a:latin typeface="楷体_GB2312" pitchFamily="49" charset="-122"/>
              </a:rPr>
              <a:t>局域</a:t>
            </a:r>
            <a:r>
              <a:rPr lang="zh-CN" altLang="en-US" dirty="0" smtClean="0">
                <a:latin typeface="楷体_GB2312" pitchFamily="49" charset="-122"/>
              </a:rPr>
              <a:t>网中同</a:t>
            </a:r>
            <a:r>
              <a:rPr lang="zh-CN" altLang="en-US" dirty="0">
                <a:latin typeface="楷体_GB2312" pitchFamily="49" charset="-122"/>
              </a:rPr>
              <a:t>一类型的不同网段</a:t>
            </a:r>
            <a:r>
              <a:rPr lang="zh-CN" altLang="en-US" dirty="0" smtClean="0">
                <a:latin typeface="楷体_GB2312" pitchFamily="49" charset="-122"/>
              </a:rPr>
              <a:t>，或互</a:t>
            </a:r>
            <a:r>
              <a:rPr lang="zh-CN" altLang="en-US" dirty="0">
                <a:latin typeface="楷体_GB2312" pitchFamily="49" charset="-122"/>
              </a:rPr>
              <a:t>连不同传输速率、不同传输介质的网络</a:t>
            </a:r>
            <a:r>
              <a:rPr lang="zh-CN" altLang="en-US" dirty="0" smtClean="0">
                <a:latin typeface="楷体_GB2312" pitchFamily="49" charset="-122"/>
              </a:rPr>
              <a:t>。具</a:t>
            </a:r>
            <a:r>
              <a:rPr lang="zh-CN" altLang="en-US" dirty="0">
                <a:latin typeface="楷体_GB2312" pitchFamily="49" charset="-122"/>
              </a:rPr>
              <a:t>备寻址与路径选择功能，为接收到的数据</a:t>
            </a:r>
            <a:r>
              <a:rPr lang="zh-CN" altLang="en-US" dirty="0" smtClean="0">
                <a:latin typeface="楷体_GB2312" pitchFamily="49" charset="-122"/>
              </a:rPr>
              <a:t>帧决定正确传</a:t>
            </a:r>
            <a:r>
              <a:rPr lang="zh-CN" altLang="en-US" dirty="0">
                <a:latin typeface="楷体_GB2312" pitchFamily="49" charset="-122"/>
              </a:rPr>
              <a:t>输路径，</a:t>
            </a:r>
            <a:r>
              <a:rPr lang="zh-CN" altLang="en-US" dirty="0" smtClean="0">
                <a:latin typeface="楷体_GB2312" pitchFamily="49" charset="-122"/>
              </a:rPr>
              <a:t>并送</a:t>
            </a:r>
            <a:r>
              <a:rPr lang="zh-CN" altLang="en-US" dirty="0">
                <a:latin typeface="楷体_GB2312" pitchFamily="49" charset="-122"/>
              </a:rPr>
              <a:t>到目的地。</a:t>
            </a:r>
            <a:endParaRPr lang="zh-CN" altLang="en-US" dirty="0"/>
          </a:p>
          <a:p>
            <a:pPr lvl="1" algn="just"/>
            <a:endParaRPr lang="en-US" altLang="zh-CN" dirty="0" smtClean="0">
              <a:latin typeface="楷体_GB2312" pitchFamily="49" charset="-122"/>
            </a:endParaRPr>
          </a:p>
        </p:txBody>
      </p:sp>
      <p:sp>
        <p:nvSpPr>
          <p:cNvPr id="4" name="灯片编号占位符 3"/>
          <p:cNvSpPr>
            <a:spLocks noGrp="1"/>
          </p:cNvSpPr>
          <p:nvPr>
            <p:ph type="sldNum" sz="quarter" idx="12"/>
          </p:nvPr>
        </p:nvSpPr>
        <p:spPr/>
        <p:txBody>
          <a:bodyPr/>
          <a:lstStyle/>
          <a:p>
            <a:pPr>
              <a:defRPr/>
            </a:pPr>
            <a:fld id="{15FE247F-CF12-4115-BD90-BF7FC648EC73}" type="slidenum">
              <a:rPr lang="zh-CN" altLang="en-US" smtClean="0"/>
              <a:pPr>
                <a:defRPr/>
              </a:pPr>
              <a:t>83</a:t>
            </a:fld>
            <a:endParaRPr lang="zh-CN" altLang="en-US"/>
          </a:p>
        </p:txBody>
      </p:sp>
    </p:spTree>
    <p:extLst>
      <p:ext uri="{BB962C8B-B14F-4D97-AF65-F5344CB8AC3E}">
        <p14:creationId xmlns:p14="http://schemas.microsoft.com/office/powerpoint/2010/main" val="330103405"/>
      </p:ext>
    </p:extLst>
  </p:cSld>
  <p:clrMapOvr>
    <a:masterClrMapping/>
  </p:clrMapOvr>
  <p:transition spd="slow">
    <p:push dir="u"/>
  </p:transition>
  <p:timing>
    <p:tnLst>
      <p:par>
        <p:cTn id="1" dur="indefinite" restart="never" nodeType="tmRoot"/>
      </p:par>
    </p:tn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970" name="标题 1"/>
          <p:cNvSpPr>
            <a:spLocks noGrp="1"/>
          </p:cNvSpPr>
          <p:nvPr>
            <p:ph type="title"/>
          </p:nvPr>
        </p:nvSpPr>
        <p:spPr>
          <a:xfrm>
            <a:off x="107950" y="44450"/>
            <a:ext cx="7343775" cy="792163"/>
          </a:xfrm>
        </p:spPr>
        <p:txBody>
          <a:bodyPr/>
          <a:lstStyle/>
          <a:p>
            <a:r>
              <a:rPr lang="en-US" altLang="zh-CN" smtClean="0"/>
              <a:t>2.10 </a:t>
            </a:r>
            <a:r>
              <a:rPr lang="zh-CN" altLang="en-US" smtClean="0"/>
              <a:t>网络互连与通信参考模型</a:t>
            </a:r>
          </a:p>
        </p:txBody>
      </p:sp>
      <p:sp>
        <p:nvSpPr>
          <p:cNvPr id="83971" name="内容占位符 2"/>
          <p:cNvSpPr>
            <a:spLocks noGrp="1"/>
          </p:cNvSpPr>
          <p:nvPr>
            <p:ph idx="1"/>
          </p:nvPr>
        </p:nvSpPr>
        <p:spPr>
          <a:xfrm>
            <a:off x="107950" y="981075"/>
            <a:ext cx="8928100" cy="5102225"/>
          </a:xfrm>
        </p:spPr>
        <p:txBody>
          <a:bodyPr/>
          <a:lstStyle/>
          <a:p>
            <a:pPr algn="just">
              <a:buFont typeface="Wingdings" pitchFamily="2" charset="2"/>
              <a:buChar char="ü"/>
            </a:pPr>
            <a:r>
              <a:rPr lang="zh-CN" altLang="en-US" sz="2800" dirty="0" smtClean="0">
                <a:latin typeface="楷体_GB2312" pitchFamily="49" charset="-122"/>
              </a:rPr>
              <a:t>当网桥从一个局域网接收到一个数据帧后，对帧头进行检验修改，然后转发到另一个局域网或丢弃该帧。</a:t>
            </a:r>
          </a:p>
          <a:p>
            <a:pPr algn="just">
              <a:buFont typeface="Wingdings" pitchFamily="2" charset="2"/>
              <a:buChar char="ü"/>
            </a:pPr>
            <a:r>
              <a:rPr lang="zh-CN" altLang="en-US" sz="2800" dirty="0" smtClean="0">
                <a:solidFill>
                  <a:srgbClr val="FF0000"/>
                </a:solidFill>
                <a:latin typeface="楷体_GB2312" pitchFamily="49" charset="-122"/>
              </a:rPr>
              <a:t>网桥与中继器区别</a:t>
            </a:r>
            <a:r>
              <a:rPr lang="zh-CN" altLang="en-US" sz="2800" dirty="0" smtClean="0">
                <a:latin typeface="楷体_GB2312" pitchFamily="49" charset="-122"/>
              </a:rPr>
              <a:t>在于，网桥具有使不同网段之间的通信相互隔离的逻辑。</a:t>
            </a:r>
          </a:p>
          <a:p>
            <a:pPr algn="just">
              <a:buFont typeface="Wingdings" pitchFamily="2" charset="2"/>
              <a:buChar char="ü"/>
            </a:pPr>
            <a:endParaRPr lang="zh-CN" altLang="en-US" sz="2800" dirty="0" smtClean="0"/>
          </a:p>
        </p:txBody>
      </p:sp>
      <p:sp>
        <p:nvSpPr>
          <p:cNvPr id="4" name="灯片编号占位符 3"/>
          <p:cNvSpPr>
            <a:spLocks noGrp="1"/>
          </p:cNvSpPr>
          <p:nvPr>
            <p:ph type="sldNum" sz="quarter" idx="12"/>
          </p:nvPr>
        </p:nvSpPr>
        <p:spPr/>
        <p:txBody>
          <a:bodyPr/>
          <a:lstStyle/>
          <a:p>
            <a:pPr>
              <a:defRPr/>
            </a:pPr>
            <a:fld id="{34BF4686-A13B-422A-AAED-08E5AD3A0F31}" type="slidenum">
              <a:rPr lang="zh-CN" altLang="en-US" smtClean="0"/>
              <a:pPr>
                <a:defRPr/>
              </a:pPr>
              <a:t>84</a:t>
            </a:fld>
            <a:endParaRPr lang="zh-CN" altLang="en-US"/>
          </a:p>
        </p:txBody>
      </p:sp>
      <p:pic>
        <p:nvPicPr>
          <p:cNvPr id="83973" name="Picture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55650" y="3213100"/>
            <a:ext cx="7345363" cy="2628900"/>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Tree>
    <p:extLst>
      <p:ext uri="{BB962C8B-B14F-4D97-AF65-F5344CB8AC3E}">
        <p14:creationId xmlns:p14="http://schemas.microsoft.com/office/powerpoint/2010/main" val="1941749110"/>
      </p:ext>
    </p:extLst>
  </p:cSld>
  <p:clrMapOvr>
    <a:masterClrMapping/>
  </p:clrMapOvr>
  <p:transition spd="slow">
    <p:push dir="u"/>
  </p:transition>
  <p:timing>
    <p:tnLst>
      <p:par>
        <p:cTn id="1" dur="indefinite" restart="never" nodeType="tmRoot"/>
      </p:par>
    </p:tn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994" name="标题 1"/>
          <p:cNvSpPr>
            <a:spLocks noGrp="1"/>
          </p:cNvSpPr>
          <p:nvPr>
            <p:ph type="title"/>
          </p:nvPr>
        </p:nvSpPr>
        <p:spPr>
          <a:xfrm>
            <a:off x="107950" y="44450"/>
            <a:ext cx="7343775" cy="792163"/>
          </a:xfrm>
        </p:spPr>
        <p:txBody>
          <a:bodyPr/>
          <a:lstStyle/>
          <a:p>
            <a:r>
              <a:rPr lang="en-US" altLang="zh-CN" smtClean="0"/>
              <a:t>2.10 </a:t>
            </a:r>
            <a:r>
              <a:rPr lang="zh-CN" altLang="en-US" smtClean="0"/>
              <a:t>网络互连与通信参考模型</a:t>
            </a:r>
          </a:p>
        </p:txBody>
      </p:sp>
      <p:sp>
        <p:nvSpPr>
          <p:cNvPr id="3" name="内容占位符 2"/>
          <p:cNvSpPr>
            <a:spLocks noGrp="1"/>
          </p:cNvSpPr>
          <p:nvPr>
            <p:ph idx="1"/>
          </p:nvPr>
        </p:nvSpPr>
        <p:spPr>
          <a:xfrm>
            <a:off x="107950" y="981075"/>
            <a:ext cx="8928100" cy="5102225"/>
          </a:xfrm>
        </p:spPr>
        <p:txBody>
          <a:bodyPr/>
          <a:lstStyle/>
          <a:p>
            <a:pPr algn="just">
              <a:buFont typeface="Wingdings" panose="05000000000000000000" pitchFamily="2" charset="2"/>
              <a:buChar char="ü"/>
              <a:defRPr/>
            </a:pPr>
            <a:r>
              <a:rPr lang="zh-CN" altLang="en-US" b="1" dirty="0" smtClean="0">
                <a:solidFill>
                  <a:srgbClr val="C00000"/>
                </a:solidFill>
              </a:rPr>
              <a:t>路由器：</a:t>
            </a:r>
            <a:endParaRPr lang="en-US" altLang="zh-CN" b="1" dirty="0" smtClean="0">
              <a:solidFill>
                <a:srgbClr val="C00000"/>
              </a:solidFill>
            </a:endParaRPr>
          </a:p>
          <a:p>
            <a:pPr lvl="1" algn="just">
              <a:buFont typeface="Arial" panose="020B0604020202020204" pitchFamily="34" charset="0"/>
              <a:buChar char="•"/>
              <a:defRPr/>
            </a:pPr>
            <a:r>
              <a:rPr lang="zh-CN" altLang="en-US" sz="2400" dirty="0" smtClean="0">
                <a:latin typeface="楷体_GB2312" pitchFamily="49" charset="-122"/>
              </a:rPr>
              <a:t>工作在物理层、数据链路层和网络层，为两个或两个以上网络之间的数据传输提供最佳路径选择；</a:t>
            </a:r>
            <a:endParaRPr lang="en-US" altLang="zh-CN" sz="2400" dirty="0" smtClean="0">
              <a:latin typeface="楷体_GB2312" pitchFamily="49" charset="-122"/>
            </a:endParaRPr>
          </a:p>
          <a:p>
            <a:pPr lvl="1" algn="just">
              <a:buFont typeface="Arial" panose="020B0604020202020204" pitchFamily="34" charset="0"/>
              <a:buChar char="•"/>
              <a:defRPr/>
            </a:pPr>
            <a:r>
              <a:rPr lang="zh-CN" altLang="en-US" sz="2400" dirty="0" smtClean="0">
                <a:latin typeface="楷体_GB2312" pitchFamily="49" charset="-122"/>
              </a:rPr>
              <a:t>可在</a:t>
            </a:r>
            <a:r>
              <a:rPr lang="zh-CN" altLang="en-US" sz="2400" dirty="0">
                <a:latin typeface="楷体_GB2312" pitchFamily="49" charset="-122"/>
              </a:rPr>
              <a:t>多个互连设备之间转发数据包，当报文进入时，路由器读取报文中的目的地址，然后把这个报文转发到相应的网段中或丢弃没有目的地的</a:t>
            </a:r>
            <a:r>
              <a:rPr lang="zh-CN" altLang="en-US" sz="2400" dirty="0" smtClean="0">
                <a:latin typeface="楷体_GB2312" pitchFamily="49" charset="-122"/>
              </a:rPr>
              <a:t>报文；</a:t>
            </a:r>
            <a:endParaRPr lang="en-US" altLang="zh-CN" sz="2400" dirty="0" smtClean="0">
              <a:latin typeface="楷体_GB2312" pitchFamily="49" charset="-122"/>
            </a:endParaRPr>
          </a:p>
          <a:p>
            <a:pPr lvl="1" algn="just">
              <a:buFont typeface="Arial" panose="020B0604020202020204" pitchFamily="34" charset="0"/>
              <a:buChar char="•"/>
              <a:defRPr/>
            </a:pPr>
            <a:r>
              <a:rPr lang="zh-CN" altLang="en-US" sz="2400" dirty="0" smtClean="0">
                <a:latin typeface="楷体_GB2312" pitchFamily="49" charset="-122"/>
              </a:rPr>
              <a:t>在</a:t>
            </a:r>
            <a:r>
              <a:rPr lang="zh-CN" altLang="en-US" sz="2400" dirty="0">
                <a:latin typeface="楷体_GB2312" pitchFamily="49" charset="-122"/>
              </a:rPr>
              <a:t>具有独立地址控制、不同传输速率和传输媒体的网段间存储转发信号</a:t>
            </a:r>
            <a:r>
              <a:rPr lang="zh-CN" altLang="en-US" sz="2400" dirty="0" smtClean="0">
                <a:latin typeface="楷体_GB2312" pitchFamily="49" charset="-122"/>
              </a:rPr>
              <a:t>，但要</a:t>
            </a:r>
            <a:r>
              <a:rPr lang="zh-CN" altLang="en-US" sz="2400" dirty="0">
                <a:latin typeface="楷体_GB2312" pitchFamily="49" charset="-122"/>
              </a:rPr>
              <a:t>求节点网络层以上的各层使用相同或兼容的协议</a:t>
            </a:r>
            <a:r>
              <a:rPr lang="zh-CN" altLang="en-US" sz="2400" dirty="0" smtClean="0">
                <a:latin typeface="楷体_GB2312" pitchFamily="49" charset="-122"/>
              </a:rPr>
              <a:t>。</a:t>
            </a:r>
            <a:endParaRPr lang="en-US" altLang="zh-CN" sz="2400" dirty="0" smtClean="0">
              <a:latin typeface="楷体_GB2312" pitchFamily="49" charset="-122"/>
            </a:endParaRPr>
          </a:p>
        </p:txBody>
      </p:sp>
      <p:sp>
        <p:nvSpPr>
          <p:cNvPr id="4" name="灯片编号占位符 3"/>
          <p:cNvSpPr>
            <a:spLocks noGrp="1"/>
          </p:cNvSpPr>
          <p:nvPr>
            <p:ph type="sldNum" sz="quarter" idx="12"/>
          </p:nvPr>
        </p:nvSpPr>
        <p:spPr/>
        <p:txBody>
          <a:bodyPr/>
          <a:lstStyle/>
          <a:p>
            <a:pPr>
              <a:defRPr/>
            </a:pPr>
            <a:fld id="{70AECE11-A07B-4BDA-920A-F1E2704ECE0E}" type="slidenum">
              <a:rPr lang="zh-CN" altLang="en-US" smtClean="0"/>
              <a:pPr>
                <a:defRPr/>
              </a:pPr>
              <a:t>85</a:t>
            </a:fld>
            <a:endParaRPr lang="zh-CN" altLang="en-US" dirty="0"/>
          </a:p>
        </p:txBody>
      </p:sp>
    </p:spTree>
    <p:extLst>
      <p:ext uri="{BB962C8B-B14F-4D97-AF65-F5344CB8AC3E}">
        <p14:creationId xmlns:p14="http://schemas.microsoft.com/office/powerpoint/2010/main" val="3613622873"/>
      </p:ext>
    </p:extLst>
  </p:cSld>
  <p:clrMapOvr>
    <a:masterClrMapping/>
  </p:clrMapOvr>
  <p:transition spd="slow">
    <p:push dir="u"/>
  </p:transition>
  <p:timing>
    <p:tnLst>
      <p:par>
        <p:cTn id="1" dur="indefinite" restart="never" nodeType="tmRoot"/>
      </p:par>
    </p:tn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018" name="标题 1"/>
          <p:cNvSpPr>
            <a:spLocks noGrp="1"/>
          </p:cNvSpPr>
          <p:nvPr>
            <p:ph type="title"/>
          </p:nvPr>
        </p:nvSpPr>
        <p:spPr>
          <a:xfrm>
            <a:off x="107950" y="44450"/>
            <a:ext cx="7343775" cy="792163"/>
          </a:xfrm>
        </p:spPr>
        <p:txBody>
          <a:bodyPr/>
          <a:lstStyle/>
          <a:p>
            <a:r>
              <a:rPr lang="en-US" altLang="zh-CN" smtClean="0"/>
              <a:t>2.10 </a:t>
            </a:r>
            <a:r>
              <a:rPr lang="zh-CN" altLang="en-US" smtClean="0"/>
              <a:t>网络互连与通信参考模型</a:t>
            </a:r>
          </a:p>
        </p:txBody>
      </p:sp>
      <p:sp>
        <p:nvSpPr>
          <p:cNvPr id="86019" name="内容占位符 2"/>
          <p:cNvSpPr>
            <a:spLocks noGrp="1"/>
          </p:cNvSpPr>
          <p:nvPr>
            <p:ph idx="1"/>
          </p:nvPr>
        </p:nvSpPr>
        <p:spPr>
          <a:xfrm>
            <a:off x="107950" y="981075"/>
            <a:ext cx="8928100" cy="5102225"/>
          </a:xfrm>
        </p:spPr>
        <p:txBody>
          <a:bodyPr/>
          <a:lstStyle/>
          <a:p>
            <a:pPr algn="just"/>
            <a:r>
              <a:rPr lang="zh-CN" altLang="en-US" b="1" dirty="0" smtClean="0">
                <a:solidFill>
                  <a:srgbClr val="C00000"/>
                </a:solidFill>
              </a:rPr>
              <a:t>网关：</a:t>
            </a:r>
            <a:endParaRPr lang="en-US" altLang="zh-CN" b="1" dirty="0" smtClean="0">
              <a:solidFill>
                <a:srgbClr val="C00000"/>
              </a:solidFill>
            </a:endParaRPr>
          </a:p>
          <a:p>
            <a:pPr lvl="1" algn="just">
              <a:buFont typeface="Arial" panose="020B0604020202020204" pitchFamily="34" charset="0"/>
              <a:buChar char="•"/>
            </a:pPr>
            <a:r>
              <a:rPr lang="zh-CN" altLang="en-US" dirty="0" smtClean="0">
                <a:latin typeface="楷体_GB2312" pitchFamily="49" charset="-122"/>
              </a:rPr>
              <a:t>又被称为网间协议变换器。用以实现不同通信协议的网络之间的互连。</a:t>
            </a:r>
          </a:p>
          <a:p>
            <a:pPr lvl="1" algn="just">
              <a:buFont typeface="Arial" panose="020B0604020202020204" pitchFamily="34" charset="0"/>
              <a:buChar char="•"/>
            </a:pPr>
            <a:r>
              <a:rPr lang="zh-CN" altLang="en-US" dirty="0" smtClean="0">
                <a:latin typeface="楷体_GB2312" pitchFamily="49" charset="-122"/>
              </a:rPr>
              <a:t>网关在技术上与它所连接的两个网络的具体协议有关，用于不同网络间转换连接的网关是不相同的。</a:t>
            </a:r>
          </a:p>
          <a:p>
            <a:pPr lvl="1" algn="just">
              <a:buFont typeface="Arial" panose="020B0604020202020204" pitchFamily="34" charset="0"/>
              <a:buChar char="•"/>
            </a:pPr>
            <a:r>
              <a:rPr lang="zh-CN" altLang="en-US" dirty="0" smtClean="0">
                <a:latin typeface="楷体_GB2312" pitchFamily="49" charset="-122"/>
              </a:rPr>
              <a:t>允许在具有不同协议和报文组的两个网络之间传输数据。在工业数据通信中，最常见的应用就是把一个现场总线网络的信号送往另一个不同类型的现场总线网络</a:t>
            </a:r>
            <a:endParaRPr lang="zh-CN" altLang="en-US" b="1" dirty="0" smtClean="0">
              <a:solidFill>
                <a:srgbClr val="C00000"/>
              </a:solidFill>
            </a:endParaRPr>
          </a:p>
        </p:txBody>
      </p:sp>
      <p:sp>
        <p:nvSpPr>
          <p:cNvPr id="4" name="灯片编号占位符 3"/>
          <p:cNvSpPr>
            <a:spLocks noGrp="1"/>
          </p:cNvSpPr>
          <p:nvPr>
            <p:ph type="sldNum" sz="quarter" idx="12"/>
          </p:nvPr>
        </p:nvSpPr>
        <p:spPr/>
        <p:txBody>
          <a:bodyPr/>
          <a:lstStyle/>
          <a:p>
            <a:pPr>
              <a:defRPr/>
            </a:pPr>
            <a:fld id="{27741AF0-4955-4570-9B2A-04CDF9ABF1C1}" type="slidenum">
              <a:rPr lang="zh-CN" altLang="en-US" smtClean="0"/>
              <a:pPr>
                <a:defRPr/>
              </a:pPr>
              <a:t>86</a:t>
            </a:fld>
            <a:endParaRPr lang="zh-CN" altLang="en-US"/>
          </a:p>
        </p:txBody>
      </p:sp>
    </p:spTree>
    <p:extLst>
      <p:ext uri="{BB962C8B-B14F-4D97-AF65-F5344CB8AC3E}">
        <p14:creationId xmlns:p14="http://schemas.microsoft.com/office/powerpoint/2010/main" val="3338978676"/>
      </p:ext>
    </p:extLst>
  </p:cSld>
  <p:clrMapOvr>
    <a:masterClrMapping/>
  </p:clrMapOvr>
  <p:transition spd="slow">
    <p:push dir="u"/>
  </p:transition>
  <p:timing>
    <p:tnLst>
      <p:par>
        <p:cTn id="1" dur="indefinite" restart="never" nodeType="tmRoot"/>
      </p:par>
    </p:tnLst>
  </p:timing>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12125</TotalTime>
  <Words>6075</Words>
  <Application>Microsoft Office PowerPoint</Application>
  <PresentationFormat>全屏显示(4:3)</PresentationFormat>
  <Paragraphs>659</Paragraphs>
  <Slides>86</Slides>
  <Notes>36</Notes>
  <HiddenSlides>0</HiddenSlides>
  <MMClips>0</MMClips>
  <ScaleCrop>false</ScaleCrop>
  <HeadingPairs>
    <vt:vector size="6" baseType="variant">
      <vt:variant>
        <vt:lpstr>主题</vt:lpstr>
      </vt:variant>
      <vt:variant>
        <vt:i4>1</vt:i4>
      </vt:variant>
      <vt:variant>
        <vt:lpstr>嵌入 OLE 服务器</vt:lpstr>
      </vt:variant>
      <vt:variant>
        <vt:i4>1</vt:i4>
      </vt:variant>
      <vt:variant>
        <vt:lpstr>幻灯片标题</vt:lpstr>
      </vt:variant>
      <vt:variant>
        <vt:i4>86</vt:i4>
      </vt:variant>
    </vt:vector>
  </HeadingPairs>
  <TitlesOfParts>
    <vt:vector size="88" baseType="lpstr">
      <vt:lpstr>Office 主题</vt:lpstr>
      <vt:lpstr>Visio</vt:lpstr>
      <vt:lpstr>第2章 数据通信与网络基础</vt:lpstr>
      <vt:lpstr>第2章 数据通信与网络基础</vt:lpstr>
      <vt:lpstr>2.1 基本术语</vt:lpstr>
      <vt:lpstr>2.1 基本术语</vt:lpstr>
      <vt:lpstr>2.1 基本术语</vt:lpstr>
      <vt:lpstr>第2章 数据通信与网络基础</vt:lpstr>
      <vt:lpstr>2.2 数据编码</vt:lpstr>
      <vt:lpstr>2.2 数据编码</vt:lpstr>
      <vt:lpstr>2.2 数据编码</vt:lpstr>
      <vt:lpstr>2.2 数据编码</vt:lpstr>
      <vt:lpstr>2.2 数据编码</vt:lpstr>
      <vt:lpstr>2.2 数据编码</vt:lpstr>
      <vt:lpstr>第2章 数据通信与网络基础</vt:lpstr>
      <vt:lpstr>2.3 数据传输方式</vt:lpstr>
      <vt:lpstr>2.3 数据传输方式</vt:lpstr>
      <vt:lpstr>2.3 数据传输方式</vt:lpstr>
      <vt:lpstr>第2章 数据通信与网络基础</vt:lpstr>
      <vt:lpstr>2.4 通信线路工作方式</vt:lpstr>
      <vt:lpstr>第2章 数据通信与网络基础</vt:lpstr>
      <vt:lpstr>2.5 信号传输模式</vt:lpstr>
      <vt:lpstr>第2章 数据通信与网络基础</vt:lpstr>
      <vt:lpstr>2.6 差错检测及校正</vt:lpstr>
      <vt:lpstr>2.6 差错检测及校正</vt:lpstr>
      <vt:lpstr>2.6 差错检测及校正</vt:lpstr>
      <vt:lpstr>2.6 差错检测及校正</vt:lpstr>
      <vt:lpstr>2.6 差错检测及校正</vt:lpstr>
      <vt:lpstr>2.6 差错检测及校正</vt:lpstr>
      <vt:lpstr>2.6 差错检测及校正</vt:lpstr>
      <vt:lpstr>第2章 数据通信与网络基础</vt:lpstr>
      <vt:lpstr>2.7网络拓扑结构</vt:lpstr>
      <vt:lpstr>2.7网络拓扑结构</vt:lpstr>
      <vt:lpstr>2.7网络拓扑结构</vt:lpstr>
      <vt:lpstr>2.7网络拓扑结构</vt:lpstr>
      <vt:lpstr>2.7网络拓扑结构</vt:lpstr>
      <vt:lpstr>第2章 数据通信与网络基础</vt:lpstr>
      <vt:lpstr>2.8 网络的传输介质</vt:lpstr>
      <vt:lpstr>2.8 网络的传输介质</vt:lpstr>
      <vt:lpstr>2.8 网络的传输介质</vt:lpstr>
      <vt:lpstr>2.8 网络的传输介质</vt:lpstr>
      <vt:lpstr>2.8 网络的传输介质</vt:lpstr>
      <vt:lpstr>2.8 网络的传输介质</vt:lpstr>
      <vt:lpstr>2.8 网络的传输介质</vt:lpstr>
      <vt:lpstr>2.8 网络的传输介质</vt:lpstr>
      <vt:lpstr>2.8 网络的传输介质</vt:lpstr>
      <vt:lpstr>2.8 网络的传输介质</vt:lpstr>
      <vt:lpstr>2.8 网络的传输介质</vt:lpstr>
      <vt:lpstr>2.8 网络的传输介质</vt:lpstr>
      <vt:lpstr>2.8 网络的传输介质</vt:lpstr>
      <vt:lpstr>第2章 数据通信与网络基础</vt:lpstr>
      <vt:lpstr>2.9 传输介质访问控制方式</vt:lpstr>
      <vt:lpstr>2.9 传输介质访问控制方式</vt:lpstr>
      <vt:lpstr>2.9 传输介质访问控制方式</vt:lpstr>
      <vt:lpstr>2.9 传输介质访问控制方式</vt:lpstr>
      <vt:lpstr>2.9 传输介质访问控制方式</vt:lpstr>
      <vt:lpstr>2.9 传输介质访问控制方式</vt:lpstr>
      <vt:lpstr>2.9 传输介质访问控制方式</vt:lpstr>
      <vt:lpstr>2.9 传输介质访问控制方式</vt:lpstr>
      <vt:lpstr>2.9 传输介质访问控制方式</vt:lpstr>
      <vt:lpstr>第2章 数据通信与网络基础</vt:lpstr>
      <vt:lpstr>2.10 网络互连与通信参考模型</vt:lpstr>
      <vt:lpstr>2.10 网络互连与通信参考模型</vt:lpstr>
      <vt:lpstr>2.10 网络互连与通信参考模型</vt:lpstr>
      <vt:lpstr>2.10 网络互连与通信参考模型</vt:lpstr>
      <vt:lpstr>2.10 网络互连与通信参考模型</vt:lpstr>
      <vt:lpstr>2.10 网络互连与通信参考模型</vt:lpstr>
      <vt:lpstr>2.10 网络互连与通信参考模型</vt:lpstr>
      <vt:lpstr>2.10 网络互连与通信参考模型</vt:lpstr>
      <vt:lpstr>2.10 网络互连与通信参考模型</vt:lpstr>
      <vt:lpstr>2.10 网络互连与通信参考模型</vt:lpstr>
      <vt:lpstr>2.10 网络互连与通信参考模型</vt:lpstr>
      <vt:lpstr>2.10 网络互连与通信参考模型</vt:lpstr>
      <vt:lpstr>2.10 网络互连与通信参考模型</vt:lpstr>
      <vt:lpstr>2.10 网络互连与通信参考模型</vt:lpstr>
      <vt:lpstr>2.10 网络互连与通信参考模型</vt:lpstr>
      <vt:lpstr>2.10 网络互连与通信参考模型</vt:lpstr>
      <vt:lpstr>2.10 网络互连与通信参考模型</vt:lpstr>
      <vt:lpstr>2.10 网络互连与通信参考模型</vt:lpstr>
      <vt:lpstr>2.10 网络互连与通信参考模型</vt:lpstr>
      <vt:lpstr>2.10 网络互连与通信参考模型</vt:lpstr>
      <vt:lpstr>2.10 网络互连与通信参考模型</vt:lpstr>
      <vt:lpstr>2.10 网络互连与通信参考模型</vt:lpstr>
      <vt:lpstr>2.10 网络互连与通信参考模型</vt:lpstr>
      <vt:lpstr>2.10 网络互连与通信参考模型</vt:lpstr>
      <vt:lpstr>2.10 网络互连与通信参考模型</vt:lpstr>
      <vt:lpstr>2.10 网络互连与通信参考模型</vt:lpstr>
      <vt:lpstr>2.10 网络互连与通信参考模型</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Zachary</dc:creator>
  <cp:lastModifiedBy>Windows User</cp:lastModifiedBy>
  <cp:revision>1244</cp:revision>
  <dcterms:modified xsi:type="dcterms:W3CDTF">2016-09-25T17:45:40Z</dcterms:modified>
</cp:coreProperties>
</file>