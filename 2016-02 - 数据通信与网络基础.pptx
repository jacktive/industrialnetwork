
<file path=[Content_Types].xml><?xml version="1.0" encoding="utf-8"?>
<Types xmlns="http://schemas.openxmlformats.org/package/2006/content-types">
  <Default Extension="png" ContentType="image/png"/>
  <Default Extension="bin" ContentType="application/vnd.openxmlformats-officedocument.oleObject"/>
  <Default Extension="jpeg" ContentType="image/jpeg"/>
  <Default Extension="emf" ContentType="image/x-emf"/>
  <Default Extension="wmf" ContentType="image/x-wmf"/>
  <Default Extension="rels" ContentType="application/vnd.openxmlformats-package.relationships+xml"/>
  <Default Extension="xml" ContentType="application/xml"/>
  <Default Extension="vml" ContentType="application/vnd.openxmlformats-officedocument.vmlDrawing"/>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slides/slide55.xml" ContentType="application/vnd.openxmlformats-officedocument.presentationml.slide+xml"/>
  <Override PartName="/ppt/slides/slide56.xml" ContentType="application/vnd.openxmlformats-officedocument.presentationml.slide+xml"/>
  <Override PartName="/ppt/slides/slide57.xml" ContentType="application/vnd.openxmlformats-officedocument.presentationml.slide+xml"/>
  <Override PartName="/ppt/slides/slide58.xml" ContentType="application/vnd.openxmlformats-officedocument.presentationml.slide+xml"/>
  <Override PartName="/ppt/slides/slide59.xml" ContentType="application/vnd.openxmlformats-officedocument.presentationml.slide+xml"/>
  <Override PartName="/ppt/slides/slide60.xml" ContentType="application/vnd.openxmlformats-officedocument.presentationml.slide+xml"/>
  <Override PartName="/ppt/slides/slide61.xml" ContentType="application/vnd.openxmlformats-officedocument.presentationml.slide+xml"/>
  <Override PartName="/ppt/slides/slide62.xml" ContentType="application/vnd.openxmlformats-officedocument.presentationml.slide+xml"/>
  <Override PartName="/ppt/slides/slide63.xml" ContentType="application/vnd.openxmlformats-officedocument.presentationml.slide+xml"/>
  <Override PartName="/ppt/slides/slide64.xml" ContentType="application/vnd.openxmlformats-officedocument.presentationml.slide+xml"/>
  <Override PartName="/ppt/slides/slide65.xml" ContentType="application/vnd.openxmlformats-officedocument.presentationml.slide+xml"/>
  <Override PartName="/ppt/slides/slide66.xml" ContentType="application/vnd.openxmlformats-officedocument.presentationml.slide+xml"/>
  <Override PartName="/ppt/slides/slide67.xml" ContentType="application/vnd.openxmlformats-officedocument.presentationml.slide+xml"/>
  <Override PartName="/ppt/slides/slide68.xml" ContentType="application/vnd.openxmlformats-officedocument.presentationml.slide+xml"/>
  <Override PartName="/ppt/slides/slide69.xml" ContentType="application/vnd.openxmlformats-officedocument.presentationml.slide+xml"/>
  <Override PartName="/ppt/slides/slide70.xml" ContentType="application/vnd.openxmlformats-officedocument.presentationml.slide+xml"/>
  <Override PartName="/ppt/slides/slide71.xml" ContentType="application/vnd.openxmlformats-officedocument.presentationml.slide+xml"/>
  <Override PartName="/ppt/slides/slide72.xml" ContentType="application/vnd.openxmlformats-officedocument.presentationml.slide+xml"/>
  <Override PartName="/ppt/slides/slide73.xml" ContentType="application/vnd.openxmlformats-officedocument.presentationml.slide+xml"/>
  <Override PartName="/ppt/slides/slide74.xml" ContentType="application/vnd.openxmlformats-officedocument.presentationml.slide+xml"/>
  <Override PartName="/ppt/slides/slide75.xml" ContentType="application/vnd.openxmlformats-officedocument.presentationml.slide+xml"/>
  <Override PartName="/ppt/slides/slide76.xml" ContentType="application/vnd.openxmlformats-officedocument.presentationml.slide+xml"/>
  <Override PartName="/ppt/slides/slide77.xml" ContentType="application/vnd.openxmlformats-officedocument.presentationml.slide+xml"/>
  <Override PartName="/ppt/slides/slide78.xml" ContentType="application/vnd.openxmlformats-officedocument.presentationml.slide+xml"/>
  <Override PartName="/ppt/slides/slide79.xml" ContentType="application/vnd.openxmlformats-officedocument.presentationml.slide+xml"/>
  <Override PartName="/ppt/slides/slide80.xml" ContentType="application/vnd.openxmlformats-officedocument.presentationml.slide+xml"/>
  <Override PartName="/ppt/slides/slide81.xml" ContentType="application/vnd.openxmlformats-officedocument.presentationml.slide+xml"/>
  <Override PartName="/ppt/slides/slide82.xml" ContentType="application/vnd.openxmlformats-officedocument.presentationml.slide+xml"/>
  <Override PartName="/ppt/slides/slide83.xml" ContentType="application/vnd.openxmlformats-officedocument.presentationml.slide+xml"/>
  <Override PartName="/ppt/slides/slide84.xml" ContentType="application/vnd.openxmlformats-officedocument.presentationml.slide+xml"/>
  <Override PartName="/ppt/slides/slide85.xml" ContentType="application/vnd.openxmlformats-officedocument.presentationml.slide+xml"/>
  <Override PartName="/ppt/slides/slide86.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35.xml" ContentType="application/vnd.openxmlformats-officedocument.presentationml.notesSlide+xml"/>
  <Override PartName="/ppt/notesSlides/notesSlide36.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howSpecialPlsOnTitleSld="0" saveSubsetFonts="1">
  <p:sldMasterIdLst>
    <p:sldMasterId id="2147483648" r:id="rId1"/>
  </p:sldMasterIdLst>
  <p:notesMasterIdLst>
    <p:notesMasterId r:id="rId88"/>
  </p:notesMasterIdLst>
  <p:sldIdLst>
    <p:sldId id="256" r:id="rId2"/>
    <p:sldId id="257" r:id="rId3"/>
    <p:sldId id="258" r:id="rId4"/>
    <p:sldId id="371" r:id="rId5"/>
    <p:sldId id="261" r:id="rId6"/>
    <p:sldId id="262" r:id="rId7"/>
    <p:sldId id="271" r:id="rId8"/>
    <p:sldId id="273" r:id="rId9"/>
    <p:sldId id="274" r:id="rId10"/>
    <p:sldId id="275" r:id="rId11"/>
    <p:sldId id="276" r:id="rId12"/>
    <p:sldId id="272" r:id="rId13"/>
    <p:sldId id="263" r:id="rId14"/>
    <p:sldId id="277" r:id="rId15"/>
    <p:sldId id="280" r:id="rId16"/>
    <p:sldId id="282" r:id="rId17"/>
    <p:sldId id="264" r:id="rId18"/>
    <p:sldId id="283" r:id="rId19"/>
    <p:sldId id="265" r:id="rId20"/>
    <p:sldId id="286" r:id="rId21"/>
    <p:sldId id="266" r:id="rId22"/>
    <p:sldId id="289" r:id="rId23"/>
    <p:sldId id="291" r:id="rId24"/>
    <p:sldId id="293" r:id="rId25"/>
    <p:sldId id="294" r:id="rId26"/>
    <p:sldId id="295" r:id="rId27"/>
    <p:sldId id="296" r:id="rId28"/>
    <p:sldId id="298" r:id="rId29"/>
    <p:sldId id="267" r:id="rId30"/>
    <p:sldId id="300" r:id="rId31"/>
    <p:sldId id="372" r:id="rId32"/>
    <p:sldId id="374" r:id="rId33"/>
    <p:sldId id="375" r:id="rId34"/>
    <p:sldId id="376" r:id="rId35"/>
    <p:sldId id="268" r:id="rId36"/>
    <p:sldId id="305" r:id="rId37"/>
    <p:sldId id="306" r:id="rId38"/>
    <p:sldId id="307" r:id="rId39"/>
    <p:sldId id="311" r:id="rId40"/>
    <p:sldId id="312" r:id="rId41"/>
    <p:sldId id="308" r:id="rId42"/>
    <p:sldId id="313" r:id="rId43"/>
    <p:sldId id="314" r:id="rId44"/>
    <p:sldId id="309" r:id="rId45"/>
    <p:sldId id="315" r:id="rId46"/>
    <p:sldId id="316" r:id="rId47"/>
    <p:sldId id="310" r:id="rId48"/>
    <p:sldId id="317" r:id="rId49"/>
    <p:sldId id="269" r:id="rId50"/>
    <p:sldId id="318" r:id="rId51"/>
    <p:sldId id="319" r:id="rId52"/>
    <p:sldId id="322" r:id="rId53"/>
    <p:sldId id="323" r:id="rId54"/>
    <p:sldId id="324" r:id="rId55"/>
    <p:sldId id="325" r:id="rId56"/>
    <p:sldId id="327" r:id="rId57"/>
    <p:sldId id="328" r:id="rId58"/>
    <p:sldId id="365" r:id="rId59"/>
    <p:sldId id="270" r:id="rId60"/>
    <p:sldId id="331" r:id="rId61"/>
    <p:sldId id="332" r:id="rId62"/>
    <p:sldId id="338" r:id="rId63"/>
    <p:sldId id="339" r:id="rId64"/>
    <p:sldId id="340" r:id="rId65"/>
    <p:sldId id="341" r:id="rId66"/>
    <p:sldId id="349" r:id="rId67"/>
    <p:sldId id="342" r:id="rId68"/>
    <p:sldId id="344" r:id="rId69"/>
    <p:sldId id="345" r:id="rId70"/>
    <p:sldId id="346" r:id="rId71"/>
    <p:sldId id="347" r:id="rId72"/>
    <p:sldId id="348" r:id="rId73"/>
    <p:sldId id="350" r:id="rId74"/>
    <p:sldId id="352" r:id="rId75"/>
    <p:sldId id="353" r:id="rId76"/>
    <p:sldId id="354" r:id="rId77"/>
    <p:sldId id="355" r:id="rId78"/>
    <p:sldId id="357" r:id="rId79"/>
    <p:sldId id="356" r:id="rId80"/>
    <p:sldId id="358" r:id="rId81"/>
    <p:sldId id="360" r:id="rId82"/>
    <p:sldId id="361" r:id="rId83"/>
    <p:sldId id="366" r:id="rId84"/>
    <p:sldId id="368" r:id="rId85"/>
    <p:sldId id="369" r:id="rId86"/>
    <p:sldId id="370" r:id="rId87"/>
  </p:sldIdLst>
  <p:sldSz cx="9144000" cy="6858000" type="screen4x3"/>
  <p:notesSz cx="7099300" cy="10234613"/>
  <p:defaultTextStyle>
    <a:defPPr>
      <a:defRPr lang="zh-CN"/>
    </a:defPPr>
    <a:lvl1pPr algn="l" rtl="0" fontAlgn="base">
      <a:spcBef>
        <a:spcPct val="0"/>
      </a:spcBef>
      <a:spcAft>
        <a:spcPct val="0"/>
      </a:spcAft>
      <a:defRPr kern="1200">
        <a:solidFill>
          <a:schemeClr val="tx1"/>
        </a:solidFill>
        <a:latin typeface="Calibri" pitchFamily="34" charset="0"/>
        <a:ea typeface="宋体" pitchFamily="2" charset="-122"/>
        <a:cs typeface="+mn-cs"/>
      </a:defRPr>
    </a:lvl1pPr>
    <a:lvl2pPr marL="457200" algn="l" rtl="0" fontAlgn="base">
      <a:spcBef>
        <a:spcPct val="0"/>
      </a:spcBef>
      <a:spcAft>
        <a:spcPct val="0"/>
      </a:spcAft>
      <a:defRPr kern="1200">
        <a:solidFill>
          <a:schemeClr val="tx1"/>
        </a:solidFill>
        <a:latin typeface="Calibri" pitchFamily="34" charset="0"/>
        <a:ea typeface="宋体" pitchFamily="2" charset="-122"/>
        <a:cs typeface="+mn-cs"/>
      </a:defRPr>
    </a:lvl2pPr>
    <a:lvl3pPr marL="914400" algn="l" rtl="0" fontAlgn="base">
      <a:spcBef>
        <a:spcPct val="0"/>
      </a:spcBef>
      <a:spcAft>
        <a:spcPct val="0"/>
      </a:spcAft>
      <a:defRPr kern="1200">
        <a:solidFill>
          <a:schemeClr val="tx1"/>
        </a:solidFill>
        <a:latin typeface="Calibri" pitchFamily="34" charset="0"/>
        <a:ea typeface="宋体" pitchFamily="2" charset="-122"/>
        <a:cs typeface="+mn-cs"/>
      </a:defRPr>
    </a:lvl3pPr>
    <a:lvl4pPr marL="1371600" algn="l" rtl="0" fontAlgn="base">
      <a:spcBef>
        <a:spcPct val="0"/>
      </a:spcBef>
      <a:spcAft>
        <a:spcPct val="0"/>
      </a:spcAft>
      <a:defRPr kern="1200">
        <a:solidFill>
          <a:schemeClr val="tx1"/>
        </a:solidFill>
        <a:latin typeface="Calibri" pitchFamily="34" charset="0"/>
        <a:ea typeface="宋体" pitchFamily="2" charset="-122"/>
        <a:cs typeface="+mn-cs"/>
      </a:defRPr>
    </a:lvl4pPr>
    <a:lvl5pPr marL="1828800" algn="l" rtl="0" fontAlgn="base">
      <a:spcBef>
        <a:spcPct val="0"/>
      </a:spcBef>
      <a:spcAft>
        <a:spcPct val="0"/>
      </a:spcAft>
      <a:defRPr kern="1200">
        <a:solidFill>
          <a:schemeClr val="tx1"/>
        </a:solidFill>
        <a:latin typeface="Calibri" pitchFamily="34" charset="0"/>
        <a:ea typeface="宋体" pitchFamily="2" charset="-122"/>
        <a:cs typeface="+mn-cs"/>
      </a:defRPr>
    </a:lvl5pPr>
    <a:lvl6pPr marL="2286000" algn="l" defTabSz="914400" rtl="0" eaLnBrk="1" latinLnBrk="0" hangingPunct="1">
      <a:defRPr kern="1200">
        <a:solidFill>
          <a:schemeClr val="tx1"/>
        </a:solidFill>
        <a:latin typeface="Calibri" pitchFamily="34" charset="0"/>
        <a:ea typeface="宋体" pitchFamily="2" charset="-122"/>
        <a:cs typeface="+mn-cs"/>
      </a:defRPr>
    </a:lvl6pPr>
    <a:lvl7pPr marL="2743200" algn="l" defTabSz="914400" rtl="0" eaLnBrk="1" latinLnBrk="0" hangingPunct="1">
      <a:defRPr kern="1200">
        <a:solidFill>
          <a:schemeClr val="tx1"/>
        </a:solidFill>
        <a:latin typeface="Calibri" pitchFamily="34" charset="0"/>
        <a:ea typeface="宋体" pitchFamily="2" charset="-122"/>
        <a:cs typeface="+mn-cs"/>
      </a:defRPr>
    </a:lvl7pPr>
    <a:lvl8pPr marL="3200400" algn="l" defTabSz="914400" rtl="0" eaLnBrk="1" latinLnBrk="0" hangingPunct="1">
      <a:defRPr kern="1200">
        <a:solidFill>
          <a:schemeClr val="tx1"/>
        </a:solidFill>
        <a:latin typeface="Calibri" pitchFamily="34" charset="0"/>
        <a:ea typeface="宋体" pitchFamily="2" charset="-122"/>
        <a:cs typeface="+mn-cs"/>
      </a:defRPr>
    </a:lvl8pPr>
    <a:lvl9pPr marL="3657600" algn="l" defTabSz="914400" rtl="0" eaLnBrk="1" latinLnBrk="0" hangingPunct="1">
      <a:defRPr kern="1200">
        <a:solidFill>
          <a:schemeClr val="tx1"/>
        </a:solidFill>
        <a:latin typeface="Calibri" pitchFamily="34" charset="0"/>
        <a:ea typeface="宋体" pitchFamily="2" charset="-122"/>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clrMru>
    <a:srgbClr val="009BFF"/>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vertBarState="maximized">
    <p:restoredLeft sz="10063" autoAdjust="0"/>
    <p:restoredTop sz="72801" autoAdjust="0"/>
  </p:normalViewPr>
  <p:slideViewPr>
    <p:cSldViewPr>
      <p:cViewPr varScale="1">
        <p:scale>
          <a:sx n="82" d="100"/>
          <a:sy n="82" d="100"/>
        </p:scale>
        <p:origin x="-2454" y="-90"/>
      </p:cViewPr>
      <p:guideLst>
        <p:guide orient="horz" pos="2160"/>
        <p:guide pos="2880"/>
      </p:guideLst>
    </p:cSldViewPr>
  </p:slideViewPr>
  <p:notesTextViewPr>
    <p:cViewPr>
      <p:scale>
        <a:sx n="200" d="100"/>
        <a:sy n="200" d="100"/>
      </p:scale>
      <p:origin x="0" y="0"/>
    </p:cViewPr>
  </p:notesTextViewPr>
  <p:sorterViewPr>
    <p:cViewPr>
      <p:scale>
        <a:sx n="100" d="100"/>
        <a:sy n="100" d="100"/>
      </p:scale>
      <p:origin x="0" y="0"/>
    </p:cViewPr>
  </p:sorterViewPr>
  <p:gridSpacing cx="72008" cy="72008"/>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9" Type="http://schemas.openxmlformats.org/officeDocument/2006/relationships/slide" Target="slides/slide38.xml"/><Relationship Id="rId21" Type="http://schemas.openxmlformats.org/officeDocument/2006/relationships/slide" Target="slides/slide20.xml"/><Relationship Id="rId34" Type="http://schemas.openxmlformats.org/officeDocument/2006/relationships/slide" Target="slides/slide33.xml"/><Relationship Id="rId42" Type="http://schemas.openxmlformats.org/officeDocument/2006/relationships/slide" Target="slides/slide41.xml"/><Relationship Id="rId47" Type="http://schemas.openxmlformats.org/officeDocument/2006/relationships/slide" Target="slides/slide46.xml"/><Relationship Id="rId50" Type="http://schemas.openxmlformats.org/officeDocument/2006/relationships/slide" Target="slides/slide49.xml"/><Relationship Id="rId55" Type="http://schemas.openxmlformats.org/officeDocument/2006/relationships/slide" Target="slides/slide54.xml"/><Relationship Id="rId63" Type="http://schemas.openxmlformats.org/officeDocument/2006/relationships/slide" Target="slides/slide62.xml"/><Relationship Id="rId68" Type="http://schemas.openxmlformats.org/officeDocument/2006/relationships/slide" Target="slides/slide67.xml"/><Relationship Id="rId76" Type="http://schemas.openxmlformats.org/officeDocument/2006/relationships/slide" Target="slides/slide75.xml"/><Relationship Id="rId84" Type="http://schemas.openxmlformats.org/officeDocument/2006/relationships/slide" Target="slides/slide83.xml"/><Relationship Id="rId89" Type="http://schemas.openxmlformats.org/officeDocument/2006/relationships/presProps" Target="presProps.xml"/><Relationship Id="rId7" Type="http://schemas.openxmlformats.org/officeDocument/2006/relationships/slide" Target="slides/slide6.xml"/><Relationship Id="rId71" Type="http://schemas.openxmlformats.org/officeDocument/2006/relationships/slide" Target="slides/slide70.xml"/><Relationship Id="rId92" Type="http://schemas.openxmlformats.org/officeDocument/2006/relationships/tableStyles" Target="tableStyles.xml"/><Relationship Id="rId2" Type="http://schemas.openxmlformats.org/officeDocument/2006/relationships/slide" Target="slides/slide1.xml"/><Relationship Id="rId16" Type="http://schemas.openxmlformats.org/officeDocument/2006/relationships/slide" Target="slides/slide15.xml"/><Relationship Id="rId29" Type="http://schemas.openxmlformats.org/officeDocument/2006/relationships/slide" Target="slides/slide28.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slide" Target="slides/slide36.xml"/><Relationship Id="rId40" Type="http://schemas.openxmlformats.org/officeDocument/2006/relationships/slide" Target="slides/slide39.xml"/><Relationship Id="rId45" Type="http://schemas.openxmlformats.org/officeDocument/2006/relationships/slide" Target="slides/slide44.xml"/><Relationship Id="rId53" Type="http://schemas.openxmlformats.org/officeDocument/2006/relationships/slide" Target="slides/slide52.xml"/><Relationship Id="rId58" Type="http://schemas.openxmlformats.org/officeDocument/2006/relationships/slide" Target="slides/slide57.xml"/><Relationship Id="rId66" Type="http://schemas.openxmlformats.org/officeDocument/2006/relationships/slide" Target="slides/slide65.xml"/><Relationship Id="rId74" Type="http://schemas.openxmlformats.org/officeDocument/2006/relationships/slide" Target="slides/slide73.xml"/><Relationship Id="rId79" Type="http://schemas.openxmlformats.org/officeDocument/2006/relationships/slide" Target="slides/slide78.xml"/><Relationship Id="rId87" Type="http://schemas.openxmlformats.org/officeDocument/2006/relationships/slide" Target="slides/slide86.xml"/><Relationship Id="rId5" Type="http://schemas.openxmlformats.org/officeDocument/2006/relationships/slide" Target="slides/slide4.xml"/><Relationship Id="rId61" Type="http://schemas.openxmlformats.org/officeDocument/2006/relationships/slide" Target="slides/slide60.xml"/><Relationship Id="rId82" Type="http://schemas.openxmlformats.org/officeDocument/2006/relationships/slide" Target="slides/slide81.xml"/><Relationship Id="rId90" Type="http://schemas.openxmlformats.org/officeDocument/2006/relationships/viewProps" Target="viewProps.xml"/><Relationship Id="rId19" Type="http://schemas.openxmlformats.org/officeDocument/2006/relationships/slide" Target="slides/slide1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43" Type="http://schemas.openxmlformats.org/officeDocument/2006/relationships/slide" Target="slides/slide42.xml"/><Relationship Id="rId48" Type="http://schemas.openxmlformats.org/officeDocument/2006/relationships/slide" Target="slides/slide47.xml"/><Relationship Id="rId56" Type="http://schemas.openxmlformats.org/officeDocument/2006/relationships/slide" Target="slides/slide55.xml"/><Relationship Id="rId64" Type="http://schemas.openxmlformats.org/officeDocument/2006/relationships/slide" Target="slides/slide63.xml"/><Relationship Id="rId69" Type="http://schemas.openxmlformats.org/officeDocument/2006/relationships/slide" Target="slides/slide68.xml"/><Relationship Id="rId77" Type="http://schemas.openxmlformats.org/officeDocument/2006/relationships/slide" Target="slides/slide76.xml"/><Relationship Id="rId8" Type="http://schemas.openxmlformats.org/officeDocument/2006/relationships/slide" Target="slides/slide7.xml"/><Relationship Id="rId51" Type="http://schemas.openxmlformats.org/officeDocument/2006/relationships/slide" Target="slides/slide50.xml"/><Relationship Id="rId72" Type="http://schemas.openxmlformats.org/officeDocument/2006/relationships/slide" Target="slides/slide71.xml"/><Relationship Id="rId80" Type="http://schemas.openxmlformats.org/officeDocument/2006/relationships/slide" Target="slides/slide79.xml"/><Relationship Id="rId85" Type="http://schemas.openxmlformats.org/officeDocument/2006/relationships/slide" Target="slides/slide84.xml"/><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slide" Target="slides/slide37.xml"/><Relationship Id="rId46" Type="http://schemas.openxmlformats.org/officeDocument/2006/relationships/slide" Target="slides/slide45.xml"/><Relationship Id="rId59" Type="http://schemas.openxmlformats.org/officeDocument/2006/relationships/slide" Target="slides/slide58.xml"/><Relationship Id="rId67" Type="http://schemas.openxmlformats.org/officeDocument/2006/relationships/slide" Target="slides/slide66.xml"/><Relationship Id="rId20" Type="http://schemas.openxmlformats.org/officeDocument/2006/relationships/slide" Target="slides/slide19.xml"/><Relationship Id="rId41" Type="http://schemas.openxmlformats.org/officeDocument/2006/relationships/slide" Target="slides/slide40.xml"/><Relationship Id="rId54" Type="http://schemas.openxmlformats.org/officeDocument/2006/relationships/slide" Target="slides/slide53.xml"/><Relationship Id="rId62" Type="http://schemas.openxmlformats.org/officeDocument/2006/relationships/slide" Target="slides/slide61.xml"/><Relationship Id="rId70" Type="http://schemas.openxmlformats.org/officeDocument/2006/relationships/slide" Target="slides/slide69.xml"/><Relationship Id="rId75" Type="http://schemas.openxmlformats.org/officeDocument/2006/relationships/slide" Target="slides/slide74.xml"/><Relationship Id="rId83" Type="http://schemas.openxmlformats.org/officeDocument/2006/relationships/slide" Target="slides/slide82.xml"/><Relationship Id="rId88" Type="http://schemas.openxmlformats.org/officeDocument/2006/relationships/notesMaster" Target="notesMasters/notesMaster1.xml"/><Relationship Id="rId91" Type="http://schemas.openxmlformats.org/officeDocument/2006/relationships/theme" Target="theme/theme1.xml"/><Relationship Id="rId1" Type="http://schemas.openxmlformats.org/officeDocument/2006/relationships/slideMaster" Target="slideMasters/slideMaster1.xml"/><Relationship Id="rId6" Type="http://schemas.openxmlformats.org/officeDocument/2006/relationships/slide" Target="slides/slide5.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49" Type="http://schemas.openxmlformats.org/officeDocument/2006/relationships/slide" Target="slides/slide48.xml"/><Relationship Id="rId57" Type="http://schemas.openxmlformats.org/officeDocument/2006/relationships/slide" Target="slides/slide56.xml"/><Relationship Id="rId10" Type="http://schemas.openxmlformats.org/officeDocument/2006/relationships/slide" Target="slides/slide9.xml"/><Relationship Id="rId31" Type="http://schemas.openxmlformats.org/officeDocument/2006/relationships/slide" Target="slides/slide30.xml"/><Relationship Id="rId44" Type="http://schemas.openxmlformats.org/officeDocument/2006/relationships/slide" Target="slides/slide43.xml"/><Relationship Id="rId52" Type="http://schemas.openxmlformats.org/officeDocument/2006/relationships/slide" Target="slides/slide51.xml"/><Relationship Id="rId60" Type="http://schemas.openxmlformats.org/officeDocument/2006/relationships/slide" Target="slides/slide59.xml"/><Relationship Id="rId65" Type="http://schemas.openxmlformats.org/officeDocument/2006/relationships/slide" Target="slides/slide64.xml"/><Relationship Id="rId73" Type="http://schemas.openxmlformats.org/officeDocument/2006/relationships/slide" Target="slides/slide72.xml"/><Relationship Id="rId78" Type="http://schemas.openxmlformats.org/officeDocument/2006/relationships/slide" Target="slides/slide77.xml"/><Relationship Id="rId81" Type="http://schemas.openxmlformats.org/officeDocument/2006/relationships/slide" Target="slides/slide80.xml"/><Relationship Id="rId86" Type="http://schemas.openxmlformats.org/officeDocument/2006/relationships/slide" Target="slides/slide85.xml"/><Relationship Id="rId4" Type="http://schemas.openxmlformats.org/officeDocument/2006/relationships/slide" Target="slides/slide3.xml"/><Relationship Id="rId9" Type="http://schemas.openxmlformats.org/officeDocument/2006/relationships/slide" Target="slides/slide8.xml"/></Relationships>
</file>

<file path=ppt/drawings/_rels/vmlDrawing1.vml.rels><?xml version="1.0" encoding="UTF-8" standalone="yes"?>
<Relationships xmlns="http://schemas.openxmlformats.org/package/2006/relationships"><Relationship Id="rId1" Type="http://schemas.openxmlformats.org/officeDocument/2006/relationships/image" Target="../media/image4.emf"/></Relationships>
</file>

<file path=ppt/drawings/_rels/vmlDrawing2.vml.rels><?xml version="1.0" encoding="UTF-8" standalone="yes"?>
<Relationships xmlns="http://schemas.openxmlformats.org/package/2006/relationships"><Relationship Id="rId3" Type="http://schemas.openxmlformats.org/officeDocument/2006/relationships/image" Target="../media/image12.emf"/><Relationship Id="rId2" Type="http://schemas.openxmlformats.org/officeDocument/2006/relationships/image" Target="../media/image11.emf"/><Relationship Id="rId1" Type="http://schemas.openxmlformats.org/officeDocument/2006/relationships/image" Target="../media/image10.emf"/></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2" name="页眉占位符 1"/>
          <p:cNvSpPr>
            <a:spLocks noGrp="1"/>
          </p:cNvSpPr>
          <p:nvPr>
            <p:ph type="hdr" sz="quarter"/>
          </p:nvPr>
        </p:nvSpPr>
        <p:spPr>
          <a:xfrm>
            <a:off x="0" y="0"/>
            <a:ext cx="3076363" cy="511731"/>
          </a:xfrm>
          <a:prstGeom prst="rect">
            <a:avLst/>
          </a:prstGeom>
        </p:spPr>
        <p:txBody>
          <a:bodyPr vert="horz" lIns="99048" tIns="49524" rIns="99048" bIns="49524" rtlCol="0"/>
          <a:lstStyle>
            <a:lvl1pPr algn="l">
              <a:defRPr sz="1300">
                <a:ea typeface="宋体" charset="-122"/>
              </a:defRPr>
            </a:lvl1pPr>
          </a:lstStyle>
          <a:p>
            <a:pPr>
              <a:defRPr/>
            </a:pPr>
            <a:endParaRPr lang="zh-CN" altLang="en-US"/>
          </a:p>
        </p:txBody>
      </p:sp>
      <p:sp>
        <p:nvSpPr>
          <p:cNvPr id="3" name="日期占位符 2"/>
          <p:cNvSpPr>
            <a:spLocks noGrp="1"/>
          </p:cNvSpPr>
          <p:nvPr>
            <p:ph type="dt" idx="1"/>
          </p:nvPr>
        </p:nvSpPr>
        <p:spPr>
          <a:xfrm>
            <a:off x="4021294" y="0"/>
            <a:ext cx="3076363" cy="511731"/>
          </a:xfrm>
          <a:prstGeom prst="rect">
            <a:avLst/>
          </a:prstGeom>
        </p:spPr>
        <p:txBody>
          <a:bodyPr vert="horz" lIns="99048" tIns="49524" rIns="99048" bIns="49524" rtlCol="0"/>
          <a:lstStyle>
            <a:lvl1pPr algn="r">
              <a:defRPr sz="1300">
                <a:ea typeface="宋体" charset="-122"/>
              </a:defRPr>
            </a:lvl1pPr>
          </a:lstStyle>
          <a:p>
            <a:pPr>
              <a:defRPr/>
            </a:pPr>
            <a:fld id="{EB580907-92B2-4DB0-BD61-21554408DFB5}" type="datetimeFigureOut">
              <a:rPr lang="zh-CN" altLang="en-US"/>
              <a:pPr>
                <a:defRPr/>
              </a:pPr>
              <a:t>2016/9/25</a:t>
            </a:fld>
            <a:endParaRPr lang="zh-CN" altLang="en-US"/>
          </a:p>
        </p:txBody>
      </p:sp>
      <p:sp>
        <p:nvSpPr>
          <p:cNvPr id="4" name="幻灯片图像占位符 3"/>
          <p:cNvSpPr>
            <a:spLocks noGrp="1" noRot="1" noChangeAspect="1"/>
          </p:cNvSpPr>
          <p:nvPr>
            <p:ph type="sldImg" idx="2"/>
          </p:nvPr>
        </p:nvSpPr>
        <p:spPr>
          <a:xfrm>
            <a:off x="992188" y="768350"/>
            <a:ext cx="5114925" cy="3836988"/>
          </a:xfrm>
          <a:prstGeom prst="rect">
            <a:avLst/>
          </a:prstGeom>
          <a:noFill/>
          <a:ln w="12700">
            <a:solidFill>
              <a:prstClr val="black"/>
            </a:solidFill>
          </a:ln>
        </p:spPr>
        <p:txBody>
          <a:bodyPr vert="horz" lIns="99048" tIns="49524" rIns="99048" bIns="49524" rtlCol="0" anchor="ctr"/>
          <a:lstStyle/>
          <a:p>
            <a:pPr lvl="0"/>
            <a:endParaRPr lang="zh-CN" altLang="en-US" noProof="0" smtClean="0"/>
          </a:p>
        </p:txBody>
      </p:sp>
      <p:sp>
        <p:nvSpPr>
          <p:cNvPr id="5" name="备注占位符 4"/>
          <p:cNvSpPr>
            <a:spLocks noGrp="1"/>
          </p:cNvSpPr>
          <p:nvPr>
            <p:ph type="body" sz="quarter" idx="3"/>
          </p:nvPr>
        </p:nvSpPr>
        <p:spPr>
          <a:xfrm>
            <a:off x="709930" y="4861441"/>
            <a:ext cx="5679440" cy="4605576"/>
          </a:xfrm>
          <a:prstGeom prst="rect">
            <a:avLst/>
          </a:prstGeom>
        </p:spPr>
        <p:txBody>
          <a:bodyPr vert="horz" lIns="99048" tIns="49524" rIns="99048" bIns="49524" rtlCol="0"/>
          <a:lstStyle/>
          <a:p>
            <a:pPr lvl="0"/>
            <a:r>
              <a:rPr lang="zh-CN" altLang="en-US" noProof="0" smtClean="0"/>
              <a:t>单击此处编辑母版文本样式</a:t>
            </a:r>
          </a:p>
          <a:p>
            <a:pPr lvl="1"/>
            <a:r>
              <a:rPr lang="zh-CN" altLang="en-US" noProof="0" smtClean="0"/>
              <a:t>第二级</a:t>
            </a:r>
          </a:p>
          <a:p>
            <a:pPr lvl="2"/>
            <a:r>
              <a:rPr lang="zh-CN" altLang="en-US" noProof="0" smtClean="0"/>
              <a:t>第三级</a:t>
            </a:r>
          </a:p>
          <a:p>
            <a:pPr lvl="3"/>
            <a:r>
              <a:rPr lang="zh-CN" altLang="en-US" noProof="0" smtClean="0"/>
              <a:t>第四级</a:t>
            </a:r>
          </a:p>
          <a:p>
            <a:pPr lvl="4"/>
            <a:r>
              <a:rPr lang="zh-CN" altLang="en-US" noProof="0" smtClean="0"/>
              <a:t>第五级</a:t>
            </a:r>
          </a:p>
        </p:txBody>
      </p:sp>
      <p:sp>
        <p:nvSpPr>
          <p:cNvPr id="6" name="页脚占位符 5"/>
          <p:cNvSpPr>
            <a:spLocks noGrp="1"/>
          </p:cNvSpPr>
          <p:nvPr>
            <p:ph type="ftr" sz="quarter" idx="4"/>
          </p:nvPr>
        </p:nvSpPr>
        <p:spPr>
          <a:xfrm>
            <a:off x="0" y="9721106"/>
            <a:ext cx="3076363" cy="511731"/>
          </a:xfrm>
          <a:prstGeom prst="rect">
            <a:avLst/>
          </a:prstGeom>
        </p:spPr>
        <p:txBody>
          <a:bodyPr vert="horz" lIns="99048" tIns="49524" rIns="99048" bIns="49524" rtlCol="0" anchor="b"/>
          <a:lstStyle>
            <a:lvl1pPr algn="l">
              <a:defRPr sz="1300">
                <a:ea typeface="宋体" charset="-122"/>
              </a:defRPr>
            </a:lvl1pPr>
          </a:lstStyle>
          <a:p>
            <a:pPr>
              <a:defRPr/>
            </a:pPr>
            <a:endParaRPr lang="zh-CN" altLang="en-US"/>
          </a:p>
        </p:txBody>
      </p:sp>
      <p:sp>
        <p:nvSpPr>
          <p:cNvPr id="7" name="灯片编号占位符 6"/>
          <p:cNvSpPr>
            <a:spLocks noGrp="1"/>
          </p:cNvSpPr>
          <p:nvPr>
            <p:ph type="sldNum" sz="quarter" idx="5"/>
          </p:nvPr>
        </p:nvSpPr>
        <p:spPr>
          <a:xfrm>
            <a:off x="4021294" y="9721106"/>
            <a:ext cx="3076363" cy="511731"/>
          </a:xfrm>
          <a:prstGeom prst="rect">
            <a:avLst/>
          </a:prstGeom>
        </p:spPr>
        <p:txBody>
          <a:bodyPr vert="horz" lIns="99048" tIns="49524" rIns="99048" bIns="49524" rtlCol="0" anchor="b"/>
          <a:lstStyle>
            <a:lvl1pPr algn="r">
              <a:defRPr sz="1300">
                <a:ea typeface="宋体" charset="-122"/>
              </a:defRPr>
            </a:lvl1pPr>
          </a:lstStyle>
          <a:p>
            <a:pPr>
              <a:defRPr/>
            </a:pPr>
            <a:fld id="{8E0EE677-867B-47A8-8A3F-CB96BBD465DB}" type="slidenum">
              <a:rPr lang="zh-CN" altLang="en-US"/>
              <a:pPr>
                <a:defRPr/>
              </a:pPr>
              <a:t>‹#›</a:t>
            </a:fld>
            <a:endParaRPr lang="zh-CN" altLang="en-US"/>
          </a:p>
        </p:txBody>
      </p:sp>
    </p:spTree>
    <p:extLst>
      <p:ext uri="{BB962C8B-B14F-4D97-AF65-F5344CB8AC3E}">
        <p14:creationId xmlns:p14="http://schemas.microsoft.com/office/powerpoint/2010/main" val="1653292654"/>
      </p:ext>
    </p:extLst>
  </p:cSld>
  <p:clrMap bg1="lt1" tx1="dk1" bg2="lt2" tx2="dk2" accent1="accent1" accent2="accent2" accent3="accent3" accent4="accent4" accent5="accent5" accent6="accent6" hlink="hlink" folHlink="folHlink"/>
  <p:notesStyle>
    <a:lvl1pPr algn="l" rtl="0" eaLnBrk="0" fontAlgn="base" hangingPunct="0">
      <a:spcBef>
        <a:spcPct val="30000"/>
      </a:spcBef>
      <a:spcAft>
        <a:spcPct val="0"/>
      </a:spcAft>
      <a:defRPr sz="1200" kern="1200">
        <a:solidFill>
          <a:schemeClr val="tx1"/>
        </a:solidFill>
        <a:latin typeface="+mn-lt"/>
        <a:ea typeface="+mn-ea"/>
        <a:cs typeface="+mn-cs"/>
      </a:defRPr>
    </a:lvl1pPr>
    <a:lvl2pPr marL="457200" algn="l" rtl="0" eaLnBrk="0" fontAlgn="base" hangingPunct="0">
      <a:spcBef>
        <a:spcPct val="30000"/>
      </a:spcBef>
      <a:spcAft>
        <a:spcPct val="0"/>
      </a:spcAft>
      <a:defRPr sz="1200" kern="1200">
        <a:solidFill>
          <a:schemeClr val="tx1"/>
        </a:solidFill>
        <a:latin typeface="+mn-lt"/>
        <a:ea typeface="+mn-ea"/>
        <a:cs typeface="+mn-cs"/>
      </a:defRPr>
    </a:lvl2pPr>
    <a:lvl3pPr marL="914400" algn="l" rtl="0" eaLnBrk="0" fontAlgn="base" hangingPunct="0">
      <a:spcBef>
        <a:spcPct val="30000"/>
      </a:spcBef>
      <a:spcAft>
        <a:spcPct val="0"/>
      </a:spcAft>
      <a:defRPr sz="1200" kern="1200">
        <a:solidFill>
          <a:schemeClr val="tx1"/>
        </a:solidFill>
        <a:latin typeface="+mn-lt"/>
        <a:ea typeface="+mn-ea"/>
        <a:cs typeface="+mn-cs"/>
      </a:defRPr>
    </a:lvl3pPr>
    <a:lvl4pPr marL="1371600" algn="l" rtl="0" eaLnBrk="0" fontAlgn="base" hangingPunct="0">
      <a:spcBef>
        <a:spcPct val="30000"/>
      </a:spcBef>
      <a:spcAft>
        <a:spcPct val="0"/>
      </a:spcAft>
      <a:defRPr sz="1200" kern="1200">
        <a:solidFill>
          <a:schemeClr val="tx1"/>
        </a:solidFill>
        <a:latin typeface="+mn-lt"/>
        <a:ea typeface="+mn-ea"/>
        <a:cs typeface="+mn-cs"/>
      </a:defRPr>
    </a:lvl4pPr>
    <a:lvl5pPr marL="1828800" algn="l" rtl="0" eaLnBrk="0" fontAlgn="base" hangingPunct="0">
      <a:spcBef>
        <a:spcPct val="30000"/>
      </a:spcBef>
      <a:spcAft>
        <a:spcPct val="0"/>
      </a:spcAft>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26.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28.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29.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33.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34.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35.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38.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41.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48.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49.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50.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53.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54.xml"/><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2" Type="http://schemas.openxmlformats.org/officeDocument/2006/relationships/slide" Target="../slides/slide55.xml"/><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2" Type="http://schemas.openxmlformats.org/officeDocument/2006/relationships/slide" Target="../slides/slide56.xml"/><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2" Type="http://schemas.openxmlformats.org/officeDocument/2006/relationships/slide" Target="../slides/slide59.xml"/><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2" Type="http://schemas.openxmlformats.org/officeDocument/2006/relationships/slide" Target="../slides/slide62.xml"/><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2" Type="http://schemas.openxmlformats.org/officeDocument/2006/relationships/slide" Target="../slides/slide64.xml"/><Relationship Id="rId1" Type="http://schemas.openxmlformats.org/officeDocument/2006/relationships/notesMaster" Target="../notesMasters/notesMaster1.xml"/></Relationships>
</file>

<file path=ppt/notesSlides/_rels/notesSlide29.xml.rels><?xml version="1.0" encoding="UTF-8" standalone="yes"?>
<Relationships xmlns="http://schemas.openxmlformats.org/package/2006/relationships"><Relationship Id="rId2" Type="http://schemas.openxmlformats.org/officeDocument/2006/relationships/slide" Target="../slides/slide65.xml"/><Relationship Id="rId1" Type="http://schemas.openxmlformats.org/officeDocument/2006/relationships/notesMaster" Target="../notesMasters/notesMaster1.xml"/></Relationships>
</file>

<file path=ppt/notesSlides/_rels/notesSlide30.xml.rels><?xml version="1.0" encoding="UTF-8" standalone="yes"?>
<Relationships xmlns="http://schemas.openxmlformats.org/package/2006/relationships"><Relationship Id="rId2" Type="http://schemas.openxmlformats.org/officeDocument/2006/relationships/slide" Target="../slides/slide66.xml"/><Relationship Id="rId1" Type="http://schemas.openxmlformats.org/officeDocument/2006/relationships/notesMaster" Target="../notesMasters/notesMaster1.xml"/></Relationships>
</file>

<file path=ppt/notesSlides/_rels/notesSlide31.xml.rels><?xml version="1.0" encoding="UTF-8" standalone="yes"?>
<Relationships xmlns="http://schemas.openxmlformats.org/package/2006/relationships"><Relationship Id="rId2" Type="http://schemas.openxmlformats.org/officeDocument/2006/relationships/slide" Target="../slides/slide67.xml"/><Relationship Id="rId1" Type="http://schemas.openxmlformats.org/officeDocument/2006/relationships/notesMaster" Target="../notesMasters/notesMaster1.xml"/></Relationships>
</file>

<file path=ppt/notesSlides/_rels/notesSlide32.xml.rels><?xml version="1.0" encoding="UTF-8" standalone="yes"?>
<Relationships xmlns="http://schemas.openxmlformats.org/package/2006/relationships"><Relationship Id="rId2" Type="http://schemas.openxmlformats.org/officeDocument/2006/relationships/slide" Target="../slides/slide68.xml"/><Relationship Id="rId1" Type="http://schemas.openxmlformats.org/officeDocument/2006/relationships/notesMaster" Target="../notesMasters/notesMaster1.xml"/></Relationships>
</file>

<file path=ppt/notesSlides/_rels/notesSlide33.xml.rels><?xml version="1.0" encoding="UTF-8" standalone="yes"?>
<Relationships xmlns="http://schemas.openxmlformats.org/package/2006/relationships"><Relationship Id="rId2" Type="http://schemas.openxmlformats.org/officeDocument/2006/relationships/slide" Target="../slides/slide69.xml"/><Relationship Id="rId1" Type="http://schemas.openxmlformats.org/officeDocument/2006/relationships/notesMaster" Target="../notesMasters/notesMaster1.xml"/></Relationships>
</file>

<file path=ppt/notesSlides/_rels/notesSlide34.xml.rels><?xml version="1.0" encoding="UTF-8" standalone="yes"?>
<Relationships xmlns="http://schemas.openxmlformats.org/package/2006/relationships"><Relationship Id="rId2" Type="http://schemas.openxmlformats.org/officeDocument/2006/relationships/slide" Target="../slides/slide76.xml"/><Relationship Id="rId1" Type="http://schemas.openxmlformats.org/officeDocument/2006/relationships/notesMaster" Target="../notesMasters/notesMaster1.xml"/></Relationships>
</file>

<file path=ppt/notesSlides/_rels/notesSlide35.xml.rels><?xml version="1.0" encoding="UTF-8" standalone="yes"?>
<Relationships xmlns="http://schemas.openxmlformats.org/package/2006/relationships"><Relationship Id="rId2" Type="http://schemas.openxmlformats.org/officeDocument/2006/relationships/slide" Target="../slides/slide83.xml"/><Relationship Id="rId1" Type="http://schemas.openxmlformats.org/officeDocument/2006/relationships/notesMaster" Target="../notesMasters/notesMaster1.xml"/></Relationships>
</file>

<file path=ppt/notesSlides/_rels/notesSlide36.xml.rels><?xml version="1.0" encoding="UTF-8" standalone="yes"?>
<Relationships xmlns="http://schemas.openxmlformats.org/package/2006/relationships"><Relationship Id="rId2" Type="http://schemas.openxmlformats.org/officeDocument/2006/relationships/slide" Target="../slides/slide84.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3666" name="幻灯片图像占位符 1"/>
          <p:cNvSpPr>
            <a:spLocks noGrp="1" noRot="1" noChangeAspect="1" noTextEdit="1"/>
          </p:cNvSpPr>
          <p:nvPr>
            <p:ph type="sldImg"/>
          </p:nvPr>
        </p:nvSpPr>
        <p:spPr bwMode="auto">
          <a:noFill/>
          <a:ln>
            <a:solidFill>
              <a:srgbClr val="000000"/>
            </a:solidFill>
            <a:miter lim="800000"/>
            <a:headEnd/>
            <a:tailEnd/>
          </a:ln>
          <a:extLst>
            <a:ext uri="{909E8E84-426E-40DD-AFC4-6F175D3DCCD1}">
              <a14:hiddenFill xmlns:a14="http://schemas.microsoft.com/office/drawing/2010/main">
                <a:solidFill>
                  <a:srgbClr val="FFFFFF"/>
                </a:solidFill>
              </a14:hiddenFill>
            </a:ext>
          </a:extLst>
        </p:spPr>
      </p:sp>
      <p:sp>
        <p:nvSpPr>
          <p:cNvPr id="113667" name="备注占位符 2"/>
          <p:cNvSpPr>
            <a:spLocks noGrp="1"/>
          </p:cNvSpPr>
          <p:nvPr>
            <p:ph type="body" idx="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t" anchorCtr="0" compatLnSpc="1">
            <a:prstTxWarp prst="textNoShape">
              <a:avLst/>
            </a:prstTxWarp>
          </a:bodyPr>
          <a:lstStyle/>
          <a:p>
            <a:pPr eaLnBrk="1" hangingPunct="1"/>
            <a:endParaRPr lang="zh-CN" altLang="en-US" smtClean="0"/>
          </a:p>
        </p:txBody>
      </p:sp>
      <p:sp>
        <p:nvSpPr>
          <p:cNvPr id="113668" name="灯片编号占位符 3"/>
          <p:cNvSpPr>
            <a:spLocks noGrp="1"/>
          </p:cNvSpPr>
          <p:nvPr>
            <p:ph type="sldNum" sz="quarter" idx="5"/>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Ctr="0" compatLnSpc="1">
            <a:prstTxWarp prst="textNoShape">
              <a:avLst/>
            </a:prstTxWarp>
          </a:bodyPr>
          <a:lstStyle>
            <a:lvl1pPr eaLnBrk="0" hangingPunct="0">
              <a:spcBef>
                <a:spcPct val="30000"/>
              </a:spcBef>
              <a:defRPr sz="1300">
                <a:solidFill>
                  <a:schemeClr val="tx1"/>
                </a:solidFill>
                <a:latin typeface="Calibri" pitchFamily="34" charset="0"/>
                <a:ea typeface="宋体" pitchFamily="2" charset="-122"/>
              </a:defRPr>
            </a:lvl1pPr>
            <a:lvl2pPr marL="804763" indent="-309524" eaLnBrk="0" hangingPunct="0">
              <a:spcBef>
                <a:spcPct val="30000"/>
              </a:spcBef>
              <a:defRPr sz="1300">
                <a:solidFill>
                  <a:schemeClr val="tx1"/>
                </a:solidFill>
                <a:latin typeface="Calibri" pitchFamily="34" charset="0"/>
                <a:ea typeface="宋体" pitchFamily="2" charset="-122"/>
              </a:defRPr>
            </a:lvl2pPr>
            <a:lvl3pPr marL="1238098" indent="-247620" eaLnBrk="0" hangingPunct="0">
              <a:spcBef>
                <a:spcPct val="30000"/>
              </a:spcBef>
              <a:defRPr sz="1300">
                <a:solidFill>
                  <a:schemeClr val="tx1"/>
                </a:solidFill>
                <a:latin typeface="Calibri" pitchFamily="34" charset="0"/>
                <a:ea typeface="宋体" pitchFamily="2" charset="-122"/>
              </a:defRPr>
            </a:lvl3pPr>
            <a:lvl4pPr marL="1733337" indent="-247620" eaLnBrk="0" hangingPunct="0">
              <a:spcBef>
                <a:spcPct val="30000"/>
              </a:spcBef>
              <a:defRPr sz="1300">
                <a:solidFill>
                  <a:schemeClr val="tx1"/>
                </a:solidFill>
                <a:latin typeface="Calibri" pitchFamily="34" charset="0"/>
                <a:ea typeface="宋体" pitchFamily="2" charset="-122"/>
              </a:defRPr>
            </a:lvl4pPr>
            <a:lvl5pPr marL="2228576" indent="-247620" eaLnBrk="0" hangingPunct="0">
              <a:spcBef>
                <a:spcPct val="30000"/>
              </a:spcBef>
              <a:defRPr sz="1300">
                <a:solidFill>
                  <a:schemeClr val="tx1"/>
                </a:solidFill>
                <a:latin typeface="Calibri" pitchFamily="34" charset="0"/>
                <a:ea typeface="宋体" pitchFamily="2" charset="-122"/>
              </a:defRPr>
            </a:lvl5pPr>
            <a:lvl6pPr marL="2723815" indent="-247620" eaLnBrk="0" fontAlgn="base" hangingPunct="0">
              <a:spcBef>
                <a:spcPct val="30000"/>
              </a:spcBef>
              <a:spcAft>
                <a:spcPct val="0"/>
              </a:spcAft>
              <a:defRPr sz="1300">
                <a:solidFill>
                  <a:schemeClr val="tx1"/>
                </a:solidFill>
                <a:latin typeface="Calibri" pitchFamily="34" charset="0"/>
                <a:ea typeface="宋体" pitchFamily="2" charset="-122"/>
              </a:defRPr>
            </a:lvl6pPr>
            <a:lvl7pPr marL="3219054" indent="-247620" eaLnBrk="0" fontAlgn="base" hangingPunct="0">
              <a:spcBef>
                <a:spcPct val="30000"/>
              </a:spcBef>
              <a:spcAft>
                <a:spcPct val="0"/>
              </a:spcAft>
              <a:defRPr sz="1300">
                <a:solidFill>
                  <a:schemeClr val="tx1"/>
                </a:solidFill>
                <a:latin typeface="Calibri" pitchFamily="34" charset="0"/>
                <a:ea typeface="宋体" pitchFamily="2" charset="-122"/>
              </a:defRPr>
            </a:lvl7pPr>
            <a:lvl8pPr marL="3714293" indent="-247620" eaLnBrk="0" fontAlgn="base" hangingPunct="0">
              <a:spcBef>
                <a:spcPct val="30000"/>
              </a:spcBef>
              <a:spcAft>
                <a:spcPct val="0"/>
              </a:spcAft>
              <a:defRPr sz="1300">
                <a:solidFill>
                  <a:schemeClr val="tx1"/>
                </a:solidFill>
                <a:latin typeface="Calibri" pitchFamily="34" charset="0"/>
                <a:ea typeface="宋体" pitchFamily="2" charset="-122"/>
              </a:defRPr>
            </a:lvl8pPr>
            <a:lvl9pPr marL="4209532" indent="-247620" eaLnBrk="0" fontAlgn="base" hangingPunct="0">
              <a:spcBef>
                <a:spcPct val="30000"/>
              </a:spcBef>
              <a:spcAft>
                <a:spcPct val="0"/>
              </a:spcAft>
              <a:defRPr sz="1300">
                <a:solidFill>
                  <a:schemeClr val="tx1"/>
                </a:solidFill>
                <a:latin typeface="Calibri" pitchFamily="34" charset="0"/>
                <a:ea typeface="宋体" pitchFamily="2" charset="-122"/>
              </a:defRPr>
            </a:lvl9pPr>
          </a:lstStyle>
          <a:p>
            <a:pPr eaLnBrk="1" hangingPunct="1">
              <a:spcBef>
                <a:spcPct val="0"/>
              </a:spcBef>
            </a:pPr>
            <a:fld id="{DF15F7B3-B570-48C0-AC2F-4A6689475CF7}" type="slidenum">
              <a:rPr lang="zh-CN" altLang="en-US" smtClean="0"/>
              <a:pPr eaLnBrk="1" hangingPunct="1">
                <a:spcBef>
                  <a:spcPct val="0"/>
                </a:spcBef>
              </a:pPr>
              <a:t>2</a:t>
            </a:fld>
            <a:endParaRPr lang="zh-CN" altLang="en-US" smtClean="0"/>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4690" name="幻灯片图像占位符 1"/>
          <p:cNvSpPr>
            <a:spLocks noGrp="1" noRot="1" noChangeAspect="1" noTextEdit="1"/>
          </p:cNvSpPr>
          <p:nvPr>
            <p:ph type="sldImg"/>
          </p:nvPr>
        </p:nvSpPr>
        <p:spPr bwMode="auto">
          <a:noFill/>
          <a:ln>
            <a:solidFill>
              <a:srgbClr val="000000"/>
            </a:solidFill>
            <a:miter lim="800000"/>
            <a:headEnd/>
            <a:tailEnd/>
          </a:ln>
          <a:extLst>
            <a:ext uri="{909E8E84-426E-40DD-AFC4-6F175D3DCCD1}">
              <a14:hiddenFill xmlns:a14="http://schemas.microsoft.com/office/drawing/2010/main">
                <a:solidFill>
                  <a:srgbClr val="FFFFFF"/>
                </a:solidFill>
              </a14:hiddenFill>
            </a:ext>
          </a:extLst>
        </p:spPr>
      </p:sp>
      <p:sp>
        <p:nvSpPr>
          <p:cNvPr id="114691" name="备注占位符 2"/>
          <p:cNvSpPr>
            <a:spLocks noGrp="1"/>
          </p:cNvSpPr>
          <p:nvPr>
            <p:ph type="body" idx="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t" anchorCtr="0" compatLnSpc="1">
            <a:prstTxWarp prst="textNoShape">
              <a:avLst/>
            </a:prstTxWarp>
          </a:bodyPr>
          <a:lstStyle/>
          <a:p>
            <a:pPr eaLnBrk="1" hangingPunct="1">
              <a:spcBef>
                <a:spcPct val="0"/>
              </a:spcBef>
            </a:pPr>
            <a:endParaRPr lang="zh-CN" altLang="en-US" dirty="0" smtClean="0"/>
          </a:p>
        </p:txBody>
      </p:sp>
      <p:sp>
        <p:nvSpPr>
          <p:cNvPr id="114692" name="灯片编号占位符 3"/>
          <p:cNvSpPr>
            <a:spLocks noGrp="1"/>
          </p:cNvSpPr>
          <p:nvPr>
            <p:ph type="sldNum" sz="quarter" idx="5"/>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Ctr="0" compatLnSpc="1">
            <a:prstTxWarp prst="textNoShape">
              <a:avLst/>
            </a:prstTxWarp>
          </a:bodyPr>
          <a:lstStyle>
            <a:lvl1pPr eaLnBrk="0" hangingPunct="0">
              <a:spcBef>
                <a:spcPct val="30000"/>
              </a:spcBef>
              <a:defRPr sz="1300">
                <a:solidFill>
                  <a:schemeClr val="tx1"/>
                </a:solidFill>
                <a:latin typeface="Calibri" pitchFamily="34" charset="0"/>
                <a:ea typeface="宋体" pitchFamily="2" charset="-122"/>
              </a:defRPr>
            </a:lvl1pPr>
            <a:lvl2pPr marL="804763" indent="-309524" eaLnBrk="0" hangingPunct="0">
              <a:spcBef>
                <a:spcPct val="30000"/>
              </a:spcBef>
              <a:defRPr sz="1300">
                <a:solidFill>
                  <a:schemeClr val="tx1"/>
                </a:solidFill>
                <a:latin typeface="Calibri" pitchFamily="34" charset="0"/>
                <a:ea typeface="宋体" pitchFamily="2" charset="-122"/>
              </a:defRPr>
            </a:lvl2pPr>
            <a:lvl3pPr marL="1238098" indent="-247620" eaLnBrk="0" hangingPunct="0">
              <a:spcBef>
                <a:spcPct val="30000"/>
              </a:spcBef>
              <a:defRPr sz="1300">
                <a:solidFill>
                  <a:schemeClr val="tx1"/>
                </a:solidFill>
                <a:latin typeface="Calibri" pitchFamily="34" charset="0"/>
                <a:ea typeface="宋体" pitchFamily="2" charset="-122"/>
              </a:defRPr>
            </a:lvl3pPr>
            <a:lvl4pPr marL="1733337" indent="-247620" eaLnBrk="0" hangingPunct="0">
              <a:spcBef>
                <a:spcPct val="30000"/>
              </a:spcBef>
              <a:defRPr sz="1300">
                <a:solidFill>
                  <a:schemeClr val="tx1"/>
                </a:solidFill>
                <a:latin typeface="Calibri" pitchFamily="34" charset="0"/>
                <a:ea typeface="宋体" pitchFamily="2" charset="-122"/>
              </a:defRPr>
            </a:lvl4pPr>
            <a:lvl5pPr marL="2228576" indent="-247620" eaLnBrk="0" hangingPunct="0">
              <a:spcBef>
                <a:spcPct val="30000"/>
              </a:spcBef>
              <a:defRPr sz="1300">
                <a:solidFill>
                  <a:schemeClr val="tx1"/>
                </a:solidFill>
                <a:latin typeface="Calibri" pitchFamily="34" charset="0"/>
                <a:ea typeface="宋体" pitchFamily="2" charset="-122"/>
              </a:defRPr>
            </a:lvl5pPr>
            <a:lvl6pPr marL="2723815" indent="-247620" eaLnBrk="0" fontAlgn="base" hangingPunct="0">
              <a:spcBef>
                <a:spcPct val="30000"/>
              </a:spcBef>
              <a:spcAft>
                <a:spcPct val="0"/>
              </a:spcAft>
              <a:defRPr sz="1300">
                <a:solidFill>
                  <a:schemeClr val="tx1"/>
                </a:solidFill>
                <a:latin typeface="Calibri" pitchFamily="34" charset="0"/>
                <a:ea typeface="宋体" pitchFamily="2" charset="-122"/>
              </a:defRPr>
            </a:lvl6pPr>
            <a:lvl7pPr marL="3219054" indent="-247620" eaLnBrk="0" fontAlgn="base" hangingPunct="0">
              <a:spcBef>
                <a:spcPct val="30000"/>
              </a:spcBef>
              <a:spcAft>
                <a:spcPct val="0"/>
              </a:spcAft>
              <a:defRPr sz="1300">
                <a:solidFill>
                  <a:schemeClr val="tx1"/>
                </a:solidFill>
                <a:latin typeface="Calibri" pitchFamily="34" charset="0"/>
                <a:ea typeface="宋体" pitchFamily="2" charset="-122"/>
              </a:defRPr>
            </a:lvl7pPr>
            <a:lvl8pPr marL="3714293" indent="-247620" eaLnBrk="0" fontAlgn="base" hangingPunct="0">
              <a:spcBef>
                <a:spcPct val="30000"/>
              </a:spcBef>
              <a:spcAft>
                <a:spcPct val="0"/>
              </a:spcAft>
              <a:defRPr sz="1300">
                <a:solidFill>
                  <a:schemeClr val="tx1"/>
                </a:solidFill>
                <a:latin typeface="Calibri" pitchFamily="34" charset="0"/>
                <a:ea typeface="宋体" pitchFamily="2" charset="-122"/>
              </a:defRPr>
            </a:lvl8pPr>
            <a:lvl9pPr marL="4209532" indent="-247620" eaLnBrk="0" fontAlgn="base" hangingPunct="0">
              <a:spcBef>
                <a:spcPct val="30000"/>
              </a:spcBef>
              <a:spcAft>
                <a:spcPct val="0"/>
              </a:spcAft>
              <a:defRPr sz="1300">
                <a:solidFill>
                  <a:schemeClr val="tx1"/>
                </a:solidFill>
                <a:latin typeface="Calibri" pitchFamily="34" charset="0"/>
                <a:ea typeface="宋体" pitchFamily="2" charset="-122"/>
              </a:defRPr>
            </a:lvl9pPr>
          </a:lstStyle>
          <a:p>
            <a:pPr eaLnBrk="1" hangingPunct="1">
              <a:spcBef>
                <a:spcPct val="0"/>
              </a:spcBef>
            </a:pPr>
            <a:fld id="{DC0BE925-8979-4974-954C-7B4E9C53B9BD}" type="slidenum">
              <a:rPr lang="zh-CN" altLang="en-US" smtClean="0"/>
              <a:pPr eaLnBrk="1" hangingPunct="1">
                <a:spcBef>
                  <a:spcPct val="0"/>
                </a:spcBef>
              </a:pPr>
              <a:t>3</a:t>
            </a:fld>
            <a:endParaRPr lang="zh-CN" altLang="en-US" smtClean="0"/>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4690" name="幻灯片图像占位符 1"/>
          <p:cNvSpPr>
            <a:spLocks noGrp="1" noRot="1" noChangeAspect="1" noTextEdit="1"/>
          </p:cNvSpPr>
          <p:nvPr>
            <p:ph type="sldImg"/>
          </p:nvPr>
        </p:nvSpPr>
        <p:spPr bwMode="auto">
          <a:noFill/>
          <a:ln>
            <a:solidFill>
              <a:srgbClr val="000000"/>
            </a:solidFill>
            <a:miter lim="800000"/>
            <a:headEnd/>
            <a:tailEnd/>
          </a:ln>
          <a:extLst>
            <a:ext uri="{909E8E84-426E-40DD-AFC4-6F175D3DCCD1}">
              <a14:hiddenFill xmlns:a14="http://schemas.microsoft.com/office/drawing/2010/main">
                <a:solidFill>
                  <a:srgbClr val="FFFFFF"/>
                </a:solidFill>
              </a14:hiddenFill>
            </a:ext>
          </a:extLst>
        </p:spPr>
      </p:sp>
      <p:sp>
        <p:nvSpPr>
          <p:cNvPr id="114691" name="备注占位符 2"/>
          <p:cNvSpPr>
            <a:spLocks noGrp="1"/>
          </p:cNvSpPr>
          <p:nvPr>
            <p:ph type="body" idx="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t" anchorCtr="0" compatLnSpc="1">
            <a:prstTxWarp prst="textNoShape">
              <a:avLst/>
            </a:prstTxWarp>
          </a:bodyPr>
          <a:lstStyle/>
          <a:p>
            <a:pPr eaLnBrk="1" hangingPunct="1">
              <a:spcBef>
                <a:spcPct val="0"/>
              </a:spcBef>
            </a:pPr>
            <a:r>
              <a:rPr lang="zh-CN" altLang="en-US" dirty="0" smtClean="0"/>
              <a:t>一条总线段上可能连接有多个主设备，其都有能力主动发起通信，但某一时刻，一条总线段上只能有一个主设备掌管其总线的通信权，当有一个以上设备企图同时占有总线时，就可能发生冲突。</a:t>
            </a:r>
          </a:p>
        </p:txBody>
      </p:sp>
      <p:sp>
        <p:nvSpPr>
          <p:cNvPr id="114692" name="灯片编号占位符 3"/>
          <p:cNvSpPr>
            <a:spLocks noGrp="1"/>
          </p:cNvSpPr>
          <p:nvPr>
            <p:ph type="sldNum" sz="quarter" idx="5"/>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Ctr="0" compatLnSpc="1">
            <a:prstTxWarp prst="textNoShape">
              <a:avLst/>
            </a:prstTxWarp>
          </a:bodyPr>
          <a:lstStyle>
            <a:lvl1pPr eaLnBrk="0" hangingPunct="0">
              <a:spcBef>
                <a:spcPct val="30000"/>
              </a:spcBef>
              <a:defRPr sz="1300">
                <a:solidFill>
                  <a:schemeClr val="tx1"/>
                </a:solidFill>
                <a:latin typeface="Calibri" pitchFamily="34" charset="0"/>
                <a:ea typeface="宋体" pitchFamily="2" charset="-122"/>
              </a:defRPr>
            </a:lvl1pPr>
            <a:lvl2pPr marL="804763" indent="-309524" eaLnBrk="0" hangingPunct="0">
              <a:spcBef>
                <a:spcPct val="30000"/>
              </a:spcBef>
              <a:defRPr sz="1300">
                <a:solidFill>
                  <a:schemeClr val="tx1"/>
                </a:solidFill>
                <a:latin typeface="Calibri" pitchFamily="34" charset="0"/>
                <a:ea typeface="宋体" pitchFamily="2" charset="-122"/>
              </a:defRPr>
            </a:lvl2pPr>
            <a:lvl3pPr marL="1238098" indent="-247620" eaLnBrk="0" hangingPunct="0">
              <a:spcBef>
                <a:spcPct val="30000"/>
              </a:spcBef>
              <a:defRPr sz="1300">
                <a:solidFill>
                  <a:schemeClr val="tx1"/>
                </a:solidFill>
                <a:latin typeface="Calibri" pitchFamily="34" charset="0"/>
                <a:ea typeface="宋体" pitchFamily="2" charset="-122"/>
              </a:defRPr>
            </a:lvl3pPr>
            <a:lvl4pPr marL="1733337" indent="-247620" eaLnBrk="0" hangingPunct="0">
              <a:spcBef>
                <a:spcPct val="30000"/>
              </a:spcBef>
              <a:defRPr sz="1300">
                <a:solidFill>
                  <a:schemeClr val="tx1"/>
                </a:solidFill>
                <a:latin typeface="Calibri" pitchFamily="34" charset="0"/>
                <a:ea typeface="宋体" pitchFamily="2" charset="-122"/>
              </a:defRPr>
            </a:lvl4pPr>
            <a:lvl5pPr marL="2228576" indent="-247620" eaLnBrk="0" hangingPunct="0">
              <a:spcBef>
                <a:spcPct val="30000"/>
              </a:spcBef>
              <a:defRPr sz="1300">
                <a:solidFill>
                  <a:schemeClr val="tx1"/>
                </a:solidFill>
                <a:latin typeface="Calibri" pitchFamily="34" charset="0"/>
                <a:ea typeface="宋体" pitchFamily="2" charset="-122"/>
              </a:defRPr>
            </a:lvl5pPr>
            <a:lvl6pPr marL="2723815" indent="-247620" eaLnBrk="0" fontAlgn="base" hangingPunct="0">
              <a:spcBef>
                <a:spcPct val="30000"/>
              </a:spcBef>
              <a:spcAft>
                <a:spcPct val="0"/>
              </a:spcAft>
              <a:defRPr sz="1300">
                <a:solidFill>
                  <a:schemeClr val="tx1"/>
                </a:solidFill>
                <a:latin typeface="Calibri" pitchFamily="34" charset="0"/>
                <a:ea typeface="宋体" pitchFamily="2" charset="-122"/>
              </a:defRPr>
            </a:lvl6pPr>
            <a:lvl7pPr marL="3219054" indent="-247620" eaLnBrk="0" fontAlgn="base" hangingPunct="0">
              <a:spcBef>
                <a:spcPct val="30000"/>
              </a:spcBef>
              <a:spcAft>
                <a:spcPct val="0"/>
              </a:spcAft>
              <a:defRPr sz="1300">
                <a:solidFill>
                  <a:schemeClr val="tx1"/>
                </a:solidFill>
                <a:latin typeface="Calibri" pitchFamily="34" charset="0"/>
                <a:ea typeface="宋体" pitchFamily="2" charset="-122"/>
              </a:defRPr>
            </a:lvl7pPr>
            <a:lvl8pPr marL="3714293" indent="-247620" eaLnBrk="0" fontAlgn="base" hangingPunct="0">
              <a:spcBef>
                <a:spcPct val="30000"/>
              </a:spcBef>
              <a:spcAft>
                <a:spcPct val="0"/>
              </a:spcAft>
              <a:defRPr sz="1300">
                <a:solidFill>
                  <a:schemeClr val="tx1"/>
                </a:solidFill>
                <a:latin typeface="Calibri" pitchFamily="34" charset="0"/>
                <a:ea typeface="宋体" pitchFamily="2" charset="-122"/>
              </a:defRPr>
            </a:lvl8pPr>
            <a:lvl9pPr marL="4209532" indent="-247620" eaLnBrk="0" fontAlgn="base" hangingPunct="0">
              <a:spcBef>
                <a:spcPct val="30000"/>
              </a:spcBef>
              <a:spcAft>
                <a:spcPct val="0"/>
              </a:spcAft>
              <a:defRPr sz="1300">
                <a:solidFill>
                  <a:schemeClr val="tx1"/>
                </a:solidFill>
                <a:latin typeface="Calibri" pitchFamily="34" charset="0"/>
                <a:ea typeface="宋体" pitchFamily="2" charset="-122"/>
              </a:defRPr>
            </a:lvl9pPr>
          </a:lstStyle>
          <a:p>
            <a:pPr eaLnBrk="1" hangingPunct="1">
              <a:spcBef>
                <a:spcPct val="0"/>
              </a:spcBef>
            </a:pPr>
            <a:fld id="{DC0BE925-8979-4974-954C-7B4E9C53B9BD}" type="slidenum">
              <a:rPr lang="zh-CN" altLang="en-US" smtClean="0"/>
              <a:pPr eaLnBrk="1" hangingPunct="1">
                <a:spcBef>
                  <a:spcPct val="0"/>
                </a:spcBef>
              </a:pPr>
              <a:t>4</a:t>
            </a:fld>
            <a:endParaRPr lang="zh-CN" altLang="en-US" smtClean="0"/>
          </a:p>
        </p:txBody>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6738" name="幻灯片图像占位符 1"/>
          <p:cNvSpPr>
            <a:spLocks noGrp="1" noRot="1" noChangeAspect="1" noTextEdit="1"/>
          </p:cNvSpPr>
          <p:nvPr>
            <p:ph type="sldImg"/>
          </p:nvPr>
        </p:nvSpPr>
        <p:spPr bwMode="auto">
          <a:noFill/>
          <a:ln>
            <a:solidFill>
              <a:srgbClr val="000000"/>
            </a:solidFill>
            <a:miter lim="800000"/>
            <a:headEnd/>
            <a:tailEnd/>
          </a:ln>
          <a:extLst>
            <a:ext uri="{909E8E84-426E-40DD-AFC4-6F175D3DCCD1}">
              <a14:hiddenFill xmlns:a14="http://schemas.microsoft.com/office/drawing/2010/main">
                <a:solidFill>
                  <a:srgbClr val="FFFFFF"/>
                </a:solidFill>
              </a14:hiddenFill>
            </a:ext>
          </a:extLst>
        </p:spPr>
      </p:sp>
      <p:sp>
        <p:nvSpPr>
          <p:cNvPr id="116739" name="备注占位符 2"/>
          <p:cNvSpPr>
            <a:spLocks noGrp="1"/>
          </p:cNvSpPr>
          <p:nvPr>
            <p:ph type="body" idx="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t" anchorCtr="0" compatLnSpc="1">
            <a:prstTxWarp prst="textNoShape">
              <a:avLst/>
            </a:prstTxWarp>
          </a:bodyPr>
          <a:lstStyle/>
          <a:p>
            <a:pPr eaLnBrk="1" hangingPunct="1"/>
            <a:endParaRPr lang="zh-CN" altLang="en-US" smtClean="0"/>
          </a:p>
        </p:txBody>
      </p:sp>
      <p:sp>
        <p:nvSpPr>
          <p:cNvPr id="116740" name="灯片编号占位符 3"/>
          <p:cNvSpPr>
            <a:spLocks noGrp="1"/>
          </p:cNvSpPr>
          <p:nvPr>
            <p:ph type="sldNum" sz="quarter" idx="5"/>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Ctr="0" compatLnSpc="1">
            <a:prstTxWarp prst="textNoShape">
              <a:avLst/>
            </a:prstTxWarp>
          </a:bodyPr>
          <a:lstStyle>
            <a:lvl1pPr eaLnBrk="0" hangingPunct="0">
              <a:spcBef>
                <a:spcPct val="30000"/>
              </a:spcBef>
              <a:defRPr sz="1300">
                <a:solidFill>
                  <a:schemeClr val="tx1"/>
                </a:solidFill>
                <a:latin typeface="Calibri" pitchFamily="34" charset="0"/>
                <a:ea typeface="宋体" pitchFamily="2" charset="-122"/>
              </a:defRPr>
            </a:lvl1pPr>
            <a:lvl2pPr marL="804763" indent="-309524" eaLnBrk="0" hangingPunct="0">
              <a:spcBef>
                <a:spcPct val="30000"/>
              </a:spcBef>
              <a:defRPr sz="1300">
                <a:solidFill>
                  <a:schemeClr val="tx1"/>
                </a:solidFill>
                <a:latin typeface="Calibri" pitchFamily="34" charset="0"/>
                <a:ea typeface="宋体" pitchFamily="2" charset="-122"/>
              </a:defRPr>
            </a:lvl2pPr>
            <a:lvl3pPr marL="1238098" indent="-247620" eaLnBrk="0" hangingPunct="0">
              <a:spcBef>
                <a:spcPct val="30000"/>
              </a:spcBef>
              <a:defRPr sz="1300">
                <a:solidFill>
                  <a:schemeClr val="tx1"/>
                </a:solidFill>
                <a:latin typeface="Calibri" pitchFamily="34" charset="0"/>
                <a:ea typeface="宋体" pitchFamily="2" charset="-122"/>
              </a:defRPr>
            </a:lvl3pPr>
            <a:lvl4pPr marL="1733337" indent="-247620" eaLnBrk="0" hangingPunct="0">
              <a:spcBef>
                <a:spcPct val="30000"/>
              </a:spcBef>
              <a:defRPr sz="1300">
                <a:solidFill>
                  <a:schemeClr val="tx1"/>
                </a:solidFill>
                <a:latin typeface="Calibri" pitchFamily="34" charset="0"/>
                <a:ea typeface="宋体" pitchFamily="2" charset="-122"/>
              </a:defRPr>
            </a:lvl4pPr>
            <a:lvl5pPr marL="2228576" indent="-247620" eaLnBrk="0" hangingPunct="0">
              <a:spcBef>
                <a:spcPct val="30000"/>
              </a:spcBef>
              <a:defRPr sz="1300">
                <a:solidFill>
                  <a:schemeClr val="tx1"/>
                </a:solidFill>
                <a:latin typeface="Calibri" pitchFamily="34" charset="0"/>
                <a:ea typeface="宋体" pitchFamily="2" charset="-122"/>
              </a:defRPr>
            </a:lvl5pPr>
            <a:lvl6pPr marL="2723815" indent="-247620" eaLnBrk="0" fontAlgn="base" hangingPunct="0">
              <a:spcBef>
                <a:spcPct val="30000"/>
              </a:spcBef>
              <a:spcAft>
                <a:spcPct val="0"/>
              </a:spcAft>
              <a:defRPr sz="1300">
                <a:solidFill>
                  <a:schemeClr val="tx1"/>
                </a:solidFill>
                <a:latin typeface="Calibri" pitchFamily="34" charset="0"/>
                <a:ea typeface="宋体" pitchFamily="2" charset="-122"/>
              </a:defRPr>
            </a:lvl6pPr>
            <a:lvl7pPr marL="3219054" indent="-247620" eaLnBrk="0" fontAlgn="base" hangingPunct="0">
              <a:spcBef>
                <a:spcPct val="30000"/>
              </a:spcBef>
              <a:spcAft>
                <a:spcPct val="0"/>
              </a:spcAft>
              <a:defRPr sz="1300">
                <a:solidFill>
                  <a:schemeClr val="tx1"/>
                </a:solidFill>
                <a:latin typeface="Calibri" pitchFamily="34" charset="0"/>
                <a:ea typeface="宋体" pitchFamily="2" charset="-122"/>
              </a:defRPr>
            </a:lvl7pPr>
            <a:lvl8pPr marL="3714293" indent="-247620" eaLnBrk="0" fontAlgn="base" hangingPunct="0">
              <a:spcBef>
                <a:spcPct val="30000"/>
              </a:spcBef>
              <a:spcAft>
                <a:spcPct val="0"/>
              </a:spcAft>
              <a:defRPr sz="1300">
                <a:solidFill>
                  <a:schemeClr val="tx1"/>
                </a:solidFill>
                <a:latin typeface="Calibri" pitchFamily="34" charset="0"/>
                <a:ea typeface="宋体" pitchFamily="2" charset="-122"/>
              </a:defRPr>
            </a:lvl8pPr>
            <a:lvl9pPr marL="4209532" indent="-247620" eaLnBrk="0" fontAlgn="base" hangingPunct="0">
              <a:spcBef>
                <a:spcPct val="30000"/>
              </a:spcBef>
              <a:spcAft>
                <a:spcPct val="0"/>
              </a:spcAft>
              <a:defRPr sz="1300">
                <a:solidFill>
                  <a:schemeClr val="tx1"/>
                </a:solidFill>
                <a:latin typeface="Calibri" pitchFamily="34" charset="0"/>
                <a:ea typeface="宋体" pitchFamily="2" charset="-122"/>
              </a:defRPr>
            </a:lvl9pPr>
          </a:lstStyle>
          <a:p>
            <a:pPr eaLnBrk="1" hangingPunct="1">
              <a:spcBef>
                <a:spcPct val="0"/>
              </a:spcBef>
            </a:pPr>
            <a:fld id="{340FC221-3B6C-45F5-BED8-34612B323B97}" type="slidenum">
              <a:rPr lang="zh-CN" altLang="en-US" smtClean="0"/>
              <a:pPr eaLnBrk="1" hangingPunct="1">
                <a:spcBef>
                  <a:spcPct val="0"/>
                </a:spcBef>
              </a:pPr>
              <a:t>6</a:t>
            </a:fld>
            <a:endParaRPr lang="zh-CN" altLang="en-US" smtClean="0"/>
          </a:p>
        </p:txBody>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7762" name="幻灯片图像占位符 1"/>
          <p:cNvSpPr>
            <a:spLocks noGrp="1" noRot="1" noChangeAspect="1" noTextEdit="1"/>
          </p:cNvSpPr>
          <p:nvPr>
            <p:ph type="sldImg"/>
          </p:nvPr>
        </p:nvSpPr>
        <p:spPr bwMode="auto">
          <a:noFill/>
          <a:ln>
            <a:solidFill>
              <a:srgbClr val="000000"/>
            </a:solidFill>
            <a:miter lim="800000"/>
            <a:headEnd/>
            <a:tailEnd/>
          </a:ln>
          <a:extLst>
            <a:ext uri="{909E8E84-426E-40DD-AFC4-6F175D3DCCD1}">
              <a14:hiddenFill xmlns:a14="http://schemas.microsoft.com/office/drawing/2010/main">
                <a:solidFill>
                  <a:srgbClr val="FFFFFF"/>
                </a:solidFill>
              </a14:hiddenFill>
            </a:ext>
          </a:extLst>
        </p:spPr>
      </p:sp>
      <p:sp>
        <p:nvSpPr>
          <p:cNvPr id="117763" name="备注占位符 2"/>
          <p:cNvSpPr>
            <a:spLocks noGrp="1"/>
          </p:cNvSpPr>
          <p:nvPr>
            <p:ph type="body" idx="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t" anchorCtr="0" compatLnSpc="1">
            <a:prstTxWarp prst="textNoShape">
              <a:avLst/>
            </a:prstTxWarp>
          </a:bodyPr>
          <a:lstStyle/>
          <a:p>
            <a:pPr eaLnBrk="1" hangingPunct="1"/>
            <a:endParaRPr lang="zh-CN" altLang="en-US" smtClean="0"/>
          </a:p>
        </p:txBody>
      </p:sp>
      <p:sp>
        <p:nvSpPr>
          <p:cNvPr id="117764" name="灯片编号占位符 3"/>
          <p:cNvSpPr>
            <a:spLocks noGrp="1"/>
          </p:cNvSpPr>
          <p:nvPr>
            <p:ph type="sldNum" sz="quarter" idx="5"/>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Ctr="0" compatLnSpc="1">
            <a:prstTxWarp prst="textNoShape">
              <a:avLst/>
            </a:prstTxWarp>
          </a:bodyPr>
          <a:lstStyle>
            <a:lvl1pPr eaLnBrk="0" hangingPunct="0">
              <a:spcBef>
                <a:spcPct val="30000"/>
              </a:spcBef>
              <a:defRPr sz="1300">
                <a:solidFill>
                  <a:schemeClr val="tx1"/>
                </a:solidFill>
                <a:latin typeface="Calibri" pitchFamily="34" charset="0"/>
                <a:ea typeface="宋体" pitchFamily="2" charset="-122"/>
              </a:defRPr>
            </a:lvl1pPr>
            <a:lvl2pPr marL="804763" indent="-309524" eaLnBrk="0" hangingPunct="0">
              <a:spcBef>
                <a:spcPct val="30000"/>
              </a:spcBef>
              <a:defRPr sz="1300">
                <a:solidFill>
                  <a:schemeClr val="tx1"/>
                </a:solidFill>
                <a:latin typeface="Calibri" pitchFamily="34" charset="0"/>
                <a:ea typeface="宋体" pitchFamily="2" charset="-122"/>
              </a:defRPr>
            </a:lvl2pPr>
            <a:lvl3pPr marL="1238098" indent="-247620" eaLnBrk="0" hangingPunct="0">
              <a:spcBef>
                <a:spcPct val="30000"/>
              </a:spcBef>
              <a:defRPr sz="1300">
                <a:solidFill>
                  <a:schemeClr val="tx1"/>
                </a:solidFill>
                <a:latin typeface="Calibri" pitchFamily="34" charset="0"/>
                <a:ea typeface="宋体" pitchFamily="2" charset="-122"/>
              </a:defRPr>
            </a:lvl3pPr>
            <a:lvl4pPr marL="1733337" indent="-247620" eaLnBrk="0" hangingPunct="0">
              <a:spcBef>
                <a:spcPct val="30000"/>
              </a:spcBef>
              <a:defRPr sz="1300">
                <a:solidFill>
                  <a:schemeClr val="tx1"/>
                </a:solidFill>
                <a:latin typeface="Calibri" pitchFamily="34" charset="0"/>
                <a:ea typeface="宋体" pitchFamily="2" charset="-122"/>
              </a:defRPr>
            </a:lvl4pPr>
            <a:lvl5pPr marL="2228576" indent="-247620" eaLnBrk="0" hangingPunct="0">
              <a:spcBef>
                <a:spcPct val="30000"/>
              </a:spcBef>
              <a:defRPr sz="1300">
                <a:solidFill>
                  <a:schemeClr val="tx1"/>
                </a:solidFill>
                <a:latin typeface="Calibri" pitchFamily="34" charset="0"/>
                <a:ea typeface="宋体" pitchFamily="2" charset="-122"/>
              </a:defRPr>
            </a:lvl5pPr>
            <a:lvl6pPr marL="2723815" indent="-247620" eaLnBrk="0" fontAlgn="base" hangingPunct="0">
              <a:spcBef>
                <a:spcPct val="30000"/>
              </a:spcBef>
              <a:spcAft>
                <a:spcPct val="0"/>
              </a:spcAft>
              <a:defRPr sz="1300">
                <a:solidFill>
                  <a:schemeClr val="tx1"/>
                </a:solidFill>
                <a:latin typeface="Calibri" pitchFamily="34" charset="0"/>
                <a:ea typeface="宋体" pitchFamily="2" charset="-122"/>
              </a:defRPr>
            </a:lvl6pPr>
            <a:lvl7pPr marL="3219054" indent="-247620" eaLnBrk="0" fontAlgn="base" hangingPunct="0">
              <a:spcBef>
                <a:spcPct val="30000"/>
              </a:spcBef>
              <a:spcAft>
                <a:spcPct val="0"/>
              </a:spcAft>
              <a:defRPr sz="1300">
                <a:solidFill>
                  <a:schemeClr val="tx1"/>
                </a:solidFill>
                <a:latin typeface="Calibri" pitchFamily="34" charset="0"/>
                <a:ea typeface="宋体" pitchFamily="2" charset="-122"/>
              </a:defRPr>
            </a:lvl7pPr>
            <a:lvl8pPr marL="3714293" indent="-247620" eaLnBrk="0" fontAlgn="base" hangingPunct="0">
              <a:spcBef>
                <a:spcPct val="30000"/>
              </a:spcBef>
              <a:spcAft>
                <a:spcPct val="0"/>
              </a:spcAft>
              <a:defRPr sz="1300">
                <a:solidFill>
                  <a:schemeClr val="tx1"/>
                </a:solidFill>
                <a:latin typeface="Calibri" pitchFamily="34" charset="0"/>
                <a:ea typeface="宋体" pitchFamily="2" charset="-122"/>
              </a:defRPr>
            </a:lvl8pPr>
            <a:lvl9pPr marL="4209532" indent="-247620" eaLnBrk="0" fontAlgn="base" hangingPunct="0">
              <a:spcBef>
                <a:spcPct val="30000"/>
              </a:spcBef>
              <a:spcAft>
                <a:spcPct val="0"/>
              </a:spcAft>
              <a:defRPr sz="1300">
                <a:solidFill>
                  <a:schemeClr val="tx1"/>
                </a:solidFill>
                <a:latin typeface="Calibri" pitchFamily="34" charset="0"/>
                <a:ea typeface="宋体" pitchFamily="2" charset="-122"/>
              </a:defRPr>
            </a:lvl9pPr>
          </a:lstStyle>
          <a:p>
            <a:pPr eaLnBrk="1" hangingPunct="1">
              <a:spcBef>
                <a:spcPct val="0"/>
              </a:spcBef>
            </a:pPr>
            <a:fld id="{C07C2072-513C-42B8-B222-194CC4DE762F}" type="slidenum">
              <a:rPr lang="zh-CN" altLang="en-US" smtClean="0"/>
              <a:pPr eaLnBrk="1" hangingPunct="1">
                <a:spcBef>
                  <a:spcPct val="0"/>
                </a:spcBef>
              </a:pPr>
              <a:t>9</a:t>
            </a:fld>
            <a:endParaRPr lang="zh-CN" altLang="en-US" smtClean="0"/>
          </a:p>
        </p:txBody>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8786" name="幻灯片图像占位符 1"/>
          <p:cNvSpPr>
            <a:spLocks noGrp="1" noRot="1" noChangeAspect="1" noTextEdit="1"/>
          </p:cNvSpPr>
          <p:nvPr>
            <p:ph type="sldImg"/>
          </p:nvPr>
        </p:nvSpPr>
        <p:spPr bwMode="auto">
          <a:noFill/>
          <a:ln>
            <a:solidFill>
              <a:srgbClr val="000000"/>
            </a:solidFill>
            <a:miter lim="800000"/>
            <a:headEnd/>
            <a:tailEnd/>
          </a:ln>
          <a:extLst>
            <a:ext uri="{909E8E84-426E-40DD-AFC4-6F175D3DCCD1}">
              <a14:hiddenFill xmlns:a14="http://schemas.microsoft.com/office/drawing/2010/main">
                <a:solidFill>
                  <a:srgbClr val="FFFFFF"/>
                </a:solidFill>
              </a14:hiddenFill>
            </a:ext>
          </a:extLst>
        </p:spPr>
      </p:sp>
      <p:sp>
        <p:nvSpPr>
          <p:cNvPr id="118787" name="备注占位符 2"/>
          <p:cNvSpPr>
            <a:spLocks noGrp="1"/>
          </p:cNvSpPr>
          <p:nvPr>
            <p:ph type="body" idx="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t" anchorCtr="0" compatLnSpc="1">
            <a:prstTxWarp prst="textNoShape">
              <a:avLst/>
            </a:prstTxWarp>
          </a:bodyPr>
          <a:lstStyle/>
          <a:p>
            <a:pPr eaLnBrk="1" hangingPunct="1"/>
            <a:endParaRPr lang="zh-CN" altLang="en-US" smtClean="0"/>
          </a:p>
        </p:txBody>
      </p:sp>
      <p:sp>
        <p:nvSpPr>
          <p:cNvPr id="118788" name="灯片编号占位符 3"/>
          <p:cNvSpPr>
            <a:spLocks noGrp="1"/>
          </p:cNvSpPr>
          <p:nvPr>
            <p:ph type="sldNum" sz="quarter" idx="5"/>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Ctr="0" compatLnSpc="1">
            <a:prstTxWarp prst="textNoShape">
              <a:avLst/>
            </a:prstTxWarp>
          </a:bodyPr>
          <a:lstStyle>
            <a:lvl1pPr eaLnBrk="0" hangingPunct="0">
              <a:spcBef>
                <a:spcPct val="30000"/>
              </a:spcBef>
              <a:defRPr sz="1300">
                <a:solidFill>
                  <a:schemeClr val="tx1"/>
                </a:solidFill>
                <a:latin typeface="Calibri" pitchFamily="34" charset="0"/>
                <a:ea typeface="宋体" pitchFamily="2" charset="-122"/>
              </a:defRPr>
            </a:lvl1pPr>
            <a:lvl2pPr marL="804763" indent="-309524" eaLnBrk="0" hangingPunct="0">
              <a:spcBef>
                <a:spcPct val="30000"/>
              </a:spcBef>
              <a:defRPr sz="1300">
                <a:solidFill>
                  <a:schemeClr val="tx1"/>
                </a:solidFill>
                <a:latin typeface="Calibri" pitchFamily="34" charset="0"/>
                <a:ea typeface="宋体" pitchFamily="2" charset="-122"/>
              </a:defRPr>
            </a:lvl2pPr>
            <a:lvl3pPr marL="1238098" indent="-247620" eaLnBrk="0" hangingPunct="0">
              <a:spcBef>
                <a:spcPct val="30000"/>
              </a:spcBef>
              <a:defRPr sz="1300">
                <a:solidFill>
                  <a:schemeClr val="tx1"/>
                </a:solidFill>
                <a:latin typeface="Calibri" pitchFamily="34" charset="0"/>
                <a:ea typeface="宋体" pitchFamily="2" charset="-122"/>
              </a:defRPr>
            </a:lvl3pPr>
            <a:lvl4pPr marL="1733337" indent="-247620" eaLnBrk="0" hangingPunct="0">
              <a:spcBef>
                <a:spcPct val="30000"/>
              </a:spcBef>
              <a:defRPr sz="1300">
                <a:solidFill>
                  <a:schemeClr val="tx1"/>
                </a:solidFill>
                <a:latin typeface="Calibri" pitchFamily="34" charset="0"/>
                <a:ea typeface="宋体" pitchFamily="2" charset="-122"/>
              </a:defRPr>
            </a:lvl4pPr>
            <a:lvl5pPr marL="2228576" indent="-247620" eaLnBrk="0" hangingPunct="0">
              <a:spcBef>
                <a:spcPct val="30000"/>
              </a:spcBef>
              <a:defRPr sz="1300">
                <a:solidFill>
                  <a:schemeClr val="tx1"/>
                </a:solidFill>
                <a:latin typeface="Calibri" pitchFamily="34" charset="0"/>
                <a:ea typeface="宋体" pitchFamily="2" charset="-122"/>
              </a:defRPr>
            </a:lvl5pPr>
            <a:lvl6pPr marL="2723815" indent="-247620" eaLnBrk="0" fontAlgn="base" hangingPunct="0">
              <a:spcBef>
                <a:spcPct val="30000"/>
              </a:spcBef>
              <a:spcAft>
                <a:spcPct val="0"/>
              </a:spcAft>
              <a:defRPr sz="1300">
                <a:solidFill>
                  <a:schemeClr val="tx1"/>
                </a:solidFill>
                <a:latin typeface="Calibri" pitchFamily="34" charset="0"/>
                <a:ea typeface="宋体" pitchFamily="2" charset="-122"/>
              </a:defRPr>
            </a:lvl6pPr>
            <a:lvl7pPr marL="3219054" indent="-247620" eaLnBrk="0" fontAlgn="base" hangingPunct="0">
              <a:spcBef>
                <a:spcPct val="30000"/>
              </a:spcBef>
              <a:spcAft>
                <a:spcPct val="0"/>
              </a:spcAft>
              <a:defRPr sz="1300">
                <a:solidFill>
                  <a:schemeClr val="tx1"/>
                </a:solidFill>
                <a:latin typeface="Calibri" pitchFamily="34" charset="0"/>
                <a:ea typeface="宋体" pitchFamily="2" charset="-122"/>
              </a:defRPr>
            </a:lvl7pPr>
            <a:lvl8pPr marL="3714293" indent="-247620" eaLnBrk="0" fontAlgn="base" hangingPunct="0">
              <a:spcBef>
                <a:spcPct val="30000"/>
              </a:spcBef>
              <a:spcAft>
                <a:spcPct val="0"/>
              </a:spcAft>
              <a:defRPr sz="1300">
                <a:solidFill>
                  <a:schemeClr val="tx1"/>
                </a:solidFill>
                <a:latin typeface="Calibri" pitchFamily="34" charset="0"/>
                <a:ea typeface="宋体" pitchFamily="2" charset="-122"/>
              </a:defRPr>
            </a:lvl8pPr>
            <a:lvl9pPr marL="4209532" indent="-247620" eaLnBrk="0" fontAlgn="base" hangingPunct="0">
              <a:spcBef>
                <a:spcPct val="30000"/>
              </a:spcBef>
              <a:spcAft>
                <a:spcPct val="0"/>
              </a:spcAft>
              <a:defRPr sz="1300">
                <a:solidFill>
                  <a:schemeClr val="tx1"/>
                </a:solidFill>
                <a:latin typeface="Calibri" pitchFamily="34" charset="0"/>
                <a:ea typeface="宋体" pitchFamily="2" charset="-122"/>
              </a:defRPr>
            </a:lvl9pPr>
          </a:lstStyle>
          <a:p>
            <a:pPr eaLnBrk="1" hangingPunct="1">
              <a:spcBef>
                <a:spcPct val="0"/>
              </a:spcBef>
            </a:pPr>
            <a:fld id="{9CE0BF3A-5803-4F84-A628-0555DA9E218A}" type="slidenum">
              <a:rPr lang="zh-CN" altLang="en-US" smtClean="0"/>
              <a:pPr eaLnBrk="1" hangingPunct="1">
                <a:spcBef>
                  <a:spcPct val="0"/>
                </a:spcBef>
              </a:pPr>
              <a:t>13</a:t>
            </a:fld>
            <a:endParaRPr lang="zh-CN" altLang="en-US" smtClean="0"/>
          </a:p>
        </p:txBody>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9810" name="幻灯片图像占位符 1"/>
          <p:cNvSpPr>
            <a:spLocks noGrp="1" noRot="1" noChangeAspect="1" noTextEdit="1"/>
          </p:cNvSpPr>
          <p:nvPr>
            <p:ph type="sldImg"/>
          </p:nvPr>
        </p:nvSpPr>
        <p:spPr bwMode="auto">
          <a:noFill/>
          <a:ln>
            <a:solidFill>
              <a:srgbClr val="000000"/>
            </a:solidFill>
            <a:miter lim="800000"/>
            <a:headEnd/>
            <a:tailEnd/>
          </a:ln>
          <a:extLst>
            <a:ext uri="{909E8E84-426E-40DD-AFC4-6F175D3DCCD1}">
              <a14:hiddenFill xmlns:a14="http://schemas.microsoft.com/office/drawing/2010/main">
                <a:solidFill>
                  <a:srgbClr val="FFFFFF"/>
                </a:solidFill>
              </a14:hiddenFill>
            </a:ext>
          </a:extLst>
        </p:spPr>
      </p:sp>
      <p:sp>
        <p:nvSpPr>
          <p:cNvPr id="119811" name="备注占位符 2"/>
          <p:cNvSpPr>
            <a:spLocks noGrp="1"/>
          </p:cNvSpPr>
          <p:nvPr>
            <p:ph type="body" idx="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t" anchorCtr="0" compatLnSpc="1">
            <a:prstTxWarp prst="textNoShape">
              <a:avLst/>
            </a:prstTxWarp>
          </a:bodyPr>
          <a:lstStyle/>
          <a:p>
            <a:pPr eaLnBrk="1" hangingPunct="1"/>
            <a:endParaRPr lang="zh-CN" altLang="en-US" smtClean="0"/>
          </a:p>
        </p:txBody>
      </p:sp>
      <p:sp>
        <p:nvSpPr>
          <p:cNvPr id="119812" name="灯片编号占位符 3"/>
          <p:cNvSpPr>
            <a:spLocks noGrp="1"/>
          </p:cNvSpPr>
          <p:nvPr>
            <p:ph type="sldNum" sz="quarter" idx="5"/>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Ctr="0" compatLnSpc="1">
            <a:prstTxWarp prst="textNoShape">
              <a:avLst/>
            </a:prstTxWarp>
          </a:bodyPr>
          <a:lstStyle>
            <a:lvl1pPr eaLnBrk="0" hangingPunct="0">
              <a:spcBef>
                <a:spcPct val="30000"/>
              </a:spcBef>
              <a:defRPr sz="1300">
                <a:solidFill>
                  <a:schemeClr val="tx1"/>
                </a:solidFill>
                <a:latin typeface="Calibri" pitchFamily="34" charset="0"/>
                <a:ea typeface="宋体" pitchFamily="2" charset="-122"/>
              </a:defRPr>
            </a:lvl1pPr>
            <a:lvl2pPr marL="804763" indent="-309524" eaLnBrk="0" hangingPunct="0">
              <a:spcBef>
                <a:spcPct val="30000"/>
              </a:spcBef>
              <a:defRPr sz="1300">
                <a:solidFill>
                  <a:schemeClr val="tx1"/>
                </a:solidFill>
                <a:latin typeface="Calibri" pitchFamily="34" charset="0"/>
                <a:ea typeface="宋体" pitchFamily="2" charset="-122"/>
              </a:defRPr>
            </a:lvl2pPr>
            <a:lvl3pPr marL="1238098" indent="-247620" eaLnBrk="0" hangingPunct="0">
              <a:spcBef>
                <a:spcPct val="30000"/>
              </a:spcBef>
              <a:defRPr sz="1300">
                <a:solidFill>
                  <a:schemeClr val="tx1"/>
                </a:solidFill>
                <a:latin typeface="Calibri" pitchFamily="34" charset="0"/>
                <a:ea typeface="宋体" pitchFamily="2" charset="-122"/>
              </a:defRPr>
            </a:lvl3pPr>
            <a:lvl4pPr marL="1733337" indent="-247620" eaLnBrk="0" hangingPunct="0">
              <a:spcBef>
                <a:spcPct val="30000"/>
              </a:spcBef>
              <a:defRPr sz="1300">
                <a:solidFill>
                  <a:schemeClr val="tx1"/>
                </a:solidFill>
                <a:latin typeface="Calibri" pitchFamily="34" charset="0"/>
                <a:ea typeface="宋体" pitchFamily="2" charset="-122"/>
              </a:defRPr>
            </a:lvl4pPr>
            <a:lvl5pPr marL="2228576" indent="-247620" eaLnBrk="0" hangingPunct="0">
              <a:spcBef>
                <a:spcPct val="30000"/>
              </a:spcBef>
              <a:defRPr sz="1300">
                <a:solidFill>
                  <a:schemeClr val="tx1"/>
                </a:solidFill>
                <a:latin typeface="Calibri" pitchFamily="34" charset="0"/>
                <a:ea typeface="宋体" pitchFamily="2" charset="-122"/>
              </a:defRPr>
            </a:lvl5pPr>
            <a:lvl6pPr marL="2723815" indent="-247620" eaLnBrk="0" fontAlgn="base" hangingPunct="0">
              <a:spcBef>
                <a:spcPct val="30000"/>
              </a:spcBef>
              <a:spcAft>
                <a:spcPct val="0"/>
              </a:spcAft>
              <a:defRPr sz="1300">
                <a:solidFill>
                  <a:schemeClr val="tx1"/>
                </a:solidFill>
                <a:latin typeface="Calibri" pitchFamily="34" charset="0"/>
                <a:ea typeface="宋体" pitchFamily="2" charset="-122"/>
              </a:defRPr>
            </a:lvl6pPr>
            <a:lvl7pPr marL="3219054" indent="-247620" eaLnBrk="0" fontAlgn="base" hangingPunct="0">
              <a:spcBef>
                <a:spcPct val="30000"/>
              </a:spcBef>
              <a:spcAft>
                <a:spcPct val="0"/>
              </a:spcAft>
              <a:defRPr sz="1300">
                <a:solidFill>
                  <a:schemeClr val="tx1"/>
                </a:solidFill>
                <a:latin typeface="Calibri" pitchFamily="34" charset="0"/>
                <a:ea typeface="宋体" pitchFamily="2" charset="-122"/>
              </a:defRPr>
            </a:lvl7pPr>
            <a:lvl8pPr marL="3714293" indent="-247620" eaLnBrk="0" fontAlgn="base" hangingPunct="0">
              <a:spcBef>
                <a:spcPct val="30000"/>
              </a:spcBef>
              <a:spcAft>
                <a:spcPct val="0"/>
              </a:spcAft>
              <a:defRPr sz="1300">
                <a:solidFill>
                  <a:schemeClr val="tx1"/>
                </a:solidFill>
                <a:latin typeface="Calibri" pitchFamily="34" charset="0"/>
                <a:ea typeface="宋体" pitchFamily="2" charset="-122"/>
              </a:defRPr>
            </a:lvl8pPr>
            <a:lvl9pPr marL="4209532" indent="-247620" eaLnBrk="0" fontAlgn="base" hangingPunct="0">
              <a:spcBef>
                <a:spcPct val="30000"/>
              </a:spcBef>
              <a:spcAft>
                <a:spcPct val="0"/>
              </a:spcAft>
              <a:defRPr sz="1300">
                <a:solidFill>
                  <a:schemeClr val="tx1"/>
                </a:solidFill>
                <a:latin typeface="Calibri" pitchFamily="34" charset="0"/>
                <a:ea typeface="宋体" pitchFamily="2" charset="-122"/>
              </a:defRPr>
            </a:lvl9pPr>
          </a:lstStyle>
          <a:p>
            <a:pPr eaLnBrk="1" hangingPunct="1">
              <a:spcBef>
                <a:spcPct val="0"/>
              </a:spcBef>
            </a:pPr>
            <a:fld id="{33C1D017-0471-4401-9F8E-6C4FC12FFA6F}" type="slidenum">
              <a:rPr lang="zh-CN" altLang="en-US" smtClean="0"/>
              <a:pPr eaLnBrk="1" hangingPunct="1">
                <a:spcBef>
                  <a:spcPct val="0"/>
                </a:spcBef>
              </a:pPr>
              <a:t>17</a:t>
            </a:fld>
            <a:endParaRPr lang="zh-CN" altLang="en-US" smtClean="0"/>
          </a:p>
        </p:txBody>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0834" name="幻灯片图像占位符 1"/>
          <p:cNvSpPr>
            <a:spLocks noGrp="1" noRot="1" noChangeAspect="1" noTextEdit="1"/>
          </p:cNvSpPr>
          <p:nvPr>
            <p:ph type="sldImg"/>
          </p:nvPr>
        </p:nvSpPr>
        <p:spPr bwMode="auto">
          <a:noFill/>
          <a:ln>
            <a:solidFill>
              <a:srgbClr val="000000"/>
            </a:solidFill>
            <a:miter lim="800000"/>
            <a:headEnd/>
            <a:tailEnd/>
          </a:ln>
          <a:extLst>
            <a:ext uri="{909E8E84-426E-40DD-AFC4-6F175D3DCCD1}">
              <a14:hiddenFill xmlns:a14="http://schemas.microsoft.com/office/drawing/2010/main">
                <a:solidFill>
                  <a:srgbClr val="FFFFFF"/>
                </a:solidFill>
              </a14:hiddenFill>
            </a:ext>
          </a:extLst>
        </p:spPr>
      </p:sp>
      <p:sp>
        <p:nvSpPr>
          <p:cNvPr id="120835" name="备注占位符 2"/>
          <p:cNvSpPr>
            <a:spLocks noGrp="1"/>
          </p:cNvSpPr>
          <p:nvPr>
            <p:ph type="body" idx="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t" anchorCtr="0" compatLnSpc="1">
            <a:prstTxWarp prst="textNoShape">
              <a:avLst/>
            </a:prstTxWarp>
          </a:bodyPr>
          <a:lstStyle/>
          <a:p>
            <a:pPr eaLnBrk="1" hangingPunct="1"/>
            <a:endParaRPr lang="zh-CN" altLang="en-US" smtClean="0"/>
          </a:p>
        </p:txBody>
      </p:sp>
      <p:sp>
        <p:nvSpPr>
          <p:cNvPr id="120836" name="灯片编号占位符 3"/>
          <p:cNvSpPr>
            <a:spLocks noGrp="1"/>
          </p:cNvSpPr>
          <p:nvPr>
            <p:ph type="sldNum" sz="quarter" idx="5"/>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Ctr="0" compatLnSpc="1">
            <a:prstTxWarp prst="textNoShape">
              <a:avLst/>
            </a:prstTxWarp>
          </a:bodyPr>
          <a:lstStyle>
            <a:lvl1pPr eaLnBrk="0" hangingPunct="0">
              <a:spcBef>
                <a:spcPct val="30000"/>
              </a:spcBef>
              <a:defRPr sz="1300">
                <a:solidFill>
                  <a:schemeClr val="tx1"/>
                </a:solidFill>
                <a:latin typeface="Calibri" pitchFamily="34" charset="0"/>
                <a:ea typeface="宋体" pitchFamily="2" charset="-122"/>
              </a:defRPr>
            </a:lvl1pPr>
            <a:lvl2pPr marL="804763" indent="-309524" eaLnBrk="0" hangingPunct="0">
              <a:spcBef>
                <a:spcPct val="30000"/>
              </a:spcBef>
              <a:defRPr sz="1300">
                <a:solidFill>
                  <a:schemeClr val="tx1"/>
                </a:solidFill>
                <a:latin typeface="Calibri" pitchFamily="34" charset="0"/>
                <a:ea typeface="宋体" pitchFamily="2" charset="-122"/>
              </a:defRPr>
            </a:lvl2pPr>
            <a:lvl3pPr marL="1238098" indent="-247620" eaLnBrk="0" hangingPunct="0">
              <a:spcBef>
                <a:spcPct val="30000"/>
              </a:spcBef>
              <a:defRPr sz="1300">
                <a:solidFill>
                  <a:schemeClr val="tx1"/>
                </a:solidFill>
                <a:latin typeface="Calibri" pitchFamily="34" charset="0"/>
                <a:ea typeface="宋体" pitchFamily="2" charset="-122"/>
              </a:defRPr>
            </a:lvl3pPr>
            <a:lvl4pPr marL="1733337" indent="-247620" eaLnBrk="0" hangingPunct="0">
              <a:spcBef>
                <a:spcPct val="30000"/>
              </a:spcBef>
              <a:defRPr sz="1300">
                <a:solidFill>
                  <a:schemeClr val="tx1"/>
                </a:solidFill>
                <a:latin typeface="Calibri" pitchFamily="34" charset="0"/>
                <a:ea typeface="宋体" pitchFamily="2" charset="-122"/>
              </a:defRPr>
            </a:lvl4pPr>
            <a:lvl5pPr marL="2228576" indent="-247620" eaLnBrk="0" hangingPunct="0">
              <a:spcBef>
                <a:spcPct val="30000"/>
              </a:spcBef>
              <a:defRPr sz="1300">
                <a:solidFill>
                  <a:schemeClr val="tx1"/>
                </a:solidFill>
                <a:latin typeface="Calibri" pitchFamily="34" charset="0"/>
                <a:ea typeface="宋体" pitchFamily="2" charset="-122"/>
              </a:defRPr>
            </a:lvl5pPr>
            <a:lvl6pPr marL="2723815" indent="-247620" eaLnBrk="0" fontAlgn="base" hangingPunct="0">
              <a:spcBef>
                <a:spcPct val="30000"/>
              </a:spcBef>
              <a:spcAft>
                <a:spcPct val="0"/>
              </a:spcAft>
              <a:defRPr sz="1300">
                <a:solidFill>
                  <a:schemeClr val="tx1"/>
                </a:solidFill>
                <a:latin typeface="Calibri" pitchFamily="34" charset="0"/>
                <a:ea typeface="宋体" pitchFamily="2" charset="-122"/>
              </a:defRPr>
            </a:lvl6pPr>
            <a:lvl7pPr marL="3219054" indent="-247620" eaLnBrk="0" fontAlgn="base" hangingPunct="0">
              <a:spcBef>
                <a:spcPct val="30000"/>
              </a:spcBef>
              <a:spcAft>
                <a:spcPct val="0"/>
              </a:spcAft>
              <a:defRPr sz="1300">
                <a:solidFill>
                  <a:schemeClr val="tx1"/>
                </a:solidFill>
                <a:latin typeface="Calibri" pitchFamily="34" charset="0"/>
                <a:ea typeface="宋体" pitchFamily="2" charset="-122"/>
              </a:defRPr>
            </a:lvl7pPr>
            <a:lvl8pPr marL="3714293" indent="-247620" eaLnBrk="0" fontAlgn="base" hangingPunct="0">
              <a:spcBef>
                <a:spcPct val="30000"/>
              </a:spcBef>
              <a:spcAft>
                <a:spcPct val="0"/>
              </a:spcAft>
              <a:defRPr sz="1300">
                <a:solidFill>
                  <a:schemeClr val="tx1"/>
                </a:solidFill>
                <a:latin typeface="Calibri" pitchFamily="34" charset="0"/>
                <a:ea typeface="宋体" pitchFamily="2" charset="-122"/>
              </a:defRPr>
            </a:lvl8pPr>
            <a:lvl9pPr marL="4209532" indent="-247620" eaLnBrk="0" fontAlgn="base" hangingPunct="0">
              <a:spcBef>
                <a:spcPct val="30000"/>
              </a:spcBef>
              <a:spcAft>
                <a:spcPct val="0"/>
              </a:spcAft>
              <a:defRPr sz="1300">
                <a:solidFill>
                  <a:schemeClr val="tx1"/>
                </a:solidFill>
                <a:latin typeface="Calibri" pitchFamily="34" charset="0"/>
                <a:ea typeface="宋体" pitchFamily="2" charset="-122"/>
              </a:defRPr>
            </a:lvl9pPr>
          </a:lstStyle>
          <a:p>
            <a:pPr eaLnBrk="1" hangingPunct="1">
              <a:spcBef>
                <a:spcPct val="0"/>
              </a:spcBef>
            </a:pPr>
            <a:fld id="{3A2433C9-90D8-4321-B694-A67E0855D221}" type="slidenum">
              <a:rPr lang="zh-CN" altLang="en-US" smtClean="0"/>
              <a:pPr eaLnBrk="1" hangingPunct="1">
                <a:spcBef>
                  <a:spcPct val="0"/>
                </a:spcBef>
              </a:pPr>
              <a:t>19</a:t>
            </a:fld>
            <a:endParaRPr lang="zh-CN" altLang="en-US" smtClean="0"/>
          </a:p>
        </p:txBody>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1858" name="幻灯片图像占位符 1"/>
          <p:cNvSpPr>
            <a:spLocks noGrp="1" noRot="1" noChangeAspect="1" noTextEdit="1"/>
          </p:cNvSpPr>
          <p:nvPr>
            <p:ph type="sldImg"/>
          </p:nvPr>
        </p:nvSpPr>
        <p:spPr bwMode="auto">
          <a:noFill/>
          <a:ln>
            <a:solidFill>
              <a:srgbClr val="000000"/>
            </a:solidFill>
            <a:miter lim="800000"/>
            <a:headEnd/>
            <a:tailEnd/>
          </a:ln>
          <a:extLst>
            <a:ext uri="{909E8E84-426E-40DD-AFC4-6F175D3DCCD1}">
              <a14:hiddenFill xmlns:a14="http://schemas.microsoft.com/office/drawing/2010/main">
                <a:solidFill>
                  <a:srgbClr val="FFFFFF"/>
                </a:solidFill>
              </a14:hiddenFill>
            </a:ext>
          </a:extLst>
        </p:spPr>
      </p:sp>
      <p:sp>
        <p:nvSpPr>
          <p:cNvPr id="121859" name="备注占位符 2"/>
          <p:cNvSpPr>
            <a:spLocks noGrp="1"/>
          </p:cNvSpPr>
          <p:nvPr>
            <p:ph type="body" idx="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t" anchorCtr="0" compatLnSpc="1">
            <a:prstTxWarp prst="textNoShape">
              <a:avLst/>
            </a:prstTxWarp>
          </a:bodyPr>
          <a:lstStyle/>
          <a:p>
            <a:pPr eaLnBrk="1" hangingPunct="1"/>
            <a:endParaRPr lang="zh-CN" altLang="en-US" smtClean="0"/>
          </a:p>
        </p:txBody>
      </p:sp>
      <p:sp>
        <p:nvSpPr>
          <p:cNvPr id="121860" name="灯片编号占位符 3"/>
          <p:cNvSpPr>
            <a:spLocks noGrp="1"/>
          </p:cNvSpPr>
          <p:nvPr>
            <p:ph type="sldNum" sz="quarter" idx="5"/>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Ctr="0" compatLnSpc="1">
            <a:prstTxWarp prst="textNoShape">
              <a:avLst/>
            </a:prstTxWarp>
          </a:bodyPr>
          <a:lstStyle>
            <a:lvl1pPr eaLnBrk="0" hangingPunct="0">
              <a:spcBef>
                <a:spcPct val="30000"/>
              </a:spcBef>
              <a:defRPr sz="1300">
                <a:solidFill>
                  <a:schemeClr val="tx1"/>
                </a:solidFill>
                <a:latin typeface="Calibri" pitchFamily="34" charset="0"/>
                <a:ea typeface="宋体" pitchFamily="2" charset="-122"/>
              </a:defRPr>
            </a:lvl1pPr>
            <a:lvl2pPr marL="804763" indent="-309524" eaLnBrk="0" hangingPunct="0">
              <a:spcBef>
                <a:spcPct val="30000"/>
              </a:spcBef>
              <a:defRPr sz="1300">
                <a:solidFill>
                  <a:schemeClr val="tx1"/>
                </a:solidFill>
                <a:latin typeface="Calibri" pitchFamily="34" charset="0"/>
                <a:ea typeface="宋体" pitchFamily="2" charset="-122"/>
              </a:defRPr>
            </a:lvl2pPr>
            <a:lvl3pPr marL="1238098" indent="-247620" eaLnBrk="0" hangingPunct="0">
              <a:spcBef>
                <a:spcPct val="30000"/>
              </a:spcBef>
              <a:defRPr sz="1300">
                <a:solidFill>
                  <a:schemeClr val="tx1"/>
                </a:solidFill>
                <a:latin typeface="Calibri" pitchFamily="34" charset="0"/>
                <a:ea typeface="宋体" pitchFamily="2" charset="-122"/>
              </a:defRPr>
            </a:lvl3pPr>
            <a:lvl4pPr marL="1733337" indent="-247620" eaLnBrk="0" hangingPunct="0">
              <a:spcBef>
                <a:spcPct val="30000"/>
              </a:spcBef>
              <a:defRPr sz="1300">
                <a:solidFill>
                  <a:schemeClr val="tx1"/>
                </a:solidFill>
                <a:latin typeface="Calibri" pitchFamily="34" charset="0"/>
                <a:ea typeface="宋体" pitchFamily="2" charset="-122"/>
              </a:defRPr>
            </a:lvl4pPr>
            <a:lvl5pPr marL="2228576" indent="-247620" eaLnBrk="0" hangingPunct="0">
              <a:spcBef>
                <a:spcPct val="30000"/>
              </a:spcBef>
              <a:defRPr sz="1300">
                <a:solidFill>
                  <a:schemeClr val="tx1"/>
                </a:solidFill>
                <a:latin typeface="Calibri" pitchFamily="34" charset="0"/>
                <a:ea typeface="宋体" pitchFamily="2" charset="-122"/>
              </a:defRPr>
            </a:lvl5pPr>
            <a:lvl6pPr marL="2723815" indent="-247620" eaLnBrk="0" fontAlgn="base" hangingPunct="0">
              <a:spcBef>
                <a:spcPct val="30000"/>
              </a:spcBef>
              <a:spcAft>
                <a:spcPct val="0"/>
              </a:spcAft>
              <a:defRPr sz="1300">
                <a:solidFill>
                  <a:schemeClr val="tx1"/>
                </a:solidFill>
                <a:latin typeface="Calibri" pitchFamily="34" charset="0"/>
                <a:ea typeface="宋体" pitchFamily="2" charset="-122"/>
              </a:defRPr>
            </a:lvl6pPr>
            <a:lvl7pPr marL="3219054" indent="-247620" eaLnBrk="0" fontAlgn="base" hangingPunct="0">
              <a:spcBef>
                <a:spcPct val="30000"/>
              </a:spcBef>
              <a:spcAft>
                <a:spcPct val="0"/>
              </a:spcAft>
              <a:defRPr sz="1300">
                <a:solidFill>
                  <a:schemeClr val="tx1"/>
                </a:solidFill>
                <a:latin typeface="Calibri" pitchFamily="34" charset="0"/>
                <a:ea typeface="宋体" pitchFamily="2" charset="-122"/>
              </a:defRPr>
            </a:lvl7pPr>
            <a:lvl8pPr marL="3714293" indent="-247620" eaLnBrk="0" fontAlgn="base" hangingPunct="0">
              <a:spcBef>
                <a:spcPct val="30000"/>
              </a:spcBef>
              <a:spcAft>
                <a:spcPct val="0"/>
              </a:spcAft>
              <a:defRPr sz="1300">
                <a:solidFill>
                  <a:schemeClr val="tx1"/>
                </a:solidFill>
                <a:latin typeface="Calibri" pitchFamily="34" charset="0"/>
                <a:ea typeface="宋体" pitchFamily="2" charset="-122"/>
              </a:defRPr>
            </a:lvl8pPr>
            <a:lvl9pPr marL="4209532" indent="-247620" eaLnBrk="0" fontAlgn="base" hangingPunct="0">
              <a:spcBef>
                <a:spcPct val="30000"/>
              </a:spcBef>
              <a:spcAft>
                <a:spcPct val="0"/>
              </a:spcAft>
              <a:defRPr sz="1300">
                <a:solidFill>
                  <a:schemeClr val="tx1"/>
                </a:solidFill>
                <a:latin typeface="Calibri" pitchFamily="34" charset="0"/>
                <a:ea typeface="宋体" pitchFamily="2" charset="-122"/>
              </a:defRPr>
            </a:lvl9pPr>
          </a:lstStyle>
          <a:p>
            <a:pPr eaLnBrk="1" hangingPunct="1">
              <a:spcBef>
                <a:spcPct val="0"/>
              </a:spcBef>
            </a:pPr>
            <a:fld id="{54AC465A-FC3A-4C20-B62A-44EC28947E20}" type="slidenum">
              <a:rPr lang="zh-CN" altLang="en-US" smtClean="0"/>
              <a:pPr eaLnBrk="1" hangingPunct="1">
                <a:spcBef>
                  <a:spcPct val="0"/>
                </a:spcBef>
              </a:pPr>
              <a:t>21</a:t>
            </a:fld>
            <a:endParaRPr lang="zh-CN" altLang="en-US" smtClean="0"/>
          </a:p>
        </p:txBody>
      </p:sp>
    </p:spTree>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10"/>
          </p:nvPr>
        </p:nvSpPr>
        <p:spPr/>
        <p:txBody>
          <a:bodyPr/>
          <a:lstStyle/>
          <a:p>
            <a:pPr>
              <a:defRPr/>
            </a:pPr>
            <a:fld id="{8E0EE677-867B-47A8-8A3F-CB96BBD465DB}" type="slidenum">
              <a:rPr lang="zh-CN" altLang="en-US" smtClean="0"/>
              <a:pPr>
                <a:defRPr/>
              </a:pPr>
              <a:t>22</a:t>
            </a:fld>
            <a:endParaRPr lang="zh-CN" altLang="en-US"/>
          </a:p>
        </p:txBody>
      </p:sp>
    </p:spTree>
    <p:extLst>
      <p:ext uri="{BB962C8B-B14F-4D97-AF65-F5344CB8AC3E}">
        <p14:creationId xmlns:p14="http://schemas.microsoft.com/office/powerpoint/2010/main" val="2338819708"/>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zh-CN" altLang="en-US" dirty="0" smtClean="0"/>
              <a:t>如对所有单位数据域的第</a:t>
            </a:r>
            <a:r>
              <a:rPr lang="en-US" altLang="zh-CN" dirty="0" smtClean="0"/>
              <a:t>1</a:t>
            </a:r>
            <a:r>
              <a:rPr lang="zh-CN" altLang="en-US" dirty="0" smtClean="0"/>
              <a:t>位作奇偶校验，对第</a:t>
            </a:r>
            <a:r>
              <a:rPr lang="en-US" altLang="zh-CN" dirty="0" smtClean="0"/>
              <a:t>2</a:t>
            </a:r>
            <a:r>
              <a:rPr lang="zh-CN" altLang="en-US" dirty="0" smtClean="0"/>
              <a:t>位作奇偶校验，如此等等。</a:t>
            </a:r>
            <a:endParaRPr lang="en-US" altLang="zh-CN" dirty="0" smtClean="0"/>
          </a:p>
          <a:p>
            <a:r>
              <a:rPr lang="zh-CN" altLang="en-US" dirty="0" smtClean="0"/>
              <a:t>提高了发现多比特错误和突发错误的可能性。</a:t>
            </a:r>
            <a:endParaRPr lang="en-US" altLang="zh-CN" dirty="0" smtClean="0"/>
          </a:p>
          <a:p>
            <a:r>
              <a:rPr lang="zh-CN" altLang="en-US" dirty="0" smtClean="0"/>
              <a:t>在某个单位数据域内有两个数据位出现传输错误，而另一个单位数据域内相同位置碰巧也有两个数据位出现传输错误，则</a:t>
            </a:r>
            <a:r>
              <a:rPr lang="en-US" altLang="zh-CN" dirty="0" smtClean="0"/>
              <a:t>LRC</a:t>
            </a:r>
            <a:r>
              <a:rPr lang="zh-CN" altLang="en-US" dirty="0" smtClean="0"/>
              <a:t>结果会认为没有错误。</a:t>
            </a:r>
            <a:endParaRPr lang="zh-CN" altLang="en-US" dirty="0"/>
          </a:p>
        </p:txBody>
      </p:sp>
      <p:sp>
        <p:nvSpPr>
          <p:cNvPr id="4" name="灯片编号占位符 3"/>
          <p:cNvSpPr>
            <a:spLocks noGrp="1"/>
          </p:cNvSpPr>
          <p:nvPr>
            <p:ph type="sldNum" sz="quarter" idx="10"/>
          </p:nvPr>
        </p:nvSpPr>
        <p:spPr/>
        <p:txBody>
          <a:bodyPr/>
          <a:lstStyle/>
          <a:p>
            <a:pPr>
              <a:defRPr/>
            </a:pPr>
            <a:fld id="{8E0EE677-867B-47A8-8A3F-CB96BBD465DB}" type="slidenum">
              <a:rPr lang="zh-CN" altLang="en-US" smtClean="0"/>
              <a:pPr>
                <a:defRPr/>
              </a:pPr>
              <a:t>26</a:t>
            </a:fld>
            <a:endParaRPr lang="zh-CN" altLang="en-US"/>
          </a:p>
        </p:txBody>
      </p:sp>
    </p:spTree>
    <p:extLst>
      <p:ext uri="{BB962C8B-B14F-4D97-AF65-F5344CB8AC3E}">
        <p14:creationId xmlns:p14="http://schemas.microsoft.com/office/powerpoint/2010/main" val="2921149532"/>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3906" name="幻灯片图像占位符 1"/>
          <p:cNvSpPr>
            <a:spLocks noGrp="1" noRot="1" noChangeAspect="1" noTextEdit="1"/>
          </p:cNvSpPr>
          <p:nvPr>
            <p:ph type="sldImg"/>
          </p:nvPr>
        </p:nvSpPr>
        <p:spPr bwMode="auto">
          <a:noFill/>
          <a:ln>
            <a:solidFill>
              <a:srgbClr val="000000"/>
            </a:solidFill>
            <a:miter lim="800000"/>
            <a:headEnd/>
            <a:tailEnd/>
          </a:ln>
          <a:extLst>
            <a:ext uri="{909E8E84-426E-40DD-AFC4-6F175D3DCCD1}">
              <a14:hiddenFill xmlns:a14="http://schemas.microsoft.com/office/drawing/2010/main">
                <a:solidFill>
                  <a:srgbClr val="FFFFFF"/>
                </a:solidFill>
              </a14:hiddenFill>
            </a:ext>
          </a:extLst>
        </p:spPr>
      </p:sp>
      <p:sp>
        <p:nvSpPr>
          <p:cNvPr id="123907" name="备注占位符 2"/>
          <p:cNvSpPr>
            <a:spLocks noGrp="1"/>
          </p:cNvSpPr>
          <p:nvPr>
            <p:ph type="body" idx="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t" anchorCtr="0" compatLnSpc="1">
            <a:prstTxWarp prst="textNoShape">
              <a:avLst/>
            </a:prstTxWarp>
          </a:bodyPr>
          <a:lstStyle/>
          <a:p>
            <a:pPr eaLnBrk="1" hangingPunct="1"/>
            <a:endParaRPr lang="zh-CN" altLang="en-US" dirty="0" smtClean="0"/>
          </a:p>
        </p:txBody>
      </p:sp>
      <p:sp>
        <p:nvSpPr>
          <p:cNvPr id="123908" name="灯片编号占位符 3"/>
          <p:cNvSpPr>
            <a:spLocks noGrp="1"/>
          </p:cNvSpPr>
          <p:nvPr>
            <p:ph type="sldNum" sz="quarter" idx="5"/>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Ctr="0" compatLnSpc="1">
            <a:prstTxWarp prst="textNoShape">
              <a:avLst/>
            </a:prstTxWarp>
          </a:bodyPr>
          <a:lstStyle>
            <a:lvl1pPr eaLnBrk="0" hangingPunct="0">
              <a:spcBef>
                <a:spcPct val="30000"/>
              </a:spcBef>
              <a:defRPr sz="1300">
                <a:solidFill>
                  <a:schemeClr val="tx1"/>
                </a:solidFill>
                <a:latin typeface="Calibri" pitchFamily="34" charset="0"/>
                <a:ea typeface="宋体" pitchFamily="2" charset="-122"/>
              </a:defRPr>
            </a:lvl1pPr>
            <a:lvl2pPr marL="804763" indent="-309524" eaLnBrk="0" hangingPunct="0">
              <a:spcBef>
                <a:spcPct val="30000"/>
              </a:spcBef>
              <a:defRPr sz="1300">
                <a:solidFill>
                  <a:schemeClr val="tx1"/>
                </a:solidFill>
                <a:latin typeface="Calibri" pitchFamily="34" charset="0"/>
                <a:ea typeface="宋体" pitchFamily="2" charset="-122"/>
              </a:defRPr>
            </a:lvl2pPr>
            <a:lvl3pPr marL="1238098" indent="-247620" eaLnBrk="0" hangingPunct="0">
              <a:spcBef>
                <a:spcPct val="30000"/>
              </a:spcBef>
              <a:defRPr sz="1300">
                <a:solidFill>
                  <a:schemeClr val="tx1"/>
                </a:solidFill>
                <a:latin typeface="Calibri" pitchFamily="34" charset="0"/>
                <a:ea typeface="宋体" pitchFamily="2" charset="-122"/>
              </a:defRPr>
            </a:lvl3pPr>
            <a:lvl4pPr marL="1733337" indent="-247620" eaLnBrk="0" hangingPunct="0">
              <a:spcBef>
                <a:spcPct val="30000"/>
              </a:spcBef>
              <a:defRPr sz="1300">
                <a:solidFill>
                  <a:schemeClr val="tx1"/>
                </a:solidFill>
                <a:latin typeface="Calibri" pitchFamily="34" charset="0"/>
                <a:ea typeface="宋体" pitchFamily="2" charset="-122"/>
              </a:defRPr>
            </a:lvl4pPr>
            <a:lvl5pPr marL="2228576" indent="-247620" eaLnBrk="0" hangingPunct="0">
              <a:spcBef>
                <a:spcPct val="30000"/>
              </a:spcBef>
              <a:defRPr sz="1300">
                <a:solidFill>
                  <a:schemeClr val="tx1"/>
                </a:solidFill>
                <a:latin typeface="Calibri" pitchFamily="34" charset="0"/>
                <a:ea typeface="宋体" pitchFamily="2" charset="-122"/>
              </a:defRPr>
            </a:lvl5pPr>
            <a:lvl6pPr marL="2723815" indent="-247620" eaLnBrk="0" fontAlgn="base" hangingPunct="0">
              <a:spcBef>
                <a:spcPct val="30000"/>
              </a:spcBef>
              <a:spcAft>
                <a:spcPct val="0"/>
              </a:spcAft>
              <a:defRPr sz="1300">
                <a:solidFill>
                  <a:schemeClr val="tx1"/>
                </a:solidFill>
                <a:latin typeface="Calibri" pitchFamily="34" charset="0"/>
                <a:ea typeface="宋体" pitchFamily="2" charset="-122"/>
              </a:defRPr>
            </a:lvl6pPr>
            <a:lvl7pPr marL="3219054" indent="-247620" eaLnBrk="0" fontAlgn="base" hangingPunct="0">
              <a:spcBef>
                <a:spcPct val="30000"/>
              </a:spcBef>
              <a:spcAft>
                <a:spcPct val="0"/>
              </a:spcAft>
              <a:defRPr sz="1300">
                <a:solidFill>
                  <a:schemeClr val="tx1"/>
                </a:solidFill>
                <a:latin typeface="Calibri" pitchFamily="34" charset="0"/>
                <a:ea typeface="宋体" pitchFamily="2" charset="-122"/>
              </a:defRPr>
            </a:lvl7pPr>
            <a:lvl8pPr marL="3714293" indent="-247620" eaLnBrk="0" fontAlgn="base" hangingPunct="0">
              <a:spcBef>
                <a:spcPct val="30000"/>
              </a:spcBef>
              <a:spcAft>
                <a:spcPct val="0"/>
              </a:spcAft>
              <a:defRPr sz="1300">
                <a:solidFill>
                  <a:schemeClr val="tx1"/>
                </a:solidFill>
                <a:latin typeface="Calibri" pitchFamily="34" charset="0"/>
                <a:ea typeface="宋体" pitchFamily="2" charset="-122"/>
              </a:defRPr>
            </a:lvl8pPr>
            <a:lvl9pPr marL="4209532" indent="-247620" eaLnBrk="0" fontAlgn="base" hangingPunct="0">
              <a:spcBef>
                <a:spcPct val="30000"/>
              </a:spcBef>
              <a:spcAft>
                <a:spcPct val="0"/>
              </a:spcAft>
              <a:defRPr sz="1300">
                <a:solidFill>
                  <a:schemeClr val="tx1"/>
                </a:solidFill>
                <a:latin typeface="Calibri" pitchFamily="34" charset="0"/>
                <a:ea typeface="宋体" pitchFamily="2" charset="-122"/>
              </a:defRPr>
            </a:lvl9pPr>
          </a:lstStyle>
          <a:p>
            <a:pPr eaLnBrk="1" hangingPunct="1">
              <a:spcBef>
                <a:spcPct val="0"/>
              </a:spcBef>
            </a:pPr>
            <a:fld id="{28AED4B8-6902-4838-85B9-99DD73AB6B62}" type="slidenum">
              <a:rPr lang="zh-CN" altLang="en-US" smtClean="0"/>
              <a:pPr eaLnBrk="1" hangingPunct="1">
                <a:spcBef>
                  <a:spcPct val="0"/>
                </a:spcBef>
              </a:pPr>
              <a:t>28</a:t>
            </a:fld>
            <a:endParaRPr lang="zh-CN" altLang="en-US" smtClean="0"/>
          </a:p>
        </p:txBody>
      </p:sp>
    </p:spTree>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4930" name="幻灯片图像占位符 1"/>
          <p:cNvSpPr>
            <a:spLocks noGrp="1" noRot="1" noChangeAspect="1" noTextEdit="1"/>
          </p:cNvSpPr>
          <p:nvPr>
            <p:ph type="sldImg"/>
          </p:nvPr>
        </p:nvSpPr>
        <p:spPr bwMode="auto">
          <a:noFill/>
          <a:ln>
            <a:solidFill>
              <a:srgbClr val="000000"/>
            </a:solidFill>
            <a:miter lim="800000"/>
            <a:headEnd/>
            <a:tailEnd/>
          </a:ln>
          <a:extLst>
            <a:ext uri="{909E8E84-426E-40DD-AFC4-6F175D3DCCD1}">
              <a14:hiddenFill xmlns:a14="http://schemas.microsoft.com/office/drawing/2010/main">
                <a:solidFill>
                  <a:srgbClr val="FFFFFF"/>
                </a:solidFill>
              </a14:hiddenFill>
            </a:ext>
          </a:extLst>
        </p:spPr>
      </p:sp>
      <p:sp>
        <p:nvSpPr>
          <p:cNvPr id="124931" name="备注占位符 2"/>
          <p:cNvSpPr>
            <a:spLocks noGrp="1"/>
          </p:cNvSpPr>
          <p:nvPr>
            <p:ph type="body" idx="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t" anchorCtr="0" compatLnSpc="1">
            <a:prstTxWarp prst="textNoShape">
              <a:avLst/>
            </a:prstTxWarp>
          </a:bodyPr>
          <a:lstStyle/>
          <a:p>
            <a:pPr eaLnBrk="1" hangingPunct="1"/>
            <a:endParaRPr lang="zh-CN" altLang="en-US" smtClean="0"/>
          </a:p>
        </p:txBody>
      </p:sp>
      <p:sp>
        <p:nvSpPr>
          <p:cNvPr id="124932" name="灯片编号占位符 3"/>
          <p:cNvSpPr>
            <a:spLocks noGrp="1"/>
          </p:cNvSpPr>
          <p:nvPr>
            <p:ph type="sldNum" sz="quarter" idx="5"/>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Ctr="0" compatLnSpc="1">
            <a:prstTxWarp prst="textNoShape">
              <a:avLst/>
            </a:prstTxWarp>
          </a:bodyPr>
          <a:lstStyle>
            <a:lvl1pPr eaLnBrk="0" hangingPunct="0">
              <a:spcBef>
                <a:spcPct val="30000"/>
              </a:spcBef>
              <a:defRPr sz="1300">
                <a:solidFill>
                  <a:schemeClr val="tx1"/>
                </a:solidFill>
                <a:latin typeface="Calibri" pitchFamily="34" charset="0"/>
                <a:ea typeface="宋体" pitchFamily="2" charset="-122"/>
              </a:defRPr>
            </a:lvl1pPr>
            <a:lvl2pPr marL="804763" indent="-309524" eaLnBrk="0" hangingPunct="0">
              <a:spcBef>
                <a:spcPct val="30000"/>
              </a:spcBef>
              <a:defRPr sz="1300">
                <a:solidFill>
                  <a:schemeClr val="tx1"/>
                </a:solidFill>
                <a:latin typeface="Calibri" pitchFamily="34" charset="0"/>
                <a:ea typeface="宋体" pitchFamily="2" charset="-122"/>
              </a:defRPr>
            </a:lvl2pPr>
            <a:lvl3pPr marL="1238098" indent="-247620" eaLnBrk="0" hangingPunct="0">
              <a:spcBef>
                <a:spcPct val="30000"/>
              </a:spcBef>
              <a:defRPr sz="1300">
                <a:solidFill>
                  <a:schemeClr val="tx1"/>
                </a:solidFill>
                <a:latin typeface="Calibri" pitchFamily="34" charset="0"/>
                <a:ea typeface="宋体" pitchFamily="2" charset="-122"/>
              </a:defRPr>
            </a:lvl3pPr>
            <a:lvl4pPr marL="1733337" indent="-247620" eaLnBrk="0" hangingPunct="0">
              <a:spcBef>
                <a:spcPct val="30000"/>
              </a:spcBef>
              <a:defRPr sz="1300">
                <a:solidFill>
                  <a:schemeClr val="tx1"/>
                </a:solidFill>
                <a:latin typeface="Calibri" pitchFamily="34" charset="0"/>
                <a:ea typeface="宋体" pitchFamily="2" charset="-122"/>
              </a:defRPr>
            </a:lvl4pPr>
            <a:lvl5pPr marL="2228576" indent="-247620" eaLnBrk="0" hangingPunct="0">
              <a:spcBef>
                <a:spcPct val="30000"/>
              </a:spcBef>
              <a:defRPr sz="1300">
                <a:solidFill>
                  <a:schemeClr val="tx1"/>
                </a:solidFill>
                <a:latin typeface="Calibri" pitchFamily="34" charset="0"/>
                <a:ea typeface="宋体" pitchFamily="2" charset="-122"/>
              </a:defRPr>
            </a:lvl5pPr>
            <a:lvl6pPr marL="2723815" indent="-247620" eaLnBrk="0" fontAlgn="base" hangingPunct="0">
              <a:spcBef>
                <a:spcPct val="30000"/>
              </a:spcBef>
              <a:spcAft>
                <a:spcPct val="0"/>
              </a:spcAft>
              <a:defRPr sz="1300">
                <a:solidFill>
                  <a:schemeClr val="tx1"/>
                </a:solidFill>
                <a:latin typeface="Calibri" pitchFamily="34" charset="0"/>
                <a:ea typeface="宋体" pitchFamily="2" charset="-122"/>
              </a:defRPr>
            </a:lvl6pPr>
            <a:lvl7pPr marL="3219054" indent="-247620" eaLnBrk="0" fontAlgn="base" hangingPunct="0">
              <a:spcBef>
                <a:spcPct val="30000"/>
              </a:spcBef>
              <a:spcAft>
                <a:spcPct val="0"/>
              </a:spcAft>
              <a:defRPr sz="1300">
                <a:solidFill>
                  <a:schemeClr val="tx1"/>
                </a:solidFill>
                <a:latin typeface="Calibri" pitchFamily="34" charset="0"/>
                <a:ea typeface="宋体" pitchFamily="2" charset="-122"/>
              </a:defRPr>
            </a:lvl7pPr>
            <a:lvl8pPr marL="3714293" indent="-247620" eaLnBrk="0" fontAlgn="base" hangingPunct="0">
              <a:spcBef>
                <a:spcPct val="30000"/>
              </a:spcBef>
              <a:spcAft>
                <a:spcPct val="0"/>
              </a:spcAft>
              <a:defRPr sz="1300">
                <a:solidFill>
                  <a:schemeClr val="tx1"/>
                </a:solidFill>
                <a:latin typeface="Calibri" pitchFamily="34" charset="0"/>
                <a:ea typeface="宋体" pitchFamily="2" charset="-122"/>
              </a:defRPr>
            </a:lvl8pPr>
            <a:lvl9pPr marL="4209532" indent="-247620" eaLnBrk="0" fontAlgn="base" hangingPunct="0">
              <a:spcBef>
                <a:spcPct val="30000"/>
              </a:spcBef>
              <a:spcAft>
                <a:spcPct val="0"/>
              </a:spcAft>
              <a:defRPr sz="1300">
                <a:solidFill>
                  <a:schemeClr val="tx1"/>
                </a:solidFill>
                <a:latin typeface="Calibri" pitchFamily="34" charset="0"/>
                <a:ea typeface="宋体" pitchFamily="2" charset="-122"/>
              </a:defRPr>
            </a:lvl9pPr>
          </a:lstStyle>
          <a:p>
            <a:pPr eaLnBrk="1" hangingPunct="1">
              <a:spcBef>
                <a:spcPct val="0"/>
              </a:spcBef>
            </a:pPr>
            <a:fld id="{01A7DF9B-204F-4C0C-9B96-923426AC9C05}" type="slidenum">
              <a:rPr lang="zh-CN" altLang="en-US" smtClean="0"/>
              <a:pPr eaLnBrk="1" hangingPunct="1">
                <a:spcBef>
                  <a:spcPct val="0"/>
                </a:spcBef>
              </a:pPr>
              <a:t>29</a:t>
            </a:fld>
            <a:endParaRPr lang="zh-CN" altLang="en-US" smtClean="0"/>
          </a:p>
        </p:txBody>
      </p:sp>
    </p:spTree>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zh-CN" altLang="en-US" dirty="0" smtClean="0"/>
              <a:t>数据 </a:t>
            </a:r>
            <a:r>
              <a:rPr lang="en-US" altLang="zh-CN" dirty="0" smtClean="0">
                <a:sym typeface="Wingdings" panose="05000000000000000000" pitchFamily="2" charset="2"/>
              </a:rPr>
              <a:t> </a:t>
            </a:r>
            <a:r>
              <a:rPr lang="zh-CN" altLang="en-US" dirty="0" smtClean="0">
                <a:sym typeface="Wingdings" panose="05000000000000000000" pitchFamily="2" charset="2"/>
              </a:rPr>
              <a:t>报文</a:t>
            </a:r>
            <a:endParaRPr lang="zh-CN" altLang="en-US" dirty="0"/>
          </a:p>
        </p:txBody>
      </p:sp>
      <p:sp>
        <p:nvSpPr>
          <p:cNvPr id="4" name="灯片编号占位符 3"/>
          <p:cNvSpPr>
            <a:spLocks noGrp="1"/>
          </p:cNvSpPr>
          <p:nvPr>
            <p:ph type="sldNum" sz="quarter" idx="10"/>
          </p:nvPr>
        </p:nvSpPr>
        <p:spPr/>
        <p:txBody>
          <a:bodyPr/>
          <a:lstStyle/>
          <a:p>
            <a:pPr>
              <a:defRPr/>
            </a:pPr>
            <a:fld id="{8E0EE677-867B-47A8-8A3F-CB96BBD465DB}" type="slidenum">
              <a:rPr lang="zh-CN" altLang="en-US" smtClean="0"/>
              <a:pPr>
                <a:defRPr/>
              </a:pPr>
              <a:t>33</a:t>
            </a:fld>
            <a:endParaRPr lang="zh-CN" altLang="en-US"/>
          </a:p>
        </p:txBody>
      </p:sp>
    </p:spTree>
    <p:extLst>
      <p:ext uri="{BB962C8B-B14F-4D97-AF65-F5344CB8AC3E}">
        <p14:creationId xmlns:p14="http://schemas.microsoft.com/office/powerpoint/2010/main" val="118669714"/>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zh-CN" altLang="en-US" dirty="0" smtClean="0"/>
              <a:t>数据 </a:t>
            </a:r>
            <a:r>
              <a:rPr lang="en-US" altLang="zh-CN" dirty="0" smtClean="0">
                <a:sym typeface="Wingdings" panose="05000000000000000000" pitchFamily="2" charset="2"/>
              </a:rPr>
              <a:t> </a:t>
            </a:r>
            <a:r>
              <a:rPr lang="zh-CN" altLang="en-US" smtClean="0">
                <a:sym typeface="Wingdings" panose="05000000000000000000" pitchFamily="2" charset="2"/>
              </a:rPr>
              <a:t>报文</a:t>
            </a:r>
            <a:endParaRPr lang="zh-CN" altLang="en-US"/>
          </a:p>
        </p:txBody>
      </p:sp>
      <p:sp>
        <p:nvSpPr>
          <p:cNvPr id="4" name="灯片编号占位符 3"/>
          <p:cNvSpPr>
            <a:spLocks noGrp="1"/>
          </p:cNvSpPr>
          <p:nvPr>
            <p:ph type="sldNum" sz="quarter" idx="10"/>
          </p:nvPr>
        </p:nvSpPr>
        <p:spPr/>
        <p:txBody>
          <a:bodyPr/>
          <a:lstStyle/>
          <a:p>
            <a:pPr>
              <a:defRPr/>
            </a:pPr>
            <a:fld id="{8E0EE677-867B-47A8-8A3F-CB96BBD465DB}" type="slidenum">
              <a:rPr lang="zh-CN" altLang="en-US" smtClean="0"/>
              <a:pPr>
                <a:defRPr/>
              </a:pPr>
              <a:t>34</a:t>
            </a:fld>
            <a:endParaRPr lang="zh-CN" altLang="en-US"/>
          </a:p>
        </p:txBody>
      </p:sp>
    </p:spTree>
    <p:extLst>
      <p:ext uri="{BB962C8B-B14F-4D97-AF65-F5344CB8AC3E}">
        <p14:creationId xmlns:p14="http://schemas.microsoft.com/office/powerpoint/2010/main" val="118669714"/>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8002" name="幻灯片图像占位符 1"/>
          <p:cNvSpPr>
            <a:spLocks noGrp="1" noRot="1" noChangeAspect="1" noTextEdit="1"/>
          </p:cNvSpPr>
          <p:nvPr>
            <p:ph type="sldImg"/>
          </p:nvPr>
        </p:nvSpPr>
        <p:spPr bwMode="auto">
          <a:noFill/>
          <a:ln>
            <a:solidFill>
              <a:srgbClr val="000000"/>
            </a:solidFill>
            <a:miter lim="800000"/>
            <a:headEnd/>
            <a:tailEnd/>
          </a:ln>
          <a:extLst>
            <a:ext uri="{909E8E84-426E-40DD-AFC4-6F175D3DCCD1}">
              <a14:hiddenFill xmlns:a14="http://schemas.microsoft.com/office/drawing/2010/main">
                <a:solidFill>
                  <a:srgbClr val="FFFFFF"/>
                </a:solidFill>
              </a14:hiddenFill>
            </a:ext>
          </a:extLst>
        </p:spPr>
      </p:sp>
      <p:sp>
        <p:nvSpPr>
          <p:cNvPr id="128003" name="备注占位符 2"/>
          <p:cNvSpPr>
            <a:spLocks noGrp="1"/>
          </p:cNvSpPr>
          <p:nvPr>
            <p:ph type="body" idx="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t" anchorCtr="0" compatLnSpc="1">
            <a:prstTxWarp prst="textNoShape">
              <a:avLst/>
            </a:prstTxWarp>
          </a:bodyPr>
          <a:lstStyle/>
          <a:p>
            <a:pPr eaLnBrk="1" hangingPunct="1"/>
            <a:endParaRPr lang="zh-CN" altLang="en-US" smtClean="0"/>
          </a:p>
        </p:txBody>
      </p:sp>
      <p:sp>
        <p:nvSpPr>
          <p:cNvPr id="128004" name="灯片编号占位符 3"/>
          <p:cNvSpPr>
            <a:spLocks noGrp="1"/>
          </p:cNvSpPr>
          <p:nvPr>
            <p:ph type="sldNum" sz="quarter" idx="5"/>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Ctr="0" compatLnSpc="1">
            <a:prstTxWarp prst="textNoShape">
              <a:avLst/>
            </a:prstTxWarp>
          </a:bodyPr>
          <a:lstStyle>
            <a:lvl1pPr eaLnBrk="0" hangingPunct="0">
              <a:spcBef>
                <a:spcPct val="30000"/>
              </a:spcBef>
              <a:defRPr sz="1300">
                <a:solidFill>
                  <a:schemeClr val="tx1"/>
                </a:solidFill>
                <a:latin typeface="Calibri" pitchFamily="34" charset="0"/>
                <a:ea typeface="宋体" pitchFamily="2" charset="-122"/>
              </a:defRPr>
            </a:lvl1pPr>
            <a:lvl2pPr marL="804763" indent="-309524" eaLnBrk="0" hangingPunct="0">
              <a:spcBef>
                <a:spcPct val="30000"/>
              </a:spcBef>
              <a:defRPr sz="1300">
                <a:solidFill>
                  <a:schemeClr val="tx1"/>
                </a:solidFill>
                <a:latin typeface="Calibri" pitchFamily="34" charset="0"/>
                <a:ea typeface="宋体" pitchFamily="2" charset="-122"/>
              </a:defRPr>
            </a:lvl2pPr>
            <a:lvl3pPr marL="1238098" indent="-247620" eaLnBrk="0" hangingPunct="0">
              <a:spcBef>
                <a:spcPct val="30000"/>
              </a:spcBef>
              <a:defRPr sz="1300">
                <a:solidFill>
                  <a:schemeClr val="tx1"/>
                </a:solidFill>
                <a:latin typeface="Calibri" pitchFamily="34" charset="0"/>
                <a:ea typeface="宋体" pitchFamily="2" charset="-122"/>
              </a:defRPr>
            </a:lvl3pPr>
            <a:lvl4pPr marL="1733337" indent="-247620" eaLnBrk="0" hangingPunct="0">
              <a:spcBef>
                <a:spcPct val="30000"/>
              </a:spcBef>
              <a:defRPr sz="1300">
                <a:solidFill>
                  <a:schemeClr val="tx1"/>
                </a:solidFill>
                <a:latin typeface="Calibri" pitchFamily="34" charset="0"/>
                <a:ea typeface="宋体" pitchFamily="2" charset="-122"/>
              </a:defRPr>
            </a:lvl4pPr>
            <a:lvl5pPr marL="2228576" indent="-247620" eaLnBrk="0" hangingPunct="0">
              <a:spcBef>
                <a:spcPct val="30000"/>
              </a:spcBef>
              <a:defRPr sz="1300">
                <a:solidFill>
                  <a:schemeClr val="tx1"/>
                </a:solidFill>
                <a:latin typeface="Calibri" pitchFamily="34" charset="0"/>
                <a:ea typeface="宋体" pitchFamily="2" charset="-122"/>
              </a:defRPr>
            </a:lvl5pPr>
            <a:lvl6pPr marL="2723815" indent="-247620" eaLnBrk="0" fontAlgn="base" hangingPunct="0">
              <a:spcBef>
                <a:spcPct val="30000"/>
              </a:spcBef>
              <a:spcAft>
                <a:spcPct val="0"/>
              </a:spcAft>
              <a:defRPr sz="1300">
                <a:solidFill>
                  <a:schemeClr val="tx1"/>
                </a:solidFill>
                <a:latin typeface="Calibri" pitchFamily="34" charset="0"/>
                <a:ea typeface="宋体" pitchFamily="2" charset="-122"/>
              </a:defRPr>
            </a:lvl6pPr>
            <a:lvl7pPr marL="3219054" indent="-247620" eaLnBrk="0" fontAlgn="base" hangingPunct="0">
              <a:spcBef>
                <a:spcPct val="30000"/>
              </a:spcBef>
              <a:spcAft>
                <a:spcPct val="0"/>
              </a:spcAft>
              <a:defRPr sz="1300">
                <a:solidFill>
                  <a:schemeClr val="tx1"/>
                </a:solidFill>
                <a:latin typeface="Calibri" pitchFamily="34" charset="0"/>
                <a:ea typeface="宋体" pitchFamily="2" charset="-122"/>
              </a:defRPr>
            </a:lvl7pPr>
            <a:lvl8pPr marL="3714293" indent="-247620" eaLnBrk="0" fontAlgn="base" hangingPunct="0">
              <a:spcBef>
                <a:spcPct val="30000"/>
              </a:spcBef>
              <a:spcAft>
                <a:spcPct val="0"/>
              </a:spcAft>
              <a:defRPr sz="1300">
                <a:solidFill>
                  <a:schemeClr val="tx1"/>
                </a:solidFill>
                <a:latin typeface="Calibri" pitchFamily="34" charset="0"/>
                <a:ea typeface="宋体" pitchFamily="2" charset="-122"/>
              </a:defRPr>
            </a:lvl8pPr>
            <a:lvl9pPr marL="4209532" indent="-247620" eaLnBrk="0" fontAlgn="base" hangingPunct="0">
              <a:spcBef>
                <a:spcPct val="30000"/>
              </a:spcBef>
              <a:spcAft>
                <a:spcPct val="0"/>
              </a:spcAft>
              <a:defRPr sz="1300">
                <a:solidFill>
                  <a:schemeClr val="tx1"/>
                </a:solidFill>
                <a:latin typeface="Calibri" pitchFamily="34" charset="0"/>
                <a:ea typeface="宋体" pitchFamily="2" charset="-122"/>
              </a:defRPr>
            </a:lvl9pPr>
          </a:lstStyle>
          <a:p>
            <a:pPr eaLnBrk="1" hangingPunct="1">
              <a:spcBef>
                <a:spcPct val="0"/>
              </a:spcBef>
            </a:pPr>
            <a:fld id="{B1D2990A-D4D5-4087-98A4-726FC6C1C9E6}" type="slidenum">
              <a:rPr lang="zh-CN" altLang="en-US" smtClean="0"/>
              <a:pPr eaLnBrk="1" hangingPunct="1">
                <a:spcBef>
                  <a:spcPct val="0"/>
                </a:spcBef>
              </a:pPr>
              <a:t>35</a:t>
            </a:fld>
            <a:endParaRPr lang="zh-CN" altLang="en-US" smtClean="0"/>
          </a:p>
        </p:txBody>
      </p:sp>
    </p:spTree>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9026" name="幻灯片图像占位符 1"/>
          <p:cNvSpPr>
            <a:spLocks noGrp="1" noRot="1" noChangeAspect="1" noTextEdit="1"/>
          </p:cNvSpPr>
          <p:nvPr>
            <p:ph type="sldImg"/>
          </p:nvPr>
        </p:nvSpPr>
        <p:spPr bwMode="auto">
          <a:noFill/>
          <a:ln>
            <a:solidFill>
              <a:srgbClr val="000000"/>
            </a:solidFill>
            <a:miter lim="800000"/>
            <a:headEnd/>
            <a:tailEnd/>
          </a:ln>
          <a:extLst>
            <a:ext uri="{909E8E84-426E-40DD-AFC4-6F175D3DCCD1}">
              <a14:hiddenFill xmlns:a14="http://schemas.microsoft.com/office/drawing/2010/main">
                <a:solidFill>
                  <a:srgbClr val="FFFFFF"/>
                </a:solidFill>
              </a14:hiddenFill>
            </a:ext>
          </a:extLst>
        </p:spPr>
      </p:sp>
      <p:sp>
        <p:nvSpPr>
          <p:cNvPr id="129027" name="备注占位符 2"/>
          <p:cNvSpPr>
            <a:spLocks noGrp="1"/>
          </p:cNvSpPr>
          <p:nvPr>
            <p:ph type="body" idx="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t" anchorCtr="0" compatLnSpc="1">
            <a:prstTxWarp prst="textNoShape">
              <a:avLst/>
            </a:prstTxWarp>
          </a:bodyPr>
          <a:lstStyle/>
          <a:p>
            <a:r>
              <a:rPr lang="zh-CN" altLang="en-US" smtClean="0"/>
              <a:t>电话线，网线</a:t>
            </a:r>
          </a:p>
        </p:txBody>
      </p:sp>
      <p:sp>
        <p:nvSpPr>
          <p:cNvPr id="129028" name="灯片编号占位符 3"/>
          <p:cNvSpPr>
            <a:spLocks noGrp="1"/>
          </p:cNvSpPr>
          <p:nvPr>
            <p:ph type="sldNum" sz="quarter" idx="5"/>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Ctr="0" compatLnSpc="1">
            <a:prstTxWarp prst="textNoShape">
              <a:avLst/>
            </a:prstTxWarp>
          </a:bodyPr>
          <a:lstStyle>
            <a:lvl1pPr eaLnBrk="0" hangingPunct="0">
              <a:spcBef>
                <a:spcPct val="30000"/>
              </a:spcBef>
              <a:defRPr sz="1300">
                <a:solidFill>
                  <a:schemeClr val="tx1"/>
                </a:solidFill>
                <a:latin typeface="Calibri" pitchFamily="34" charset="0"/>
                <a:ea typeface="宋体" pitchFamily="2" charset="-122"/>
              </a:defRPr>
            </a:lvl1pPr>
            <a:lvl2pPr marL="804763" indent="-309524" eaLnBrk="0" hangingPunct="0">
              <a:spcBef>
                <a:spcPct val="30000"/>
              </a:spcBef>
              <a:defRPr sz="1300">
                <a:solidFill>
                  <a:schemeClr val="tx1"/>
                </a:solidFill>
                <a:latin typeface="Calibri" pitchFamily="34" charset="0"/>
                <a:ea typeface="宋体" pitchFamily="2" charset="-122"/>
              </a:defRPr>
            </a:lvl2pPr>
            <a:lvl3pPr marL="1238098" indent="-247620" eaLnBrk="0" hangingPunct="0">
              <a:spcBef>
                <a:spcPct val="30000"/>
              </a:spcBef>
              <a:defRPr sz="1300">
                <a:solidFill>
                  <a:schemeClr val="tx1"/>
                </a:solidFill>
                <a:latin typeface="Calibri" pitchFamily="34" charset="0"/>
                <a:ea typeface="宋体" pitchFamily="2" charset="-122"/>
              </a:defRPr>
            </a:lvl3pPr>
            <a:lvl4pPr marL="1733337" indent="-247620" eaLnBrk="0" hangingPunct="0">
              <a:spcBef>
                <a:spcPct val="30000"/>
              </a:spcBef>
              <a:defRPr sz="1300">
                <a:solidFill>
                  <a:schemeClr val="tx1"/>
                </a:solidFill>
                <a:latin typeface="Calibri" pitchFamily="34" charset="0"/>
                <a:ea typeface="宋体" pitchFamily="2" charset="-122"/>
              </a:defRPr>
            </a:lvl4pPr>
            <a:lvl5pPr marL="2228576" indent="-247620" eaLnBrk="0" hangingPunct="0">
              <a:spcBef>
                <a:spcPct val="30000"/>
              </a:spcBef>
              <a:defRPr sz="1300">
                <a:solidFill>
                  <a:schemeClr val="tx1"/>
                </a:solidFill>
                <a:latin typeface="Calibri" pitchFamily="34" charset="0"/>
                <a:ea typeface="宋体" pitchFamily="2" charset="-122"/>
              </a:defRPr>
            </a:lvl5pPr>
            <a:lvl6pPr marL="2723815" indent="-247620" eaLnBrk="0" fontAlgn="base" hangingPunct="0">
              <a:spcBef>
                <a:spcPct val="30000"/>
              </a:spcBef>
              <a:spcAft>
                <a:spcPct val="0"/>
              </a:spcAft>
              <a:defRPr sz="1300">
                <a:solidFill>
                  <a:schemeClr val="tx1"/>
                </a:solidFill>
                <a:latin typeface="Calibri" pitchFamily="34" charset="0"/>
                <a:ea typeface="宋体" pitchFamily="2" charset="-122"/>
              </a:defRPr>
            </a:lvl6pPr>
            <a:lvl7pPr marL="3219054" indent="-247620" eaLnBrk="0" fontAlgn="base" hangingPunct="0">
              <a:spcBef>
                <a:spcPct val="30000"/>
              </a:spcBef>
              <a:spcAft>
                <a:spcPct val="0"/>
              </a:spcAft>
              <a:defRPr sz="1300">
                <a:solidFill>
                  <a:schemeClr val="tx1"/>
                </a:solidFill>
                <a:latin typeface="Calibri" pitchFamily="34" charset="0"/>
                <a:ea typeface="宋体" pitchFamily="2" charset="-122"/>
              </a:defRPr>
            </a:lvl7pPr>
            <a:lvl8pPr marL="3714293" indent="-247620" eaLnBrk="0" fontAlgn="base" hangingPunct="0">
              <a:spcBef>
                <a:spcPct val="30000"/>
              </a:spcBef>
              <a:spcAft>
                <a:spcPct val="0"/>
              </a:spcAft>
              <a:defRPr sz="1300">
                <a:solidFill>
                  <a:schemeClr val="tx1"/>
                </a:solidFill>
                <a:latin typeface="Calibri" pitchFamily="34" charset="0"/>
                <a:ea typeface="宋体" pitchFamily="2" charset="-122"/>
              </a:defRPr>
            </a:lvl8pPr>
            <a:lvl9pPr marL="4209532" indent="-247620" eaLnBrk="0" fontAlgn="base" hangingPunct="0">
              <a:spcBef>
                <a:spcPct val="30000"/>
              </a:spcBef>
              <a:spcAft>
                <a:spcPct val="0"/>
              </a:spcAft>
              <a:defRPr sz="1300">
                <a:solidFill>
                  <a:schemeClr val="tx1"/>
                </a:solidFill>
                <a:latin typeface="Calibri" pitchFamily="34" charset="0"/>
                <a:ea typeface="宋体" pitchFamily="2" charset="-122"/>
              </a:defRPr>
            </a:lvl9pPr>
          </a:lstStyle>
          <a:p>
            <a:pPr eaLnBrk="1" hangingPunct="1">
              <a:spcBef>
                <a:spcPct val="0"/>
              </a:spcBef>
            </a:pPr>
            <a:fld id="{5A2CC870-4F5C-40EC-8E79-A48003A43AE3}" type="slidenum">
              <a:rPr lang="zh-CN" altLang="en-US" smtClean="0"/>
              <a:pPr eaLnBrk="1" hangingPunct="1">
                <a:spcBef>
                  <a:spcPct val="0"/>
                </a:spcBef>
              </a:pPr>
              <a:t>38</a:t>
            </a:fld>
            <a:endParaRPr lang="zh-CN" altLang="en-US" smtClean="0"/>
          </a:p>
        </p:txBody>
      </p:sp>
    </p:spTree>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0050" name="幻灯片图像占位符 1"/>
          <p:cNvSpPr>
            <a:spLocks noGrp="1" noRot="1" noChangeAspect="1" noTextEdit="1"/>
          </p:cNvSpPr>
          <p:nvPr>
            <p:ph type="sldImg"/>
          </p:nvPr>
        </p:nvSpPr>
        <p:spPr bwMode="auto">
          <a:noFill/>
          <a:ln>
            <a:solidFill>
              <a:srgbClr val="000000"/>
            </a:solidFill>
            <a:miter lim="800000"/>
            <a:headEnd/>
            <a:tailEnd/>
          </a:ln>
          <a:extLst>
            <a:ext uri="{909E8E84-426E-40DD-AFC4-6F175D3DCCD1}">
              <a14:hiddenFill xmlns:a14="http://schemas.microsoft.com/office/drawing/2010/main">
                <a:solidFill>
                  <a:srgbClr val="FFFFFF"/>
                </a:solidFill>
              </a14:hiddenFill>
            </a:ext>
          </a:extLst>
        </p:spPr>
      </p:sp>
      <p:sp>
        <p:nvSpPr>
          <p:cNvPr id="130051" name="备注占位符 2"/>
          <p:cNvSpPr>
            <a:spLocks noGrp="1"/>
          </p:cNvSpPr>
          <p:nvPr>
            <p:ph type="body" idx="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t" anchorCtr="0" compatLnSpc="1">
            <a:prstTxWarp prst="textNoShape">
              <a:avLst/>
            </a:prstTxWarp>
          </a:bodyPr>
          <a:lstStyle/>
          <a:p>
            <a:r>
              <a:rPr lang="zh-CN" altLang="en-US" smtClean="0"/>
              <a:t>有线电视线</a:t>
            </a:r>
          </a:p>
        </p:txBody>
      </p:sp>
      <p:sp>
        <p:nvSpPr>
          <p:cNvPr id="130052" name="灯片编号占位符 3"/>
          <p:cNvSpPr>
            <a:spLocks noGrp="1"/>
          </p:cNvSpPr>
          <p:nvPr>
            <p:ph type="sldNum" sz="quarter" idx="5"/>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Ctr="0" compatLnSpc="1">
            <a:prstTxWarp prst="textNoShape">
              <a:avLst/>
            </a:prstTxWarp>
          </a:bodyPr>
          <a:lstStyle>
            <a:lvl1pPr eaLnBrk="0" hangingPunct="0">
              <a:spcBef>
                <a:spcPct val="30000"/>
              </a:spcBef>
              <a:defRPr sz="1300">
                <a:solidFill>
                  <a:schemeClr val="tx1"/>
                </a:solidFill>
                <a:latin typeface="Calibri" pitchFamily="34" charset="0"/>
                <a:ea typeface="宋体" pitchFamily="2" charset="-122"/>
              </a:defRPr>
            </a:lvl1pPr>
            <a:lvl2pPr marL="804763" indent="-309524" eaLnBrk="0" hangingPunct="0">
              <a:spcBef>
                <a:spcPct val="30000"/>
              </a:spcBef>
              <a:defRPr sz="1300">
                <a:solidFill>
                  <a:schemeClr val="tx1"/>
                </a:solidFill>
                <a:latin typeface="Calibri" pitchFamily="34" charset="0"/>
                <a:ea typeface="宋体" pitchFamily="2" charset="-122"/>
              </a:defRPr>
            </a:lvl2pPr>
            <a:lvl3pPr marL="1238098" indent="-247620" eaLnBrk="0" hangingPunct="0">
              <a:spcBef>
                <a:spcPct val="30000"/>
              </a:spcBef>
              <a:defRPr sz="1300">
                <a:solidFill>
                  <a:schemeClr val="tx1"/>
                </a:solidFill>
                <a:latin typeface="Calibri" pitchFamily="34" charset="0"/>
                <a:ea typeface="宋体" pitchFamily="2" charset="-122"/>
              </a:defRPr>
            </a:lvl3pPr>
            <a:lvl4pPr marL="1733337" indent="-247620" eaLnBrk="0" hangingPunct="0">
              <a:spcBef>
                <a:spcPct val="30000"/>
              </a:spcBef>
              <a:defRPr sz="1300">
                <a:solidFill>
                  <a:schemeClr val="tx1"/>
                </a:solidFill>
                <a:latin typeface="Calibri" pitchFamily="34" charset="0"/>
                <a:ea typeface="宋体" pitchFamily="2" charset="-122"/>
              </a:defRPr>
            </a:lvl4pPr>
            <a:lvl5pPr marL="2228576" indent="-247620" eaLnBrk="0" hangingPunct="0">
              <a:spcBef>
                <a:spcPct val="30000"/>
              </a:spcBef>
              <a:defRPr sz="1300">
                <a:solidFill>
                  <a:schemeClr val="tx1"/>
                </a:solidFill>
                <a:latin typeface="Calibri" pitchFamily="34" charset="0"/>
                <a:ea typeface="宋体" pitchFamily="2" charset="-122"/>
              </a:defRPr>
            </a:lvl5pPr>
            <a:lvl6pPr marL="2723815" indent="-247620" eaLnBrk="0" fontAlgn="base" hangingPunct="0">
              <a:spcBef>
                <a:spcPct val="30000"/>
              </a:spcBef>
              <a:spcAft>
                <a:spcPct val="0"/>
              </a:spcAft>
              <a:defRPr sz="1300">
                <a:solidFill>
                  <a:schemeClr val="tx1"/>
                </a:solidFill>
                <a:latin typeface="Calibri" pitchFamily="34" charset="0"/>
                <a:ea typeface="宋体" pitchFamily="2" charset="-122"/>
              </a:defRPr>
            </a:lvl6pPr>
            <a:lvl7pPr marL="3219054" indent="-247620" eaLnBrk="0" fontAlgn="base" hangingPunct="0">
              <a:spcBef>
                <a:spcPct val="30000"/>
              </a:spcBef>
              <a:spcAft>
                <a:spcPct val="0"/>
              </a:spcAft>
              <a:defRPr sz="1300">
                <a:solidFill>
                  <a:schemeClr val="tx1"/>
                </a:solidFill>
                <a:latin typeface="Calibri" pitchFamily="34" charset="0"/>
                <a:ea typeface="宋体" pitchFamily="2" charset="-122"/>
              </a:defRPr>
            </a:lvl7pPr>
            <a:lvl8pPr marL="3714293" indent="-247620" eaLnBrk="0" fontAlgn="base" hangingPunct="0">
              <a:spcBef>
                <a:spcPct val="30000"/>
              </a:spcBef>
              <a:spcAft>
                <a:spcPct val="0"/>
              </a:spcAft>
              <a:defRPr sz="1300">
                <a:solidFill>
                  <a:schemeClr val="tx1"/>
                </a:solidFill>
                <a:latin typeface="Calibri" pitchFamily="34" charset="0"/>
                <a:ea typeface="宋体" pitchFamily="2" charset="-122"/>
              </a:defRPr>
            </a:lvl8pPr>
            <a:lvl9pPr marL="4209532" indent="-247620" eaLnBrk="0" fontAlgn="base" hangingPunct="0">
              <a:spcBef>
                <a:spcPct val="30000"/>
              </a:spcBef>
              <a:spcAft>
                <a:spcPct val="0"/>
              </a:spcAft>
              <a:defRPr sz="1300">
                <a:solidFill>
                  <a:schemeClr val="tx1"/>
                </a:solidFill>
                <a:latin typeface="Calibri" pitchFamily="34" charset="0"/>
                <a:ea typeface="宋体" pitchFamily="2" charset="-122"/>
              </a:defRPr>
            </a:lvl9pPr>
          </a:lstStyle>
          <a:p>
            <a:pPr eaLnBrk="1" hangingPunct="1">
              <a:spcBef>
                <a:spcPct val="0"/>
              </a:spcBef>
            </a:pPr>
            <a:fld id="{4005E5C7-843A-465A-9373-847A852D963E}" type="slidenum">
              <a:rPr lang="zh-CN" altLang="en-US" smtClean="0"/>
              <a:pPr eaLnBrk="1" hangingPunct="1">
                <a:spcBef>
                  <a:spcPct val="0"/>
                </a:spcBef>
              </a:pPr>
              <a:t>41</a:t>
            </a:fld>
            <a:endParaRPr lang="zh-CN" altLang="en-US" smtClean="0"/>
          </a:p>
        </p:txBody>
      </p:sp>
    </p:spTree>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1074" name="幻灯片图像占位符 1"/>
          <p:cNvSpPr>
            <a:spLocks noGrp="1" noRot="1" noChangeAspect="1" noTextEdit="1"/>
          </p:cNvSpPr>
          <p:nvPr>
            <p:ph type="sldImg"/>
          </p:nvPr>
        </p:nvSpPr>
        <p:spPr bwMode="auto">
          <a:noFill/>
          <a:ln>
            <a:solidFill>
              <a:srgbClr val="000000"/>
            </a:solidFill>
            <a:miter lim="800000"/>
            <a:headEnd/>
            <a:tailEnd/>
          </a:ln>
          <a:extLst>
            <a:ext uri="{909E8E84-426E-40DD-AFC4-6F175D3DCCD1}">
              <a14:hiddenFill xmlns:a14="http://schemas.microsoft.com/office/drawing/2010/main">
                <a:solidFill>
                  <a:srgbClr val="FFFFFF"/>
                </a:solidFill>
              </a14:hiddenFill>
            </a:ext>
          </a:extLst>
        </p:spPr>
      </p:sp>
      <p:sp>
        <p:nvSpPr>
          <p:cNvPr id="131075" name="备注占位符 2"/>
          <p:cNvSpPr>
            <a:spLocks noGrp="1"/>
          </p:cNvSpPr>
          <p:nvPr>
            <p:ph type="body" idx="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t" anchorCtr="0" compatLnSpc="1">
            <a:prstTxWarp prst="textNoShape">
              <a:avLst/>
            </a:prstTxWarp>
          </a:bodyPr>
          <a:lstStyle/>
          <a:p>
            <a:endParaRPr lang="zh-CN" altLang="en-US" smtClean="0"/>
          </a:p>
        </p:txBody>
      </p:sp>
      <p:sp>
        <p:nvSpPr>
          <p:cNvPr id="131076" name="灯片编号占位符 3"/>
          <p:cNvSpPr>
            <a:spLocks noGrp="1"/>
          </p:cNvSpPr>
          <p:nvPr>
            <p:ph type="sldNum" sz="quarter" idx="5"/>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Ctr="0" compatLnSpc="1">
            <a:prstTxWarp prst="textNoShape">
              <a:avLst/>
            </a:prstTxWarp>
          </a:bodyPr>
          <a:lstStyle>
            <a:lvl1pPr eaLnBrk="0" hangingPunct="0">
              <a:spcBef>
                <a:spcPct val="30000"/>
              </a:spcBef>
              <a:defRPr sz="1300">
                <a:solidFill>
                  <a:schemeClr val="tx1"/>
                </a:solidFill>
                <a:latin typeface="Calibri" pitchFamily="34" charset="0"/>
                <a:ea typeface="宋体" pitchFamily="2" charset="-122"/>
              </a:defRPr>
            </a:lvl1pPr>
            <a:lvl2pPr marL="804763" indent="-309524" eaLnBrk="0" hangingPunct="0">
              <a:spcBef>
                <a:spcPct val="30000"/>
              </a:spcBef>
              <a:defRPr sz="1300">
                <a:solidFill>
                  <a:schemeClr val="tx1"/>
                </a:solidFill>
                <a:latin typeface="Calibri" pitchFamily="34" charset="0"/>
                <a:ea typeface="宋体" pitchFamily="2" charset="-122"/>
              </a:defRPr>
            </a:lvl2pPr>
            <a:lvl3pPr marL="1238098" indent="-247620" eaLnBrk="0" hangingPunct="0">
              <a:spcBef>
                <a:spcPct val="30000"/>
              </a:spcBef>
              <a:defRPr sz="1300">
                <a:solidFill>
                  <a:schemeClr val="tx1"/>
                </a:solidFill>
                <a:latin typeface="Calibri" pitchFamily="34" charset="0"/>
                <a:ea typeface="宋体" pitchFamily="2" charset="-122"/>
              </a:defRPr>
            </a:lvl3pPr>
            <a:lvl4pPr marL="1733337" indent="-247620" eaLnBrk="0" hangingPunct="0">
              <a:spcBef>
                <a:spcPct val="30000"/>
              </a:spcBef>
              <a:defRPr sz="1300">
                <a:solidFill>
                  <a:schemeClr val="tx1"/>
                </a:solidFill>
                <a:latin typeface="Calibri" pitchFamily="34" charset="0"/>
                <a:ea typeface="宋体" pitchFamily="2" charset="-122"/>
              </a:defRPr>
            </a:lvl4pPr>
            <a:lvl5pPr marL="2228576" indent="-247620" eaLnBrk="0" hangingPunct="0">
              <a:spcBef>
                <a:spcPct val="30000"/>
              </a:spcBef>
              <a:defRPr sz="1300">
                <a:solidFill>
                  <a:schemeClr val="tx1"/>
                </a:solidFill>
                <a:latin typeface="Calibri" pitchFamily="34" charset="0"/>
                <a:ea typeface="宋体" pitchFamily="2" charset="-122"/>
              </a:defRPr>
            </a:lvl5pPr>
            <a:lvl6pPr marL="2723815" indent="-247620" eaLnBrk="0" fontAlgn="base" hangingPunct="0">
              <a:spcBef>
                <a:spcPct val="30000"/>
              </a:spcBef>
              <a:spcAft>
                <a:spcPct val="0"/>
              </a:spcAft>
              <a:defRPr sz="1300">
                <a:solidFill>
                  <a:schemeClr val="tx1"/>
                </a:solidFill>
                <a:latin typeface="Calibri" pitchFamily="34" charset="0"/>
                <a:ea typeface="宋体" pitchFamily="2" charset="-122"/>
              </a:defRPr>
            </a:lvl6pPr>
            <a:lvl7pPr marL="3219054" indent="-247620" eaLnBrk="0" fontAlgn="base" hangingPunct="0">
              <a:spcBef>
                <a:spcPct val="30000"/>
              </a:spcBef>
              <a:spcAft>
                <a:spcPct val="0"/>
              </a:spcAft>
              <a:defRPr sz="1300">
                <a:solidFill>
                  <a:schemeClr val="tx1"/>
                </a:solidFill>
                <a:latin typeface="Calibri" pitchFamily="34" charset="0"/>
                <a:ea typeface="宋体" pitchFamily="2" charset="-122"/>
              </a:defRPr>
            </a:lvl7pPr>
            <a:lvl8pPr marL="3714293" indent="-247620" eaLnBrk="0" fontAlgn="base" hangingPunct="0">
              <a:spcBef>
                <a:spcPct val="30000"/>
              </a:spcBef>
              <a:spcAft>
                <a:spcPct val="0"/>
              </a:spcAft>
              <a:defRPr sz="1300">
                <a:solidFill>
                  <a:schemeClr val="tx1"/>
                </a:solidFill>
                <a:latin typeface="Calibri" pitchFamily="34" charset="0"/>
                <a:ea typeface="宋体" pitchFamily="2" charset="-122"/>
              </a:defRPr>
            </a:lvl8pPr>
            <a:lvl9pPr marL="4209532" indent="-247620" eaLnBrk="0" fontAlgn="base" hangingPunct="0">
              <a:spcBef>
                <a:spcPct val="30000"/>
              </a:spcBef>
              <a:spcAft>
                <a:spcPct val="0"/>
              </a:spcAft>
              <a:defRPr sz="1300">
                <a:solidFill>
                  <a:schemeClr val="tx1"/>
                </a:solidFill>
                <a:latin typeface="Calibri" pitchFamily="34" charset="0"/>
                <a:ea typeface="宋体" pitchFamily="2" charset="-122"/>
              </a:defRPr>
            </a:lvl9pPr>
          </a:lstStyle>
          <a:p>
            <a:pPr eaLnBrk="1" hangingPunct="1">
              <a:spcBef>
                <a:spcPct val="0"/>
              </a:spcBef>
            </a:pPr>
            <a:fld id="{4F604E99-F7A8-4037-B891-346AF44975CD}" type="slidenum">
              <a:rPr lang="zh-CN" altLang="en-US" smtClean="0"/>
              <a:pPr eaLnBrk="1" hangingPunct="1">
                <a:spcBef>
                  <a:spcPct val="0"/>
                </a:spcBef>
              </a:pPr>
              <a:t>48</a:t>
            </a:fld>
            <a:endParaRPr lang="zh-CN" altLang="en-US" smtClean="0"/>
          </a:p>
        </p:txBody>
      </p:sp>
    </p:spTree>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2098" name="幻灯片图像占位符 1"/>
          <p:cNvSpPr>
            <a:spLocks noGrp="1" noRot="1" noChangeAspect="1" noTextEdit="1"/>
          </p:cNvSpPr>
          <p:nvPr>
            <p:ph type="sldImg"/>
          </p:nvPr>
        </p:nvSpPr>
        <p:spPr bwMode="auto">
          <a:noFill/>
          <a:ln>
            <a:solidFill>
              <a:srgbClr val="000000"/>
            </a:solidFill>
            <a:miter lim="800000"/>
            <a:headEnd/>
            <a:tailEnd/>
          </a:ln>
          <a:extLst>
            <a:ext uri="{909E8E84-426E-40DD-AFC4-6F175D3DCCD1}">
              <a14:hiddenFill xmlns:a14="http://schemas.microsoft.com/office/drawing/2010/main">
                <a:solidFill>
                  <a:srgbClr val="FFFFFF"/>
                </a:solidFill>
              </a14:hiddenFill>
            </a:ext>
          </a:extLst>
        </p:spPr>
      </p:sp>
      <p:sp>
        <p:nvSpPr>
          <p:cNvPr id="132099" name="备注占位符 2"/>
          <p:cNvSpPr>
            <a:spLocks noGrp="1"/>
          </p:cNvSpPr>
          <p:nvPr>
            <p:ph type="body" idx="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t" anchorCtr="0" compatLnSpc="1">
            <a:prstTxWarp prst="textNoShape">
              <a:avLst/>
            </a:prstTxWarp>
          </a:bodyPr>
          <a:lstStyle/>
          <a:p>
            <a:pPr eaLnBrk="1" hangingPunct="1"/>
            <a:endParaRPr lang="zh-CN" altLang="en-US" smtClean="0"/>
          </a:p>
        </p:txBody>
      </p:sp>
      <p:sp>
        <p:nvSpPr>
          <p:cNvPr id="132100" name="灯片编号占位符 3"/>
          <p:cNvSpPr>
            <a:spLocks noGrp="1"/>
          </p:cNvSpPr>
          <p:nvPr>
            <p:ph type="sldNum" sz="quarter" idx="5"/>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Ctr="0" compatLnSpc="1">
            <a:prstTxWarp prst="textNoShape">
              <a:avLst/>
            </a:prstTxWarp>
          </a:bodyPr>
          <a:lstStyle>
            <a:lvl1pPr eaLnBrk="0" hangingPunct="0">
              <a:spcBef>
                <a:spcPct val="30000"/>
              </a:spcBef>
              <a:defRPr sz="1300">
                <a:solidFill>
                  <a:schemeClr val="tx1"/>
                </a:solidFill>
                <a:latin typeface="Calibri" pitchFamily="34" charset="0"/>
                <a:ea typeface="宋体" pitchFamily="2" charset="-122"/>
              </a:defRPr>
            </a:lvl1pPr>
            <a:lvl2pPr marL="804763" indent="-309524" eaLnBrk="0" hangingPunct="0">
              <a:spcBef>
                <a:spcPct val="30000"/>
              </a:spcBef>
              <a:defRPr sz="1300">
                <a:solidFill>
                  <a:schemeClr val="tx1"/>
                </a:solidFill>
                <a:latin typeface="Calibri" pitchFamily="34" charset="0"/>
                <a:ea typeface="宋体" pitchFamily="2" charset="-122"/>
              </a:defRPr>
            </a:lvl2pPr>
            <a:lvl3pPr marL="1238098" indent="-247620" eaLnBrk="0" hangingPunct="0">
              <a:spcBef>
                <a:spcPct val="30000"/>
              </a:spcBef>
              <a:defRPr sz="1300">
                <a:solidFill>
                  <a:schemeClr val="tx1"/>
                </a:solidFill>
                <a:latin typeface="Calibri" pitchFamily="34" charset="0"/>
                <a:ea typeface="宋体" pitchFamily="2" charset="-122"/>
              </a:defRPr>
            </a:lvl3pPr>
            <a:lvl4pPr marL="1733337" indent="-247620" eaLnBrk="0" hangingPunct="0">
              <a:spcBef>
                <a:spcPct val="30000"/>
              </a:spcBef>
              <a:defRPr sz="1300">
                <a:solidFill>
                  <a:schemeClr val="tx1"/>
                </a:solidFill>
                <a:latin typeface="Calibri" pitchFamily="34" charset="0"/>
                <a:ea typeface="宋体" pitchFamily="2" charset="-122"/>
              </a:defRPr>
            </a:lvl4pPr>
            <a:lvl5pPr marL="2228576" indent="-247620" eaLnBrk="0" hangingPunct="0">
              <a:spcBef>
                <a:spcPct val="30000"/>
              </a:spcBef>
              <a:defRPr sz="1300">
                <a:solidFill>
                  <a:schemeClr val="tx1"/>
                </a:solidFill>
                <a:latin typeface="Calibri" pitchFamily="34" charset="0"/>
                <a:ea typeface="宋体" pitchFamily="2" charset="-122"/>
              </a:defRPr>
            </a:lvl5pPr>
            <a:lvl6pPr marL="2723815" indent="-247620" eaLnBrk="0" fontAlgn="base" hangingPunct="0">
              <a:spcBef>
                <a:spcPct val="30000"/>
              </a:spcBef>
              <a:spcAft>
                <a:spcPct val="0"/>
              </a:spcAft>
              <a:defRPr sz="1300">
                <a:solidFill>
                  <a:schemeClr val="tx1"/>
                </a:solidFill>
                <a:latin typeface="Calibri" pitchFamily="34" charset="0"/>
                <a:ea typeface="宋体" pitchFamily="2" charset="-122"/>
              </a:defRPr>
            </a:lvl6pPr>
            <a:lvl7pPr marL="3219054" indent="-247620" eaLnBrk="0" fontAlgn="base" hangingPunct="0">
              <a:spcBef>
                <a:spcPct val="30000"/>
              </a:spcBef>
              <a:spcAft>
                <a:spcPct val="0"/>
              </a:spcAft>
              <a:defRPr sz="1300">
                <a:solidFill>
                  <a:schemeClr val="tx1"/>
                </a:solidFill>
                <a:latin typeface="Calibri" pitchFamily="34" charset="0"/>
                <a:ea typeface="宋体" pitchFamily="2" charset="-122"/>
              </a:defRPr>
            </a:lvl7pPr>
            <a:lvl8pPr marL="3714293" indent="-247620" eaLnBrk="0" fontAlgn="base" hangingPunct="0">
              <a:spcBef>
                <a:spcPct val="30000"/>
              </a:spcBef>
              <a:spcAft>
                <a:spcPct val="0"/>
              </a:spcAft>
              <a:defRPr sz="1300">
                <a:solidFill>
                  <a:schemeClr val="tx1"/>
                </a:solidFill>
                <a:latin typeface="Calibri" pitchFamily="34" charset="0"/>
                <a:ea typeface="宋体" pitchFamily="2" charset="-122"/>
              </a:defRPr>
            </a:lvl8pPr>
            <a:lvl9pPr marL="4209532" indent="-247620" eaLnBrk="0" fontAlgn="base" hangingPunct="0">
              <a:spcBef>
                <a:spcPct val="30000"/>
              </a:spcBef>
              <a:spcAft>
                <a:spcPct val="0"/>
              </a:spcAft>
              <a:defRPr sz="1300">
                <a:solidFill>
                  <a:schemeClr val="tx1"/>
                </a:solidFill>
                <a:latin typeface="Calibri" pitchFamily="34" charset="0"/>
                <a:ea typeface="宋体" pitchFamily="2" charset="-122"/>
              </a:defRPr>
            </a:lvl9pPr>
          </a:lstStyle>
          <a:p>
            <a:pPr eaLnBrk="1" hangingPunct="1">
              <a:spcBef>
                <a:spcPct val="0"/>
              </a:spcBef>
            </a:pPr>
            <a:fld id="{B54660C3-D700-455D-9804-BF7814C9B56C}" type="slidenum">
              <a:rPr lang="zh-CN" altLang="en-US" smtClean="0"/>
              <a:pPr eaLnBrk="1" hangingPunct="1">
                <a:spcBef>
                  <a:spcPct val="0"/>
                </a:spcBef>
              </a:pPr>
              <a:t>49</a:t>
            </a:fld>
            <a:endParaRPr lang="zh-CN" altLang="en-US" smtClean="0"/>
          </a:p>
        </p:txBody>
      </p:sp>
    </p:spTree>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10"/>
          </p:nvPr>
        </p:nvSpPr>
        <p:spPr/>
        <p:txBody>
          <a:bodyPr/>
          <a:lstStyle/>
          <a:p>
            <a:pPr>
              <a:defRPr/>
            </a:pPr>
            <a:fld id="{8E0EE677-867B-47A8-8A3F-CB96BBD465DB}" type="slidenum">
              <a:rPr lang="zh-CN" altLang="en-US" smtClean="0"/>
              <a:pPr>
                <a:defRPr/>
              </a:pPr>
              <a:t>50</a:t>
            </a:fld>
            <a:endParaRPr lang="zh-CN" altLang="en-US"/>
          </a:p>
        </p:txBody>
      </p:sp>
    </p:spTree>
    <p:extLst>
      <p:ext uri="{BB962C8B-B14F-4D97-AF65-F5344CB8AC3E}">
        <p14:creationId xmlns:p14="http://schemas.microsoft.com/office/powerpoint/2010/main" val="4243757968"/>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10"/>
          </p:nvPr>
        </p:nvSpPr>
        <p:spPr/>
        <p:txBody>
          <a:bodyPr/>
          <a:lstStyle/>
          <a:p>
            <a:pPr>
              <a:defRPr/>
            </a:pPr>
            <a:fld id="{8E0EE677-867B-47A8-8A3F-CB96BBD465DB}" type="slidenum">
              <a:rPr lang="zh-CN" altLang="en-US" smtClean="0"/>
              <a:pPr>
                <a:defRPr/>
              </a:pPr>
              <a:t>53</a:t>
            </a:fld>
            <a:endParaRPr lang="zh-CN" altLang="en-US"/>
          </a:p>
        </p:txBody>
      </p:sp>
    </p:spTree>
    <p:extLst>
      <p:ext uri="{BB962C8B-B14F-4D97-AF65-F5344CB8AC3E}">
        <p14:creationId xmlns:p14="http://schemas.microsoft.com/office/powerpoint/2010/main" val="2477972808"/>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3122" name="幻灯片图像占位符 1"/>
          <p:cNvSpPr>
            <a:spLocks noGrp="1" noRot="1" noChangeAspect="1" noTextEdit="1"/>
          </p:cNvSpPr>
          <p:nvPr>
            <p:ph type="sldImg"/>
          </p:nvPr>
        </p:nvSpPr>
        <p:spPr bwMode="auto">
          <a:noFill/>
          <a:ln>
            <a:solidFill>
              <a:srgbClr val="000000"/>
            </a:solidFill>
            <a:miter lim="800000"/>
            <a:headEnd/>
            <a:tailEnd/>
          </a:ln>
          <a:extLst>
            <a:ext uri="{909E8E84-426E-40DD-AFC4-6F175D3DCCD1}">
              <a14:hiddenFill xmlns:a14="http://schemas.microsoft.com/office/drawing/2010/main">
                <a:solidFill>
                  <a:srgbClr val="FFFFFF"/>
                </a:solidFill>
              </a14:hiddenFill>
            </a:ext>
          </a:extLst>
        </p:spPr>
      </p:sp>
      <p:sp>
        <p:nvSpPr>
          <p:cNvPr id="133123" name="备注占位符 2"/>
          <p:cNvSpPr>
            <a:spLocks noGrp="1"/>
          </p:cNvSpPr>
          <p:nvPr>
            <p:ph type="body" idx="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t" anchorCtr="0" compatLnSpc="1">
            <a:prstTxWarp prst="textNoShape">
              <a:avLst/>
            </a:prstTxWarp>
          </a:bodyPr>
          <a:lstStyle/>
          <a:p>
            <a:r>
              <a:rPr lang="en-US" altLang="zh-CN" dirty="0" smtClean="0"/>
              <a:t>1.</a:t>
            </a:r>
            <a:r>
              <a:rPr lang="zh-CN" altLang="en-US" dirty="0" smtClean="0"/>
              <a:t>每个节点都有与环形信道连接的一个入口</a:t>
            </a:r>
            <a:r>
              <a:rPr lang="en-US" altLang="zh-CN" dirty="0" smtClean="0"/>
              <a:t>/</a:t>
            </a:r>
            <a:r>
              <a:rPr lang="zh-CN" altLang="en-US" dirty="0" smtClean="0"/>
              <a:t>出口，接口中有缓冲器来存储转发数据</a:t>
            </a:r>
            <a:endParaRPr lang="en-US" altLang="zh-CN" dirty="0" smtClean="0"/>
          </a:p>
          <a:p>
            <a:r>
              <a:rPr lang="en-US" altLang="zh-CN" dirty="0" smtClean="0"/>
              <a:t>2.</a:t>
            </a:r>
            <a:r>
              <a:rPr lang="zh-CN" altLang="en-US" dirty="0" smtClean="0"/>
              <a:t>设</a:t>
            </a:r>
            <a:r>
              <a:rPr lang="en-US" altLang="zh-CN" dirty="0" smtClean="0"/>
              <a:t>A</a:t>
            </a:r>
            <a:r>
              <a:rPr lang="en-US" altLang="zh-CN" dirty="0" smtClean="0">
                <a:sym typeface="Wingdings" panose="05000000000000000000" pitchFamily="2" charset="2"/>
              </a:rPr>
              <a:t>C</a:t>
            </a:r>
            <a:r>
              <a:rPr lang="zh-CN" altLang="en-US" dirty="0" smtClean="0">
                <a:sym typeface="Wingdings" panose="05000000000000000000" pitchFamily="2" charset="2"/>
              </a:rPr>
              <a:t>发送数据，</a:t>
            </a:r>
            <a:r>
              <a:rPr lang="zh-CN" altLang="en-US" dirty="0" smtClean="0"/>
              <a:t>数据在本地组织成帧，</a:t>
            </a:r>
            <a:r>
              <a:rPr lang="en-US" altLang="zh-CN" dirty="0" smtClean="0"/>
              <a:t>A</a:t>
            </a:r>
            <a:r>
              <a:rPr lang="zh-CN" altLang="en-US" dirty="0" smtClean="0"/>
              <a:t>得到令牌后，从其出口发出数据帧。</a:t>
            </a:r>
            <a:endParaRPr lang="en-US" altLang="zh-CN" dirty="0" smtClean="0"/>
          </a:p>
          <a:p>
            <a:r>
              <a:rPr lang="en-US" altLang="zh-CN" dirty="0" smtClean="0"/>
              <a:t>3.B</a:t>
            </a:r>
            <a:r>
              <a:rPr lang="zh-CN" altLang="en-US" dirty="0" smtClean="0"/>
              <a:t>从入口接到数据帧，查看目的地址与本站地址不符，将原帧从出口转发给</a:t>
            </a:r>
            <a:r>
              <a:rPr lang="en-US" altLang="zh-CN" dirty="0" smtClean="0"/>
              <a:t>C</a:t>
            </a:r>
            <a:r>
              <a:rPr lang="zh-CN" altLang="en-US" dirty="0" smtClean="0"/>
              <a:t>。</a:t>
            </a:r>
            <a:endParaRPr lang="en-US" altLang="zh-CN" dirty="0" smtClean="0"/>
          </a:p>
          <a:p>
            <a:r>
              <a:rPr lang="en-US" altLang="zh-CN" dirty="0" smtClean="0"/>
              <a:t>4.C</a:t>
            </a:r>
            <a:r>
              <a:rPr lang="zh-CN" altLang="en-US" dirty="0" smtClean="0"/>
              <a:t>查看目的地址知道数据发给自己，校验后确定帧无错误，接收数据，修改状态位，标识帧被正确接收。</a:t>
            </a:r>
            <a:endParaRPr lang="en-US" altLang="zh-CN" dirty="0" smtClean="0"/>
          </a:p>
          <a:p>
            <a:r>
              <a:rPr lang="en-US" altLang="zh-CN" dirty="0" smtClean="0"/>
              <a:t>5.C</a:t>
            </a:r>
            <a:r>
              <a:rPr lang="zh-CN" altLang="en-US" dirty="0" smtClean="0"/>
              <a:t>将修改了状态位的原帧沿</a:t>
            </a:r>
            <a:r>
              <a:rPr lang="en-US" altLang="zh-CN" dirty="0" smtClean="0"/>
              <a:t>D</a:t>
            </a:r>
            <a:r>
              <a:rPr lang="zh-CN" altLang="en-US" dirty="0" smtClean="0"/>
              <a:t>、</a:t>
            </a:r>
            <a:r>
              <a:rPr lang="en-US" altLang="zh-CN" dirty="0" smtClean="0"/>
              <a:t>E</a:t>
            </a:r>
            <a:r>
              <a:rPr lang="zh-CN" altLang="en-US" dirty="0" smtClean="0"/>
              <a:t>送回</a:t>
            </a:r>
            <a:r>
              <a:rPr lang="en-US" altLang="zh-CN" dirty="0" smtClean="0"/>
              <a:t>A</a:t>
            </a:r>
            <a:r>
              <a:rPr lang="zh-CN" altLang="en-US" dirty="0" smtClean="0"/>
              <a:t>，</a:t>
            </a:r>
            <a:r>
              <a:rPr lang="en-US" altLang="zh-CN" dirty="0" smtClean="0"/>
              <a:t>A</a:t>
            </a:r>
            <a:r>
              <a:rPr lang="zh-CN" altLang="en-US" dirty="0" smtClean="0"/>
              <a:t>知道发送成功后，从环上取消此帧，再将令牌转交给</a:t>
            </a:r>
            <a:r>
              <a:rPr lang="en-US" altLang="zh-CN" dirty="0" smtClean="0"/>
              <a:t>B</a:t>
            </a:r>
            <a:r>
              <a:rPr lang="zh-CN" altLang="en-US" dirty="0" smtClean="0"/>
              <a:t>站。</a:t>
            </a:r>
            <a:endParaRPr lang="en-US" altLang="zh-CN" dirty="0" smtClean="0"/>
          </a:p>
          <a:p>
            <a:r>
              <a:rPr lang="en-US" altLang="zh-CN" dirty="0" smtClean="0"/>
              <a:t>6.</a:t>
            </a:r>
            <a:r>
              <a:rPr lang="zh-CN" altLang="en-US" dirty="0" smtClean="0"/>
              <a:t>一次通信过程结束。</a:t>
            </a:r>
          </a:p>
        </p:txBody>
      </p:sp>
      <p:sp>
        <p:nvSpPr>
          <p:cNvPr id="133124" name="灯片编号占位符 3"/>
          <p:cNvSpPr>
            <a:spLocks noGrp="1"/>
          </p:cNvSpPr>
          <p:nvPr>
            <p:ph type="sldNum" sz="quarter" idx="5"/>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Ctr="0" compatLnSpc="1">
            <a:prstTxWarp prst="textNoShape">
              <a:avLst/>
            </a:prstTxWarp>
          </a:bodyPr>
          <a:lstStyle>
            <a:lvl1pPr eaLnBrk="0" hangingPunct="0">
              <a:spcBef>
                <a:spcPct val="30000"/>
              </a:spcBef>
              <a:defRPr sz="1300">
                <a:solidFill>
                  <a:schemeClr val="tx1"/>
                </a:solidFill>
                <a:latin typeface="Calibri" pitchFamily="34" charset="0"/>
                <a:ea typeface="宋体" pitchFamily="2" charset="-122"/>
              </a:defRPr>
            </a:lvl1pPr>
            <a:lvl2pPr marL="804763" indent="-309524" eaLnBrk="0" hangingPunct="0">
              <a:spcBef>
                <a:spcPct val="30000"/>
              </a:spcBef>
              <a:defRPr sz="1300">
                <a:solidFill>
                  <a:schemeClr val="tx1"/>
                </a:solidFill>
                <a:latin typeface="Calibri" pitchFamily="34" charset="0"/>
                <a:ea typeface="宋体" pitchFamily="2" charset="-122"/>
              </a:defRPr>
            </a:lvl2pPr>
            <a:lvl3pPr marL="1238098" indent="-247620" eaLnBrk="0" hangingPunct="0">
              <a:spcBef>
                <a:spcPct val="30000"/>
              </a:spcBef>
              <a:defRPr sz="1300">
                <a:solidFill>
                  <a:schemeClr val="tx1"/>
                </a:solidFill>
                <a:latin typeface="Calibri" pitchFamily="34" charset="0"/>
                <a:ea typeface="宋体" pitchFamily="2" charset="-122"/>
              </a:defRPr>
            </a:lvl3pPr>
            <a:lvl4pPr marL="1733337" indent="-247620" eaLnBrk="0" hangingPunct="0">
              <a:spcBef>
                <a:spcPct val="30000"/>
              </a:spcBef>
              <a:defRPr sz="1300">
                <a:solidFill>
                  <a:schemeClr val="tx1"/>
                </a:solidFill>
                <a:latin typeface="Calibri" pitchFamily="34" charset="0"/>
                <a:ea typeface="宋体" pitchFamily="2" charset="-122"/>
              </a:defRPr>
            </a:lvl4pPr>
            <a:lvl5pPr marL="2228576" indent="-247620" eaLnBrk="0" hangingPunct="0">
              <a:spcBef>
                <a:spcPct val="30000"/>
              </a:spcBef>
              <a:defRPr sz="1300">
                <a:solidFill>
                  <a:schemeClr val="tx1"/>
                </a:solidFill>
                <a:latin typeface="Calibri" pitchFamily="34" charset="0"/>
                <a:ea typeface="宋体" pitchFamily="2" charset="-122"/>
              </a:defRPr>
            </a:lvl5pPr>
            <a:lvl6pPr marL="2723815" indent="-247620" eaLnBrk="0" fontAlgn="base" hangingPunct="0">
              <a:spcBef>
                <a:spcPct val="30000"/>
              </a:spcBef>
              <a:spcAft>
                <a:spcPct val="0"/>
              </a:spcAft>
              <a:defRPr sz="1300">
                <a:solidFill>
                  <a:schemeClr val="tx1"/>
                </a:solidFill>
                <a:latin typeface="Calibri" pitchFamily="34" charset="0"/>
                <a:ea typeface="宋体" pitchFamily="2" charset="-122"/>
              </a:defRPr>
            </a:lvl6pPr>
            <a:lvl7pPr marL="3219054" indent="-247620" eaLnBrk="0" fontAlgn="base" hangingPunct="0">
              <a:spcBef>
                <a:spcPct val="30000"/>
              </a:spcBef>
              <a:spcAft>
                <a:spcPct val="0"/>
              </a:spcAft>
              <a:defRPr sz="1300">
                <a:solidFill>
                  <a:schemeClr val="tx1"/>
                </a:solidFill>
                <a:latin typeface="Calibri" pitchFamily="34" charset="0"/>
                <a:ea typeface="宋体" pitchFamily="2" charset="-122"/>
              </a:defRPr>
            </a:lvl7pPr>
            <a:lvl8pPr marL="3714293" indent="-247620" eaLnBrk="0" fontAlgn="base" hangingPunct="0">
              <a:spcBef>
                <a:spcPct val="30000"/>
              </a:spcBef>
              <a:spcAft>
                <a:spcPct val="0"/>
              </a:spcAft>
              <a:defRPr sz="1300">
                <a:solidFill>
                  <a:schemeClr val="tx1"/>
                </a:solidFill>
                <a:latin typeface="Calibri" pitchFamily="34" charset="0"/>
                <a:ea typeface="宋体" pitchFamily="2" charset="-122"/>
              </a:defRPr>
            </a:lvl8pPr>
            <a:lvl9pPr marL="4209532" indent="-247620" eaLnBrk="0" fontAlgn="base" hangingPunct="0">
              <a:spcBef>
                <a:spcPct val="30000"/>
              </a:spcBef>
              <a:spcAft>
                <a:spcPct val="0"/>
              </a:spcAft>
              <a:defRPr sz="1300">
                <a:solidFill>
                  <a:schemeClr val="tx1"/>
                </a:solidFill>
                <a:latin typeface="Calibri" pitchFamily="34" charset="0"/>
                <a:ea typeface="宋体" pitchFamily="2" charset="-122"/>
              </a:defRPr>
            </a:lvl9pPr>
          </a:lstStyle>
          <a:p>
            <a:pPr eaLnBrk="1" hangingPunct="1">
              <a:spcBef>
                <a:spcPct val="0"/>
              </a:spcBef>
            </a:pPr>
            <a:fld id="{A9164D6F-F084-4F39-8B7F-70829E8281CA}" type="slidenum">
              <a:rPr lang="zh-CN" altLang="en-US" smtClean="0"/>
              <a:pPr eaLnBrk="1" hangingPunct="1">
                <a:spcBef>
                  <a:spcPct val="0"/>
                </a:spcBef>
              </a:pPr>
              <a:t>54</a:t>
            </a:fld>
            <a:endParaRPr lang="zh-CN" altLang="en-US" smtClean="0"/>
          </a:p>
        </p:txBody>
      </p:sp>
    </p:spTree>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pPr marL="0" lvl="1" defTabSz="990478"/>
            <a:r>
              <a:rPr lang="en-US" altLang="zh-CN" dirty="0" smtClean="0">
                <a:latin typeface="Times New Roman" pitchFamily="18" charset="0"/>
              </a:rPr>
              <a:t>1.</a:t>
            </a:r>
            <a:r>
              <a:rPr lang="zh-CN" altLang="en-US" dirty="0" smtClean="0">
                <a:latin typeface="Times New Roman" pitchFamily="18" charset="0"/>
              </a:rPr>
              <a:t>利用</a:t>
            </a:r>
            <a:r>
              <a:rPr lang="zh-CN" altLang="en-US" dirty="0" smtClean="0">
                <a:solidFill>
                  <a:srgbClr val="C00000"/>
                </a:solidFill>
                <a:latin typeface="Times New Roman" pitchFamily="18" charset="0"/>
              </a:rPr>
              <a:t>令牌的控制帧</a:t>
            </a:r>
            <a:r>
              <a:rPr lang="zh-CN" altLang="en-US" dirty="0" smtClean="0">
                <a:latin typeface="Times New Roman" pitchFamily="18" charset="0"/>
              </a:rPr>
              <a:t>，调整</a:t>
            </a:r>
            <a:r>
              <a:rPr lang="zh-CN" altLang="en-US" dirty="0" smtClean="0">
                <a:solidFill>
                  <a:srgbClr val="C00000"/>
                </a:solidFill>
                <a:latin typeface="Times New Roman" pitchFamily="18" charset="0"/>
              </a:rPr>
              <a:t>访问的权利</a:t>
            </a:r>
            <a:r>
              <a:rPr lang="zh-CN" altLang="en-US" dirty="0" smtClean="0">
                <a:latin typeface="Times New Roman" pitchFamily="18" charset="0"/>
              </a:rPr>
              <a:t>。收到令牌的节点在一段规定时间内被授予对介质的控制权，该站可以发送一帧或多帧信息。</a:t>
            </a:r>
            <a:endParaRPr lang="en-US" altLang="zh-CN" dirty="0" smtClean="0">
              <a:latin typeface="Times New Roman" pitchFamily="18" charset="0"/>
            </a:endParaRPr>
          </a:p>
          <a:p>
            <a:pPr marL="0" lvl="1" defTabSz="990478"/>
            <a:endParaRPr lang="zh-CN" altLang="en-US" dirty="0" smtClean="0">
              <a:latin typeface="Times New Roman" pitchFamily="18" charset="0"/>
            </a:endParaRPr>
          </a:p>
          <a:p>
            <a:endParaRPr lang="zh-CN" altLang="en-US" dirty="0"/>
          </a:p>
        </p:txBody>
      </p:sp>
      <p:sp>
        <p:nvSpPr>
          <p:cNvPr id="4" name="灯片编号占位符 3"/>
          <p:cNvSpPr>
            <a:spLocks noGrp="1"/>
          </p:cNvSpPr>
          <p:nvPr>
            <p:ph type="sldNum" sz="quarter" idx="10"/>
          </p:nvPr>
        </p:nvSpPr>
        <p:spPr/>
        <p:txBody>
          <a:bodyPr/>
          <a:lstStyle/>
          <a:p>
            <a:pPr>
              <a:defRPr/>
            </a:pPr>
            <a:fld id="{8E0EE677-867B-47A8-8A3F-CB96BBD465DB}" type="slidenum">
              <a:rPr lang="zh-CN" altLang="en-US" smtClean="0"/>
              <a:pPr>
                <a:defRPr/>
              </a:pPr>
              <a:t>55</a:t>
            </a:fld>
            <a:endParaRPr lang="zh-CN" altLang="en-US"/>
          </a:p>
        </p:txBody>
      </p:sp>
    </p:spTree>
    <p:extLst>
      <p:ext uri="{BB962C8B-B14F-4D97-AF65-F5344CB8AC3E}">
        <p14:creationId xmlns:p14="http://schemas.microsoft.com/office/powerpoint/2010/main" val="2548661064"/>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4146" name="幻灯片图像占位符 1"/>
          <p:cNvSpPr>
            <a:spLocks noGrp="1" noRot="1" noChangeAspect="1" noTextEdit="1"/>
          </p:cNvSpPr>
          <p:nvPr>
            <p:ph type="sldImg"/>
          </p:nvPr>
        </p:nvSpPr>
        <p:spPr bwMode="auto">
          <a:noFill/>
          <a:ln>
            <a:solidFill>
              <a:srgbClr val="000000"/>
            </a:solidFill>
            <a:miter lim="800000"/>
            <a:headEnd/>
            <a:tailEnd/>
          </a:ln>
          <a:extLst>
            <a:ext uri="{909E8E84-426E-40DD-AFC4-6F175D3DCCD1}">
              <a14:hiddenFill xmlns:a14="http://schemas.microsoft.com/office/drawing/2010/main">
                <a:solidFill>
                  <a:srgbClr val="FFFFFF"/>
                </a:solidFill>
              </a14:hiddenFill>
            </a:ext>
          </a:extLst>
        </p:spPr>
      </p:sp>
      <p:sp>
        <p:nvSpPr>
          <p:cNvPr id="134147" name="备注占位符 2"/>
          <p:cNvSpPr>
            <a:spLocks noGrp="1"/>
          </p:cNvSpPr>
          <p:nvPr>
            <p:ph type="body" idx="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t" anchorCtr="0" compatLnSpc="1">
            <a:prstTxWarp prst="textNoShape">
              <a:avLst/>
            </a:prstTxWarp>
          </a:bodyPr>
          <a:lstStyle/>
          <a:p>
            <a:endParaRPr lang="zh-CN" altLang="en-US" dirty="0" smtClean="0"/>
          </a:p>
        </p:txBody>
      </p:sp>
      <p:sp>
        <p:nvSpPr>
          <p:cNvPr id="134148" name="灯片编号占位符 3"/>
          <p:cNvSpPr>
            <a:spLocks noGrp="1"/>
          </p:cNvSpPr>
          <p:nvPr>
            <p:ph type="sldNum" sz="quarter" idx="5"/>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Ctr="0" compatLnSpc="1">
            <a:prstTxWarp prst="textNoShape">
              <a:avLst/>
            </a:prstTxWarp>
          </a:bodyPr>
          <a:lstStyle>
            <a:lvl1pPr eaLnBrk="0" hangingPunct="0">
              <a:spcBef>
                <a:spcPct val="30000"/>
              </a:spcBef>
              <a:defRPr sz="1300">
                <a:solidFill>
                  <a:schemeClr val="tx1"/>
                </a:solidFill>
                <a:latin typeface="Calibri" pitchFamily="34" charset="0"/>
                <a:ea typeface="宋体" pitchFamily="2" charset="-122"/>
              </a:defRPr>
            </a:lvl1pPr>
            <a:lvl2pPr marL="804763" indent="-309524" eaLnBrk="0" hangingPunct="0">
              <a:spcBef>
                <a:spcPct val="30000"/>
              </a:spcBef>
              <a:defRPr sz="1300">
                <a:solidFill>
                  <a:schemeClr val="tx1"/>
                </a:solidFill>
                <a:latin typeface="Calibri" pitchFamily="34" charset="0"/>
                <a:ea typeface="宋体" pitchFamily="2" charset="-122"/>
              </a:defRPr>
            </a:lvl2pPr>
            <a:lvl3pPr marL="1238098" indent="-247620" eaLnBrk="0" hangingPunct="0">
              <a:spcBef>
                <a:spcPct val="30000"/>
              </a:spcBef>
              <a:defRPr sz="1300">
                <a:solidFill>
                  <a:schemeClr val="tx1"/>
                </a:solidFill>
                <a:latin typeface="Calibri" pitchFamily="34" charset="0"/>
                <a:ea typeface="宋体" pitchFamily="2" charset="-122"/>
              </a:defRPr>
            </a:lvl3pPr>
            <a:lvl4pPr marL="1733337" indent="-247620" eaLnBrk="0" hangingPunct="0">
              <a:spcBef>
                <a:spcPct val="30000"/>
              </a:spcBef>
              <a:defRPr sz="1300">
                <a:solidFill>
                  <a:schemeClr val="tx1"/>
                </a:solidFill>
                <a:latin typeface="Calibri" pitchFamily="34" charset="0"/>
                <a:ea typeface="宋体" pitchFamily="2" charset="-122"/>
              </a:defRPr>
            </a:lvl4pPr>
            <a:lvl5pPr marL="2228576" indent="-247620" eaLnBrk="0" hangingPunct="0">
              <a:spcBef>
                <a:spcPct val="30000"/>
              </a:spcBef>
              <a:defRPr sz="1300">
                <a:solidFill>
                  <a:schemeClr val="tx1"/>
                </a:solidFill>
                <a:latin typeface="Calibri" pitchFamily="34" charset="0"/>
                <a:ea typeface="宋体" pitchFamily="2" charset="-122"/>
              </a:defRPr>
            </a:lvl5pPr>
            <a:lvl6pPr marL="2723815" indent="-247620" eaLnBrk="0" fontAlgn="base" hangingPunct="0">
              <a:spcBef>
                <a:spcPct val="30000"/>
              </a:spcBef>
              <a:spcAft>
                <a:spcPct val="0"/>
              </a:spcAft>
              <a:defRPr sz="1300">
                <a:solidFill>
                  <a:schemeClr val="tx1"/>
                </a:solidFill>
                <a:latin typeface="Calibri" pitchFamily="34" charset="0"/>
                <a:ea typeface="宋体" pitchFamily="2" charset="-122"/>
              </a:defRPr>
            </a:lvl6pPr>
            <a:lvl7pPr marL="3219054" indent="-247620" eaLnBrk="0" fontAlgn="base" hangingPunct="0">
              <a:spcBef>
                <a:spcPct val="30000"/>
              </a:spcBef>
              <a:spcAft>
                <a:spcPct val="0"/>
              </a:spcAft>
              <a:defRPr sz="1300">
                <a:solidFill>
                  <a:schemeClr val="tx1"/>
                </a:solidFill>
                <a:latin typeface="Calibri" pitchFamily="34" charset="0"/>
                <a:ea typeface="宋体" pitchFamily="2" charset="-122"/>
              </a:defRPr>
            </a:lvl7pPr>
            <a:lvl8pPr marL="3714293" indent="-247620" eaLnBrk="0" fontAlgn="base" hangingPunct="0">
              <a:spcBef>
                <a:spcPct val="30000"/>
              </a:spcBef>
              <a:spcAft>
                <a:spcPct val="0"/>
              </a:spcAft>
              <a:defRPr sz="1300">
                <a:solidFill>
                  <a:schemeClr val="tx1"/>
                </a:solidFill>
                <a:latin typeface="Calibri" pitchFamily="34" charset="0"/>
                <a:ea typeface="宋体" pitchFamily="2" charset="-122"/>
              </a:defRPr>
            </a:lvl8pPr>
            <a:lvl9pPr marL="4209532" indent="-247620" eaLnBrk="0" fontAlgn="base" hangingPunct="0">
              <a:spcBef>
                <a:spcPct val="30000"/>
              </a:spcBef>
              <a:spcAft>
                <a:spcPct val="0"/>
              </a:spcAft>
              <a:defRPr sz="1300">
                <a:solidFill>
                  <a:schemeClr val="tx1"/>
                </a:solidFill>
                <a:latin typeface="Calibri" pitchFamily="34" charset="0"/>
                <a:ea typeface="宋体" pitchFamily="2" charset="-122"/>
              </a:defRPr>
            </a:lvl9pPr>
          </a:lstStyle>
          <a:p>
            <a:pPr eaLnBrk="1" hangingPunct="1">
              <a:spcBef>
                <a:spcPct val="0"/>
              </a:spcBef>
            </a:pPr>
            <a:fld id="{8313E189-7ACE-425D-98F8-D0EB362A54B7}" type="slidenum">
              <a:rPr lang="zh-CN" altLang="en-US" smtClean="0"/>
              <a:pPr eaLnBrk="1" hangingPunct="1">
                <a:spcBef>
                  <a:spcPct val="0"/>
                </a:spcBef>
              </a:pPr>
              <a:t>56</a:t>
            </a:fld>
            <a:endParaRPr lang="zh-CN" altLang="en-US" smtClean="0"/>
          </a:p>
        </p:txBody>
      </p:sp>
    </p:spTree>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5170" name="幻灯片图像占位符 1"/>
          <p:cNvSpPr>
            <a:spLocks noGrp="1" noRot="1" noChangeAspect="1" noTextEdit="1"/>
          </p:cNvSpPr>
          <p:nvPr>
            <p:ph type="sldImg"/>
          </p:nvPr>
        </p:nvSpPr>
        <p:spPr bwMode="auto">
          <a:noFill/>
          <a:ln>
            <a:solidFill>
              <a:srgbClr val="000000"/>
            </a:solidFill>
            <a:miter lim="800000"/>
            <a:headEnd/>
            <a:tailEnd/>
          </a:ln>
          <a:extLst>
            <a:ext uri="{909E8E84-426E-40DD-AFC4-6F175D3DCCD1}">
              <a14:hiddenFill xmlns:a14="http://schemas.microsoft.com/office/drawing/2010/main">
                <a:solidFill>
                  <a:srgbClr val="FFFFFF"/>
                </a:solidFill>
              </a14:hiddenFill>
            </a:ext>
          </a:extLst>
        </p:spPr>
      </p:sp>
      <p:sp>
        <p:nvSpPr>
          <p:cNvPr id="135171" name="备注占位符 2"/>
          <p:cNvSpPr>
            <a:spLocks noGrp="1"/>
          </p:cNvSpPr>
          <p:nvPr>
            <p:ph type="body" idx="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t" anchorCtr="0" compatLnSpc="1">
            <a:prstTxWarp prst="textNoShape">
              <a:avLst/>
            </a:prstTxWarp>
          </a:bodyPr>
          <a:lstStyle/>
          <a:p>
            <a:pPr eaLnBrk="1" hangingPunct="1"/>
            <a:r>
              <a:rPr lang="en-US" altLang="zh-CN" smtClean="0"/>
              <a:t>2016/09/09</a:t>
            </a:r>
            <a:endParaRPr lang="zh-CN" altLang="en-US" smtClean="0"/>
          </a:p>
        </p:txBody>
      </p:sp>
      <p:sp>
        <p:nvSpPr>
          <p:cNvPr id="135172" name="灯片编号占位符 3"/>
          <p:cNvSpPr>
            <a:spLocks noGrp="1"/>
          </p:cNvSpPr>
          <p:nvPr>
            <p:ph type="sldNum" sz="quarter" idx="5"/>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Ctr="0" compatLnSpc="1">
            <a:prstTxWarp prst="textNoShape">
              <a:avLst/>
            </a:prstTxWarp>
          </a:bodyPr>
          <a:lstStyle>
            <a:lvl1pPr eaLnBrk="0" hangingPunct="0">
              <a:spcBef>
                <a:spcPct val="30000"/>
              </a:spcBef>
              <a:defRPr sz="1300">
                <a:solidFill>
                  <a:schemeClr val="tx1"/>
                </a:solidFill>
                <a:latin typeface="Calibri" pitchFamily="34" charset="0"/>
                <a:ea typeface="宋体" pitchFamily="2" charset="-122"/>
              </a:defRPr>
            </a:lvl1pPr>
            <a:lvl2pPr marL="804763" indent="-309524" eaLnBrk="0" hangingPunct="0">
              <a:spcBef>
                <a:spcPct val="30000"/>
              </a:spcBef>
              <a:defRPr sz="1300">
                <a:solidFill>
                  <a:schemeClr val="tx1"/>
                </a:solidFill>
                <a:latin typeface="Calibri" pitchFamily="34" charset="0"/>
                <a:ea typeface="宋体" pitchFamily="2" charset="-122"/>
              </a:defRPr>
            </a:lvl2pPr>
            <a:lvl3pPr marL="1238098" indent="-247620" eaLnBrk="0" hangingPunct="0">
              <a:spcBef>
                <a:spcPct val="30000"/>
              </a:spcBef>
              <a:defRPr sz="1300">
                <a:solidFill>
                  <a:schemeClr val="tx1"/>
                </a:solidFill>
                <a:latin typeface="Calibri" pitchFamily="34" charset="0"/>
                <a:ea typeface="宋体" pitchFamily="2" charset="-122"/>
              </a:defRPr>
            </a:lvl3pPr>
            <a:lvl4pPr marL="1733337" indent="-247620" eaLnBrk="0" hangingPunct="0">
              <a:spcBef>
                <a:spcPct val="30000"/>
              </a:spcBef>
              <a:defRPr sz="1300">
                <a:solidFill>
                  <a:schemeClr val="tx1"/>
                </a:solidFill>
                <a:latin typeface="Calibri" pitchFamily="34" charset="0"/>
                <a:ea typeface="宋体" pitchFamily="2" charset="-122"/>
              </a:defRPr>
            </a:lvl4pPr>
            <a:lvl5pPr marL="2228576" indent="-247620" eaLnBrk="0" hangingPunct="0">
              <a:spcBef>
                <a:spcPct val="30000"/>
              </a:spcBef>
              <a:defRPr sz="1300">
                <a:solidFill>
                  <a:schemeClr val="tx1"/>
                </a:solidFill>
                <a:latin typeface="Calibri" pitchFamily="34" charset="0"/>
                <a:ea typeface="宋体" pitchFamily="2" charset="-122"/>
              </a:defRPr>
            </a:lvl5pPr>
            <a:lvl6pPr marL="2723815" indent="-247620" eaLnBrk="0" fontAlgn="base" hangingPunct="0">
              <a:spcBef>
                <a:spcPct val="30000"/>
              </a:spcBef>
              <a:spcAft>
                <a:spcPct val="0"/>
              </a:spcAft>
              <a:defRPr sz="1300">
                <a:solidFill>
                  <a:schemeClr val="tx1"/>
                </a:solidFill>
                <a:latin typeface="Calibri" pitchFamily="34" charset="0"/>
                <a:ea typeface="宋体" pitchFamily="2" charset="-122"/>
              </a:defRPr>
            </a:lvl6pPr>
            <a:lvl7pPr marL="3219054" indent="-247620" eaLnBrk="0" fontAlgn="base" hangingPunct="0">
              <a:spcBef>
                <a:spcPct val="30000"/>
              </a:spcBef>
              <a:spcAft>
                <a:spcPct val="0"/>
              </a:spcAft>
              <a:defRPr sz="1300">
                <a:solidFill>
                  <a:schemeClr val="tx1"/>
                </a:solidFill>
                <a:latin typeface="Calibri" pitchFamily="34" charset="0"/>
                <a:ea typeface="宋体" pitchFamily="2" charset="-122"/>
              </a:defRPr>
            </a:lvl7pPr>
            <a:lvl8pPr marL="3714293" indent="-247620" eaLnBrk="0" fontAlgn="base" hangingPunct="0">
              <a:spcBef>
                <a:spcPct val="30000"/>
              </a:spcBef>
              <a:spcAft>
                <a:spcPct val="0"/>
              </a:spcAft>
              <a:defRPr sz="1300">
                <a:solidFill>
                  <a:schemeClr val="tx1"/>
                </a:solidFill>
                <a:latin typeface="Calibri" pitchFamily="34" charset="0"/>
                <a:ea typeface="宋体" pitchFamily="2" charset="-122"/>
              </a:defRPr>
            </a:lvl8pPr>
            <a:lvl9pPr marL="4209532" indent="-247620" eaLnBrk="0" fontAlgn="base" hangingPunct="0">
              <a:spcBef>
                <a:spcPct val="30000"/>
              </a:spcBef>
              <a:spcAft>
                <a:spcPct val="0"/>
              </a:spcAft>
              <a:defRPr sz="1300">
                <a:solidFill>
                  <a:schemeClr val="tx1"/>
                </a:solidFill>
                <a:latin typeface="Calibri" pitchFamily="34" charset="0"/>
                <a:ea typeface="宋体" pitchFamily="2" charset="-122"/>
              </a:defRPr>
            </a:lvl9pPr>
          </a:lstStyle>
          <a:p>
            <a:pPr eaLnBrk="1" hangingPunct="1">
              <a:spcBef>
                <a:spcPct val="0"/>
              </a:spcBef>
            </a:pPr>
            <a:fld id="{4CF1F68A-AD6F-4E90-8B36-5ACF8AA32C60}" type="slidenum">
              <a:rPr lang="zh-CN" altLang="en-US" smtClean="0"/>
              <a:pPr eaLnBrk="1" hangingPunct="1">
                <a:spcBef>
                  <a:spcPct val="0"/>
                </a:spcBef>
              </a:pPr>
              <a:t>59</a:t>
            </a:fld>
            <a:endParaRPr lang="zh-CN" altLang="en-US" smtClean="0"/>
          </a:p>
        </p:txBody>
      </p:sp>
    </p:spTree>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6194" name="幻灯片图像占位符 1"/>
          <p:cNvSpPr>
            <a:spLocks noGrp="1" noRot="1" noChangeAspect="1" noTextEdit="1"/>
          </p:cNvSpPr>
          <p:nvPr>
            <p:ph type="sldImg"/>
          </p:nvPr>
        </p:nvSpPr>
        <p:spPr bwMode="auto">
          <a:noFill/>
          <a:ln>
            <a:solidFill>
              <a:srgbClr val="000000"/>
            </a:solidFill>
            <a:miter lim="800000"/>
            <a:headEnd/>
            <a:tailEnd/>
          </a:ln>
          <a:extLst>
            <a:ext uri="{909E8E84-426E-40DD-AFC4-6F175D3DCCD1}">
              <a14:hiddenFill xmlns:a14="http://schemas.microsoft.com/office/drawing/2010/main">
                <a:solidFill>
                  <a:srgbClr val="FFFFFF"/>
                </a:solidFill>
              </a14:hiddenFill>
            </a:ext>
          </a:extLst>
        </p:spPr>
      </p:sp>
      <p:sp>
        <p:nvSpPr>
          <p:cNvPr id="136195" name="备注占位符 2"/>
          <p:cNvSpPr>
            <a:spLocks noGrp="1"/>
          </p:cNvSpPr>
          <p:nvPr>
            <p:ph type="body" idx="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t" anchorCtr="0" compatLnSpc="1">
            <a:prstTxWarp prst="textNoShape">
              <a:avLst/>
            </a:prstTxWarp>
          </a:bodyPr>
          <a:lstStyle/>
          <a:p>
            <a:endParaRPr lang="zh-CN" altLang="en-US" dirty="0" smtClean="0"/>
          </a:p>
        </p:txBody>
      </p:sp>
      <p:sp>
        <p:nvSpPr>
          <p:cNvPr id="136196" name="灯片编号占位符 3"/>
          <p:cNvSpPr>
            <a:spLocks noGrp="1"/>
          </p:cNvSpPr>
          <p:nvPr>
            <p:ph type="sldNum" sz="quarter" idx="5"/>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Ctr="0" compatLnSpc="1">
            <a:prstTxWarp prst="textNoShape">
              <a:avLst/>
            </a:prstTxWarp>
          </a:bodyPr>
          <a:lstStyle>
            <a:lvl1pPr eaLnBrk="0" hangingPunct="0">
              <a:spcBef>
                <a:spcPct val="30000"/>
              </a:spcBef>
              <a:defRPr sz="1300">
                <a:solidFill>
                  <a:schemeClr val="tx1"/>
                </a:solidFill>
                <a:latin typeface="Calibri" pitchFamily="34" charset="0"/>
                <a:ea typeface="宋体" pitchFamily="2" charset="-122"/>
              </a:defRPr>
            </a:lvl1pPr>
            <a:lvl2pPr marL="804763" indent="-309524" eaLnBrk="0" hangingPunct="0">
              <a:spcBef>
                <a:spcPct val="30000"/>
              </a:spcBef>
              <a:defRPr sz="1300">
                <a:solidFill>
                  <a:schemeClr val="tx1"/>
                </a:solidFill>
                <a:latin typeface="Calibri" pitchFamily="34" charset="0"/>
                <a:ea typeface="宋体" pitchFamily="2" charset="-122"/>
              </a:defRPr>
            </a:lvl2pPr>
            <a:lvl3pPr marL="1238098" indent="-247620" eaLnBrk="0" hangingPunct="0">
              <a:spcBef>
                <a:spcPct val="30000"/>
              </a:spcBef>
              <a:defRPr sz="1300">
                <a:solidFill>
                  <a:schemeClr val="tx1"/>
                </a:solidFill>
                <a:latin typeface="Calibri" pitchFamily="34" charset="0"/>
                <a:ea typeface="宋体" pitchFamily="2" charset="-122"/>
              </a:defRPr>
            </a:lvl3pPr>
            <a:lvl4pPr marL="1733337" indent="-247620" eaLnBrk="0" hangingPunct="0">
              <a:spcBef>
                <a:spcPct val="30000"/>
              </a:spcBef>
              <a:defRPr sz="1300">
                <a:solidFill>
                  <a:schemeClr val="tx1"/>
                </a:solidFill>
                <a:latin typeface="Calibri" pitchFamily="34" charset="0"/>
                <a:ea typeface="宋体" pitchFamily="2" charset="-122"/>
              </a:defRPr>
            </a:lvl4pPr>
            <a:lvl5pPr marL="2228576" indent="-247620" eaLnBrk="0" hangingPunct="0">
              <a:spcBef>
                <a:spcPct val="30000"/>
              </a:spcBef>
              <a:defRPr sz="1300">
                <a:solidFill>
                  <a:schemeClr val="tx1"/>
                </a:solidFill>
                <a:latin typeface="Calibri" pitchFamily="34" charset="0"/>
                <a:ea typeface="宋体" pitchFamily="2" charset="-122"/>
              </a:defRPr>
            </a:lvl5pPr>
            <a:lvl6pPr marL="2723815" indent="-247620" eaLnBrk="0" fontAlgn="base" hangingPunct="0">
              <a:spcBef>
                <a:spcPct val="30000"/>
              </a:spcBef>
              <a:spcAft>
                <a:spcPct val="0"/>
              </a:spcAft>
              <a:defRPr sz="1300">
                <a:solidFill>
                  <a:schemeClr val="tx1"/>
                </a:solidFill>
                <a:latin typeface="Calibri" pitchFamily="34" charset="0"/>
                <a:ea typeface="宋体" pitchFamily="2" charset="-122"/>
              </a:defRPr>
            </a:lvl6pPr>
            <a:lvl7pPr marL="3219054" indent="-247620" eaLnBrk="0" fontAlgn="base" hangingPunct="0">
              <a:spcBef>
                <a:spcPct val="30000"/>
              </a:spcBef>
              <a:spcAft>
                <a:spcPct val="0"/>
              </a:spcAft>
              <a:defRPr sz="1300">
                <a:solidFill>
                  <a:schemeClr val="tx1"/>
                </a:solidFill>
                <a:latin typeface="Calibri" pitchFamily="34" charset="0"/>
                <a:ea typeface="宋体" pitchFamily="2" charset="-122"/>
              </a:defRPr>
            </a:lvl7pPr>
            <a:lvl8pPr marL="3714293" indent="-247620" eaLnBrk="0" fontAlgn="base" hangingPunct="0">
              <a:spcBef>
                <a:spcPct val="30000"/>
              </a:spcBef>
              <a:spcAft>
                <a:spcPct val="0"/>
              </a:spcAft>
              <a:defRPr sz="1300">
                <a:solidFill>
                  <a:schemeClr val="tx1"/>
                </a:solidFill>
                <a:latin typeface="Calibri" pitchFamily="34" charset="0"/>
                <a:ea typeface="宋体" pitchFamily="2" charset="-122"/>
              </a:defRPr>
            </a:lvl8pPr>
            <a:lvl9pPr marL="4209532" indent="-247620" eaLnBrk="0" fontAlgn="base" hangingPunct="0">
              <a:spcBef>
                <a:spcPct val="30000"/>
              </a:spcBef>
              <a:spcAft>
                <a:spcPct val="0"/>
              </a:spcAft>
              <a:defRPr sz="1300">
                <a:solidFill>
                  <a:schemeClr val="tx1"/>
                </a:solidFill>
                <a:latin typeface="Calibri" pitchFamily="34" charset="0"/>
                <a:ea typeface="宋体" pitchFamily="2" charset="-122"/>
              </a:defRPr>
            </a:lvl9pPr>
          </a:lstStyle>
          <a:p>
            <a:pPr eaLnBrk="1" hangingPunct="1">
              <a:spcBef>
                <a:spcPct val="0"/>
              </a:spcBef>
            </a:pPr>
            <a:fld id="{2ADC3D73-3B82-4644-BD2A-7246DD7F983C}" type="slidenum">
              <a:rPr lang="zh-CN" altLang="en-US" smtClean="0"/>
              <a:pPr eaLnBrk="1" hangingPunct="1">
                <a:spcBef>
                  <a:spcPct val="0"/>
                </a:spcBef>
              </a:pPr>
              <a:t>62</a:t>
            </a:fld>
            <a:endParaRPr lang="zh-CN" altLang="en-US" smtClean="0"/>
          </a:p>
        </p:txBody>
      </p:sp>
    </p:spTree>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7218" name="幻灯片图像占位符 1"/>
          <p:cNvSpPr>
            <a:spLocks noGrp="1" noRot="1" noChangeAspect="1" noTextEdit="1"/>
          </p:cNvSpPr>
          <p:nvPr>
            <p:ph type="sldImg"/>
          </p:nvPr>
        </p:nvSpPr>
        <p:spPr bwMode="auto">
          <a:noFill/>
          <a:ln>
            <a:solidFill>
              <a:srgbClr val="000000"/>
            </a:solidFill>
            <a:miter lim="800000"/>
            <a:headEnd/>
            <a:tailEnd/>
          </a:ln>
          <a:extLst>
            <a:ext uri="{909E8E84-426E-40DD-AFC4-6F175D3DCCD1}">
              <a14:hiddenFill xmlns:a14="http://schemas.microsoft.com/office/drawing/2010/main">
                <a:solidFill>
                  <a:srgbClr val="FFFFFF"/>
                </a:solidFill>
              </a14:hiddenFill>
            </a:ext>
          </a:extLst>
        </p:spPr>
      </p:sp>
      <p:sp>
        <p:nvSpPr>
          <p:cNvPr id="137219" name="备注占位符 2"/>
          <p:cNvSpPr>
            <a:spLocks noGrp="1"/>
          </p:cNvSpPr>
          <p:nvPr>
            <p:ph type="body" idx="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t" anchorCtr="0" compatLnSpc="1">
            <a:prstTxWarp prst="textNoShape">
              <a:avLst/>
            </a:prstTxWarp>
          </a:bodyPr>
          <a:lstStyle/>
          <a:p>
            <a:r>
              <a:rPr lang="zh-CN" altLang="en-US" dirty="0" smtClean="0"/>
              <a:t>目前还有</a:t>
            </a:r>
            <a:r>
              <a:rPr lang="en-US" altLang="zh-CN" dirty="0" smtClean="0"/>
              <a:t>802.17-802.25</a:t>
            </a:r>
          </a:p>
          <a:p>
            <a:r>
              <a:rPr lang="en-US" altLang="zh-CN" dirty="0" smtClean="0"/>
              <a:t>802.25</a:t>
            </a:r>
            <a:r>
              <a:rPr lang="en-US" altLang="zh-CN" baseline="0" dirty="0" smtClean="0"/>
              <a:t> – </a:t>
            </a:r>
            <a:r>
              <a:rPr lang="zh-CN" altLang="en-US" baseline="0" dirty="0" smtClean="0"/>
              <a:t>智能电网</a:t>
            </a:r>
            <a:endParaRPr lang="zh-CN" altLang="en-US" dirty="0" smtClean="0"/>
          </a:p>
          <a:p>
            <a:endParaRPr lang="zh-CN" altLang="en-US" dirty="0" smtClean="0"/>
          </a:p>
        </p:txBody>
      </p:sp>
      <p:sp>
        <p:nvSpPr>
          <p:cNvPr id="137220" name="灯片编号占位符 3"/>
          <p:cNvSpPr>
            <a:spLocks noGrp="1"/>
          </p:cNvSpPr>
          <p:nvPr>
            <p:ph type="sldNum" sz="quarter" idx="5"/>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Ctr="0" compatLnSpc="1">
            <a:prstTxWarp prst="textNoShape">
              <a:avLst/>
            </a:prstTxWarp>
          </a:bodyPr>
          <a:lstStyle>
            <a:lvl1pPr eaLnBrk="0" hangingPunct="0">
              <a:spcBef>
                <a:spcPct val="30000"/>
              </a:spcBef>
              <a:defRPr sz="1300">
                <a:solidFill>
                  <a:schemeClr val="tx1"/>
                </a:solidFill>
                <a:latin typeface="Calibri" pitchFamily="34" charset="0"/>
                <a:ea typeface="宋体" pitchFamily="2" charset="-122"/>
              </a:defRPr>
            </a:lvl1pPr>
            <a:lvl2pPr marL="804763" indent="-309524" eaLnBrk="0" hangingPunct="0">
              <a:spcBef>
                <a:spcPct val="30000"/>
              </a:spcBef>
              <a:defRPr sz="1300">
                <a:solidFill>
                  <a:schemeClr val="tx1"/>
                </a:solidFill>
                <a:latin typeface="Calibri" pitchFamily="34" charset="0"/>
                <a:ea typeface="宋体" pitchFamily="2" charset="-122"/>
              </a:defRPr>
            </a:lvl2pPr>
            <a:lvl3pPr marL="1238098" indent="-247620" eaLnBrk="0" hangingPunct="0">
              <a:spcBef>
                <a:spcPct val="30000"/>
              </a:spcBef>
              <a:defRPr sz="1300">
                <a:solidFill>
                  <a:schemeClr val="tx1"/>
                </a:solidFill>
                <a:latin typeface="Calibri" pitchFamily="34" charset="0"/>
                <a:ea typeface="宋体" pitchFamily="2" charset="-122"/>
              </a:defRPr>
            </a:lvl3pPr>
            <a:lvl4pPr marL="1733337" indent="-247620" eaLnBrk="0" hangingPunct="0">
              <a:spcBef>
                <a:spcPct val="30000"/>
              </a:spcBef>
              <a:defRPr sz="1300">
                <a:solidFill>
                  <a:schemeClr val="tx1"/>
                </a:solidFill>
                <a:latin typeface="Calibri" pitchFamily="34" charset="0"/>
                <a:ea typeface="宋体" pitchFamily="2" charset="-122"/>
              </a:defRPr>
            </a:lvl4pPr>
            <a:lvl5pPr marL="2228576" indent="-247620" eaLnBrk="0" hangingPunct="0">
              <a:spcBef>
                <a:spcPct val="30000"/>
              </a:spcBef>
              <a:defRPr sz="1300">
                <a:solidFill>
                  <a:schemeClr val="tx1"/>
                </a:solidFill>
                <a:latin typeface="Calibri" pitchFamily="34" charset="0"/>
                <a:ea typeface="宋体" pitchFamily="2" charset="-122"/>
              </a:defRPr>
            </a:lvl5pPr>
            <a:lvl6pPr marL="2723815" indent="-247620" eaLnBrk="0" fontAlgn="base" hangingPunct="0">
              <a:spcBef>
                <a:spcPct val="30000"/>
              </a:spcBef>
              <a:spcAft>
                <a:spcPct val="0"/>
              </a:spcAft>
              <a:defRPr sz="1300">
                <a:solidFill>
                  <a:schemeClr val="tx1"/>
                </a:solidFill>
                <a:latin typeface="Calibri" pitchFamily="34" charset="0"/>
                <a:ea typeface="宋体" pitchFamily="2" charset="-122"/>
              </a:defRPr>
            </a:lvl6pPr>
            <a:lvl7pPr marL="3219054" indent="-247620" eaLnBrk="0" fontAlgn="base" hangingPunct="0">
              <a:spcBef>
                <a:spcPct val="30000"/>
              </a:spcBef>
              <a:spcAft>
                <a:spcPct val="0"/>
              </a:spcAft>
              <a:defRPr sz="1300">
                <a:solidFill>
                  <a:schemeClr val="tx1"/>
                </a:solidFill>
                <a:latin typeface="Calibri" pitchFamily="34" charset="0"/>
                <a:ea typeface="宋体" pitchFamily="2" charset="-122"/>
              </a:defRPr>
            </a:lvl7pPr>
            <a:lvl8pPr marL="3714293" indent="-247620" eaLnBrk="0" fontAlgn="base" hangingPunct="0">
              <a:spcBef>
                <a:spcPct val="30000"/>
              </a:spcBef>
              <a:spcAft>
                <a:spcPct val="0"/>
              </a:spcAft>
              <a:defRPr sz="1300">
                <a:solidFill>
                  <a:schemeClr val="tx1"/>
                </a:solidFill>
                <a:latin typeface="Calibri" pitchFamily="34" charset="0"/>
                <a:ea typeface="宋体" pitchFamily="2" charset="-122"/>
              </a:defRPr>
            </a:lvl8pPr>
            <a:lvl9pPr marL="4209532" indent="-247620" eaLnBrk="0" fontAlgn="base" hangingPunct="0">
              <a:spcBef>
                <a:spcPct val="30000"/>
              </a:spcBef>
              <a:spcAft>
                <a:spcPct val="0"/>
              </a:spcAft>
              <a:defRPr sz="1300">
                <a:solidFill>
                  <a:schemeClr val="tx1"/>
                </a:solidFill>
                <a:latin typeface="Calibri" pitchFamily="34" charset="0"/>
                <a:ea typeface="宋体" pitchFamily="2" charset="-122"/>
              </a:defRPr>
            </a:lvl9pPr>
          </a:lstStyle>
          <a:p>
            <a:pPr eaLnBrk="1" hangingPunct="1">
              <a:spcBef>
                <a:spcPct val="0"/>
              </a:spcBef>
            </a:pPr>
            <a:fld id="{168BAE9D-F73B-4D82-8F2C-0C37BB6F7E86}" type="slidenum">
              <a:rPr lang="zh-CN" altLang="en-US" smtClean="0"/>
              <a:pPr eaLnBrk="1" hangingPunct="1">
                <a:spcBef>
                  <a:spcPct val="0"/>
                </a:spcBef>
              </a:pPr>
              <a:t>64</a:t>
            </a:fld>
            <a:endParaRPr lang="zh-CN" altLang="en-US" smtClean="0"/>
          </a:p>
        </p:txBody>
      </p:sp>
    </p:spTree>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8242" name="幻灯片图像占位符 1"/>
          <p:cNvSpPr>
            <a:spLocks noGrp="1" noRot="1" noChangeAspect="1" noTextEdit="1"/>
          </p:cNvSpPr>
          <p:nvPr>
            <p:ph type="sldImg"/>
          </p:nvPr>
        </p:nvSpPr>
        <p:spPr bwMode="auto">
          <a:noFill/>
          <a:ln>
            <a:solidFill>
              <a:srgbClr val="000000"/>
            </a:solidFill>
            <a:miter lim="800000"/>
            <a:headEnd/>
            <a:tailEnd/>
          </a:ln>
          <a:extLst>
            <a:ext uri="{909E8E84-426E-40DD-AFC4-6F175D3DCCD1}">
              <a14:hiddenFill xmlns:a14="http://schemas.microsoft.com/office/drawing/2010/main">
                <a:solidFill>
                  <a:srgbClr val="FFFFFF"/>
                </a:solidFill>
              </a14:hiddenFill>
            </a:ext>
          </a:extLst>
        </p:spPr>
      </p:sp>
      <p:sp>
        <p:nvSpPr>
          <p:cNvPr id="138243" name="备注占位符 2"/>
          <p:cNvSpPr>
            <a:spLocks noGrp="1"/>
          </p:cNvSpPr>
          <p:nvPr>
            <p:ph type="body" idx="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t" anchorCtr="0" compatLnSpc="1">
            <a:prstTxWarp prst="textNoShape">
              <a:avLst/>
            </a:prstTxWarp>
          </a:bodyPr>
          <a:lstStyle/>
          <a:p>
            <a:endParaRPr lang="zh-CN" altLang="en-US" dirty="0" smtClean="0"/>
          </a:p>
        </p:txBody>
      </p:sp>
      <p:sp>
        <p:nvSpPr>
          <p:cNvPr id="138244" name="灯片编号占位符 3"/>
          <p:cNvSpPr>
            <a:spLocks noGrp="1"/>
          </p:cNvSpPr>
          <p:nvPr>
            <p:ph type="sldNum" sz="quarter" idx="5"/>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Ctr="0" compatLnSpc="1">
            <a:prstTxWarp prst="textNoShape">
              <a:avLst/>
            </a:prstTxWarp>
          </a:bodyPr>
          <a:lstStyle>
            <a:lvl1pPr eaLnBrk="0" hangingPunct="0">
              <a:spcBef>
                <a:spcPct val="30000"/>
              </a:spcBef>
              <a:defRPr sz="1300">
                <a:solidFill>
                  <a:schemeClr val="tx1"/>
                </a:solidFill>
                <a:latin typeface="Calibri" pitchFamily="34" charset="0"/>
                <a:ea typeface="宋体" pitchFamily="2" charset="-122"/>
              </a:defRPr>
            </a:lvl1pPr>
            <a:lvl2pPr marL="804763" indent="-309524" eaLnBrk="0" hangingPunct="0">
              <a:spcBef>
                <a:spcPct val="30000"/>
              </a:spcBef>
              <a:defRPr sz="1300">
                <a:solidFill>
                  <a:schemeClr val="tx1"/>
                </a:solidFill>
                <a:latin typeface="Calibri" pitchFamily="34" charset="0"/>
                <a:ea typeface="宋体" pitchFamily="2" charset="-122"/>
              </a:defRPr>
            </a:lvl2pPr>
            <a:lvl3pPr marL="1238098" indent="-247620" eaLnBrk="0" hangingPunct="0">
              <a:spcBef>
                <a:spcPct val="30000"/>
              </a:spcBef>
              <a:defRPr sz="1300">
                <a:solidFill>
                  <a:schemeClr val="tx1"/>
                </a:solidFill>
                <a:latin typeface="Calibri" pitchFamily="34" charset="0"/>
                <a:ea typeface="宋体" pitchFamily="2" charset="-122"/>
              </a:defRPr>
            </a:lvl3pPr>
            <a:lvl4pPr marL="1733337" indent="-247620" eaLnBrk="0" hangingPunct="0">
              <a:spcBef>
                <a:spcPct val="30000"/>
              </a:spcBef>
              <a:defRPr sz="1300">
                <a:solidFill>
                  <a:schemeClr val="tx1"/>
                </a:solidFill>
                <a:latin typeface="Calibri" pitchFamily="34" charset="0"/>
                <a:ea typeface="宋体" pitchFamily="2" charset="-122"/>
              </a:defRPr>
            </a:lvl4pPr>
            <a:lvl5pPr marL="2228576" indent="-247620" eaLnBrk="0" hangingPunct="0">
              <a:spcBef>
                <a:spcPct val="30000"/>
              </a:spcBef>
              <a:defRPr sz="1300">
                <a:solidFill>
                  <a:schemeClr val="tx1"/>
                </a:solidFill>
                <a:latin typeface="Calibri" pitchFamily="34" charset="0"/>
                <a:ea typeface="宋体" pitchFamily="2" charset="-122"/>
              </a:defRPr>
            </a:lvl5pPr>
            <a:lvl6pPr marL="2723815" indent="-247620" eaLnBrk="0" fontAlgn="base" hangingPunct="0">
              <a:spcBef>
                <a:spcPct val="30000"/>
              </a:spcBef>
              <a:spcAft>
                <a:spcPct val="0"/>
              </a:spcAft>
              <a:defRPr sz="1300">
                <a:solidFill>
                  <a:schemeClr val="tx1"/>
                </a:solidFill>
                <a:latin typeface="Calibri" pitchFamily="34" charset="0"/>
                <a:ea typeface="宋体" pitchFamily="2" charset="-122"/>
              </a:defRPr>
            </a:lvl6pPr>
            <a:lvl7pPr marL="3219054" indent="-247620" eaLnBrk="0" fontAlgn="base" hangingPunct="0">
              <a:spcBef>
                <a:spcPct val="30000"/>
              </a:spcBef>
              <a:spcAft>
                <a:spcPct val="0"/>
              </a:spcAft>
              <a:defRPr sz="1300">
                <a:solidFill>
                  <a:schemeClr val="tx1"/>
                </a:solidFill>
                <a:latin typeface="Calibri" pitchFamily="34" charset="0"/>
                <a:ea typeface="宋体" pitchFamily="2" charset="-122"/>
              </a:defRPr>
            </a:lvl7pPr>
            <a:lvl8pPr marL="3714293" indent="-247620" eaLnBrk="0" fontAlgn="base" hangingPunct="0">
              <a:spcBef>
                <a:spcPct val="30000"/>
              </a:spcBef>
              <a:spcAft>
                <a:spcPct val="0"/>
              </a:spcAft>
              <a:defRPr sz="1300">
                <a:solidFill>
                  <a:schemeClr val="tx1"/>
                </a:solidFill>
                <a:latin typeface="Calibri" pitchFamily="34" charset="0"/>
                <a:ea typeface="宋体" pitchFamily="2" charset="-122"/>
              </a:defRPr>
            </a:lvl8pPr>
            <a:lvl9pPr marL="4209532" indent="-247620" eaLnBrk="0" fontAlgn="base" hangingPunct="0">
              <a:spcBef>
                <a:spcPct val="30000"/>
              </a:spcBef>
              <a:spcAft>
                <a:spcPct val="0"/>
              </a:spcAft>
              <a:defRPr sz="1300">
                <a:solidFill>
                  <a:schemeClr val="tx1"/>
                </a:solidFill>
                <a:latin typeface="Calibri" pitchFamily="34" charset="0"/>
                <a:ea typeface="宋体" pitchFamily="2" charset="-122"/>
              </a:defRPr>
            </a:lvl9pPr>
          </a:lstStyle>
          <a:p>
            <a:pPr eaLnBrk="1" hangingPunct="1">
              <a:spcBef>
                <a:spcPct val="0"/>
              </a:spcBef>
            </a:pPr>
            <a:fld id="{B4703658-4DD7-4C4E-B3A6-D8FB8317A402}" type="slidenum">
              <a:rPr lang="zh-CN" altLang="en-US" smtClean="0"/>
              <a:pPr eaLnBrk="1" hangingPunct="1">
                <a:spcBef>
                  <a:spcPct val="0"/>
                </a:spcBef>
              </a:pPr>
              <a:t>65</a:t>
            </a:fld>
            <a:endParaRPr lang="zh-CN" altLang="en-US" smtClean="0"/>
          </a:p>
        </p:txBody>
      </p:sp>
    </p:spTree>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pPr marL="0" indent="0">
              <a:buNone/>
            </a:pPr>
            <a:r>
              <a:rPr lang="en-US" altLang="zh-CN" dirty="0" smtClean="0"/>
              <a:t>1.TPDU,</a:t>
            </a:r>
            <a:r>
              <a:rPr lang="zh-CN" altLang="en-US" dirty="0" smtClean="0"/>
              <a:t>全称</a:t>
            </a:r>
            <a:r>
              <a:rPr lang="en-US" altLang="zh-CN" dirty="0" smtClean="0"/>
              <a:t>Transport Protocol Data Unit</a:t>
            </a:r>
            <a:r>
              <a:rPr lang="zh-CN" altLang="en-US" dirty="0" smtClean="0"/>
              <a:t>，是指传送协议数据单元。</a:t>
            </a:r>
            <a:endParaRPr lang="en-US" altLang="zh-CN" dirty="0" smtClean="0"/>
          </a:p>
          <a:p>
            <a:pPr marL="0" indent="0">
              <a:buNone/>
            </a:pPr>
            <a:r>
              <a:rPr lang="en-US" altLang="zh-CN" dirty="0" smtClean="0"/>
              <a:t>2.SPDU</a:t>
            </a:r>
            <a:r>
              <a:rPr lang="zh-CN" altLang="en-US" dirty="0" smtClean="0"/>
              <a:t>，</a:t>
            </a:r>
            <a:r>
              <a:rPr lang="en-US" altLang="zh-CN" sz="1200" b="0" i="0" kern="1200" dirty="0" smtClean="0">
                <a:solidFill>
                  <a:schemeClr val="tx1"/>
                </a:solidFill>
                <a:effectLst/>
                <a:latin typeface="+mn-lt"/>
                <a:ea typeface="+mn-ea"/>
                <a:cs typeface="+mn-cs"/>
              </a:rPr>
              <a:t>Session Protocol Data Unit</a:t>
            </a:r>
            <a:r>
              <a:rPr lang="zh-CN" altLang="en-US" sz="1200" b="0" i="0" kern="1200" dirty="0" smtClean="0">
                <a:solidFill>
                  <a:schemeClr val="tx1"/>
                </a:solidFill>
                <a:effectLst/>
                <a:latin typeface="+mn-lt"/>
                <a:ea typeface="+mn-ea"/>
                <a:cs typeface="+mn-cs"/>
              </a:rPr>
              <a:t>，是会话层协议数据单元</a:t>
            </a:r>
            <a:endParaRPr lang="en-US" altLang="zh-CN" sz="1200" b="0" i="0" kern="1200" dirty="0" smtClean="0">
              <a:solidFill>
                <a:schemeClr val="tx1"/>
              </a:solidFill>
              <a:effectLst/>
              <a:latin typeface="+mn-lt"/>
              <a:ea typeface="+mn-ea"/>
              <a:cs typeface="+mn-cs"/>
            </a:endParaRPr>
          </a:p>
          <a:p>
            <a:pPr marL="0" indent="0">
              <a:buNone/>
            </a:pPr>
            <a:r>
              <a:rPr lang="en-US" altLang="zh-CN" sz="1200" b="0" i="0" kern="1200" dirty="0" smtClean="0">
                <a:solidFill>
                  <a:schemeClr val="tx1"/>
                </a:solidFill>
                <a:effectLst/>
                <a:latin typeface="+mn-lt"/>
                <a:ea typeface="+mn-ea"/>
                <a:cs typeface="+mn-cs"/>
              </a:rPr>
              <a:t>3.PPDU</a:t>
            </a:r>
            <a:r>
              <a:rPr lang="zh-CN" altLang="en-US" sz="1200" b="0" i="0" kern="1200" dirty="0" smtClean="0">
                <a:solidFill>
                  <a:schemeClr val="tx1"/>
                </a:solidFill>
                <a:effectLst/>
                <a:latin typeface="+mn-lt"/>
                <a:ea typeface="+mn-ea"/>
                <a:cs typeface="+mn-cs"/>
              </a:rPr>
              <a:t>，</a:t>
            </a:r>
            <a:r>
              <a:rPr lang="en-US" altLang="zh-CN" sz="1200" b="0" i="0" kern="1200" dirty="0" smtClean="0">
                <a:solidFill>
                  <a:schemeClr val="tx1"/>
                </a:solidFill>
                <a:effectLst/>
                <a:latin typeface="+mn-lt"/>
                <a:ea typeface="+mn-ea"/>
                <a:cs typeface="+mn-cs"/>
              </a:rPr>
              <a:t>PPDU</a:t>
            </a:r>
            <a:r>
              <a:rPr lang="zh-CN" altLang="en-US" sz="1200" b="0" i="0" kern="1200" dirty="0" smtClean="0">
                <a:solidFill>
                  <a:schemeClr val="tx1"/>
                </a:solidFill>
                <a:effectLst/>
                <a:latin typeface="+mn-lt"/>
                <a:ea typeface="+mn-ea"/>
                <a:cs typeface="+mn-cs"/>
              </a:rPr>
              <a:t>（</a:t>
            </a:r>
            <a:r>
              <a:rPr lang="en-US" altLang="zh-CN" sz="1200" b="0" i="0" kern="1200" dirty="0" smtClean="0">
                <a:solidFill>
                  <a:schemeClr val="tx1"/>
                </a:solidFill>
                <a:effectLst/>
                <a:latin typeface="+mn-lt"/>
                <a:ea typeface="+mn-ea"/>
                <a:cs typeface="+mn-cs"/>
              </a:rPr>
              <a:t>Presentation Protocol Data Unit </a:t>
            </a:r>
            <a:r>
              <a:rPr lang="zh-CN" altLang="en-US" sz="1200" b="0" i="0" kern="1200" dirty="0" smtClean="0">
                <a:solidFill>
                  <a:schemeClr val="tx1"/>
                </a:solidFill>
                <a:effectLst/>
                <a:latin typeface="+mn-lt"/>
                <a:ea typeface="+mn-ea"/>
                <a:cs typeface="+mn-cs"/>
              </a:rPr>
              <a:t>表示协议数据单元）是</a:t>
            </a:r>
            <a:r>
              <a:rPr lang="en-US" altLang="zh-CN" sz="1200" b="0" i="0" kern="1200" dirty="0" smtClean="0">
                <a:solidFill>
                  <a:schemeClr val="tx1"/>
                </a:solidFill>
                <a:effectLst/>
                <a:latin typeface="+mn-lt"/>
                <a:ea typeface="+mn-ea"/>
                <a:cs typeface="+mn-cs"/>
              </a:rPr>
              <a:t>OSI</a:t>
            </a:r>
            <a:r>
              <a:rPr lang="zh-CN" altLang="en-US" sz="1200" b="0" i="0" kern="1200" dirty="0" smtClean="0">
                <a:solidFill>
                  <a:schemeClr val="tx1"/>
                </a:solidFill>
                <a:effectLst/>
                <a:latin typeface="+mn-lt"/>
                <a:ea typeface="+mn-ea"/>
                <a:cs typeface="+mn-cs"/>
              </a:rPr>
              <a:t>中表示层数据包</a:t>
            </a:r>
            <a:endParaRPr lang="en-US" altLang="zh-CN" sz="1200" b="0" i="0" kern="1200" dirty="0" smtClean="0">
              <a:solidFill>
                <a:schemeClr val="tx1"/>
              </a:solidFill>
              <a:effectLst/>
              <a:latin typeface="+mn-lt"/>
              <a:ea typeface="+mn-ea"/>
              <a:cs typeface="+mn-cs"/>
            </a:endParaRPr>
          </a:p>
          <a:p>
            <a:pPr marL="0" indent="0">
              <a:buNone/>
            </a:pPr>
            <a:r>
              <a:rPr lang="en-US" altLang="zh-CN" sz="1200" b="0" i="0" kern="1200" dirty="0" smtClean="0">
                <a:solidFill>
                  <a:schemeClr val="tx1"/>
                </a:solidFill>
                <a:effectLst/>
                <a:latin typeface="+mn-lt"/>
                <a:ea typeface="+mn-ea"/>
                <a:cs typeface="+mn-cs"/>
              </a:rPr>
              <a:t>4.APDU</a:t>
            </a:r>
            <a:r>
              <a:rPr lang="zh-CN" altLang="en-US" sz="1200" b="0" i="0" kern="1200" dirty="0" smtClean="0">
                <a:solidFill>
                  <a:schemeClr val="tx1"/>
                </a:solidFill>
                <a:effectLst/>
                <a:latin typeface="+mn-lt"/>
                <a:ea typeface="+mn-ea"/>
                <a:cs typeface="+mn-cs"/>
              </a:rPr>
              <a:t>，</a:t>
            </a:r>
            <a:r>
              <a:rPr lang="en-US" altLang="zh-CN" sz="1200" b="0" i="0" kern="1200" dirty="0" smtClean="0">
                <a:solidFill>
                  <a:schemeClr val="tx1"/>
                </a:solidFill>
                <a:effectLst/>
                <a:latin typeface="+mn-lt"/>
                <a:ea typeface="+mn-ea"/>
                <a:cs typeface="+mn-cs"/>
              </a:rPr>
              <a:t>APDU</a:t>
            </a:r>
            <a:r>
              <a:rPr lang="zh-CN" altLang="en-US" sz="1200" b="0" i="0" kern="1200" dirty="0" smtClean="0">
                <a:solidFill>
                  <a:schemeClr val="tx1"/>
                </a:solidFill>
                <a:effectLst/>
                <a:latin typeface="+mn-lt"/>
                <a:ea typeface="+mn-ea"/>
                <a:cs typeface="+mn-cs"/>
              </a:rPr>
              <a:t>：</a:t>
            </a:r>
            <a:r>
              <a:rPr lang="en-US" altLang="zh-CN" sz="1200" b="0" i="0" kern="1200" dirty="0" err="1" smtClean="0">
                <a:solidFill>
                  <a:schemeClr val="tx1"/>
                </a:solidFill>
                <a:effectLst/>
                <a:latin typeface="+mn-lt"/>
                <a:ea typeface="+mn-ea"/>
                <a:cs typeface="+mn-cs"/>
              </a:rPr>
              <a:t>ApplicationProtocolDataUnit</a:t>
            </a:r>
            <a:r>
              <a:rPr lang="en-US" altLang="zh-CN" sz="1200" b="0" i="0" kern="1200" dirty="0" smtClean="0">
                <a:solidFill>
                  <a:schemeClr val="tx1"/>
                </a:solidFill>
                <a:effectLst/>
                <a:latin typeface="+mn-lt"/>
                <a:ea typeface="+mn-ea"/>
                <a:cs typeface="+mn-cs"/>
              </a:rPr>
              <a:t>--</a:t>
            </a:r>
            <a:r>
              <a:rPr lang="zh-CN" altLang="en-US" sz="1200" b="0" i="0" kern="1200" dirty="0" smtClean="0">
                <a:solidFill>
                  <a:schemeClr val="tx1"/>
                </a:solidFill>
                <a:effectLst/>
                <a:latin typeface="+mn-lt"/>
                <a:ea typeface="+mn-ea"/>
                <a:cs typeface="+mn-cs"/>
              </a:rPr>
              <a:t>应用协议数据单元</a:t>
            </a:r>
            <a:endParaRPr lang="en-US" altLang="zh-CN" dirty="0" smtClean="0"/>
          </a:p>
          <a:p>
            <a:pPr marL="228600" indent="-228600">
              <a:buAutoNum type="arabicPeriod"/>
            </a:pPr>
            <a:endParaRPr lang="zh-CN" altLang="en-US" dirty="0"/>
          </a:p>
        </p:txBody>
      </p:sp>
      <p:sp>
        <p:nvSpPr>
          <p:cNvPr id="4" name="灯片编号占位符 3"/>
          <p:cNvSpPr>
            <a:spLocks noGrp="1"/>
          </p:cNvSpPr>
          <p:nvPr>
            <p:ph type="sldNum" sz="quarter" idx="10"/>
          </p:nvPr>
        </p:nvSpPr>
        <p:spPr/>
        <p:txBody>
          <a:bodyPr/>
          <a:lstStyle/>
          <a:p>
            <a:pPr>
              <a:defRPr/>
            </a:pPr>
            <a:fld id="{8E0EE677-867B-47A8-8A3F-CB96BBD465DB}" type="slidenum">
              <a:rPr lang="zh-CN" altLang="en-US" smtClean="0"/>
              <a:pPr>
                <a:defRPr/>
              </a:pPr>
              <a:t>66</a:t>
            </a:fld>
            <a:endParaRPr lang="zh-CN" altLang="en-US"/>
          </a:p>
        </p:txBody>
      </p:sp>
    </p:spTree>
    <p:extLst>
      <p:ext uri="{BB962C8B-B14F-4D97-AF65-F5344CB8AC3E}">
        <p14:creationId xmlns:p14="http://schemas.microsoft.com/office/powerpoint/2010/main" val="2894689145"/>
      </p:ext>
    </p:extLst>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9266" name="幻灯片图像占位符 1"/>
          <p:cNvSpPr>
            <a:spLocks noGrp="1" noRot="1" noChangeAspect="1" noTextEdit="1"/>
          </p:cNvSpPr>
          <p:nvPr>
            <p:ph type="sldImg"/>
          </p:nvPr>
        </p:nvSpPr>
        <p:spPr bwMode="auto">
          <a:noFill/>
          <a:ln>
            <a:solidFill>
              <a:srgbClr val="000000"/>
            </a:solidFill>
            <a:miter lim="800000"/>
            <a:headEnd/>
            <a:tailEnd/>
          </a:ln>
          <a:extLst>
            <a:ext uri="{909E8E84-426E-40DD-AFC4-6F175D3DCCD1}">
              <a14:hiddenFill xmlns:a14="http://schemas.microsoft.com/office/drawing/2010/main">
                <a:solidFill>
                  <a:srgbClr val="FFFFFF"/>
                </a:solidFill>
              </a14:hiddenFill>
            </a:ext>
          </a:extLst>
        </p:spPr>
      </p:sp>
      <p:sp>
        <p:nvSpPr>
          <p:cNvPr id="139267" name="备注占位符 2"/>
          <p:cNvSpPr>
            <a:spLocks noGrp="1"/>
          </p:cNvSpPr>
          <p:nvPr>
            <p:ph type="body" idx="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t" anchorCtr="0" compatLnSpc="1">
            <a:prstTxWarp prst="textNoShape">
              <a:avLst/>
            </a:prstTxWarp>
          </a:bodyPr>
          <a:lstStyle/>
          <a:p>
            <a:r>
              <a:rPr lang="zh-CN" altLang="en-US" smtClean="0"/>
              <a:t>物理层与数据链路层通常由硬件控制</a:t>
            </a:r>
          </a:p>
        </p:txBody>
      </p:sp>
      <p:sp>
        <p:nvSpPr>
          <p:cNvPr id="139268" name="灯片编号占位符 3"/>
          <p:cNvSpPr>
            <a:spLocks noGrp="1"/>
          </p:cNvSpPr>
          <p:nvPr>
            <p:ph type="sldNum" sz="quarter" idx="5"/>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Ctr="0" compatLnSpc="1">
            <a:prstTxWarp prst="textNoShape">
              <a:avLst/>
            </a:prstTxWarp>
          </a:bodyPr>
          <a:lstStyle>
            <a:lvl1pPr eaLnBrk="0" hangingPunct="0">
              <a:spcBef>
                <a:spcPct val="30000"/>
              </a:spcBef>
              <a:defRPr sz="1300">
                <a:solidFill>
                  <a:schemeClr val="tx1"/>
                </a:solidFill>
                <a:latin typeface="Calibri" pitchFamily="34" charset="0"/>
                <a:ea typeface="宋体" pitchFamily="2" charset="-122"/>
              </a:defRPr>
            </a:lvl1pPr>
            <a:lvl2pPr marL="804763" indent="-309524" eaLnBrk="0" hangingPunct="0">
              <a:spcBef>
                <a:spcPct val="30000"/>
              </a:spcBef>
              <a:defRPr sz="1300">
                <a:solidFill>
                  <a:schemeClr val="tx1"/>
                </a:solidFill>
                <a:latin typeface="Calibri" pitchFamily="34" charset="0"/>
                <a:ea typeface="宋体" pitchFamily="2" charset="-122"/>
              </a:defRPr>
            </a:lvl2pPr>
            <a:lvl3pPr marL="1238098" indent="-247620" eaLnBrk="0" hangingPunct="0">
              <a:spcBef>
                <a:spcPct val="30000"/>
              </a:spcBef>
              <a:defRPr sz="1300">
                <a:solidFill>
                  <a:schemeClr val="tx1"/>
                </a:solidFill>
                <a:latin typeface="Calibri" pitchFamily="34" charset="0"/>
                <a:ea typeface="宋体" pitchFamily="2" charset="-122"/>
              </a:defRPr>
            </a:lvl3pPr>
            <a:lvl4pPr marL="1733337" indent="-247620" eaLnBrk="0" hangingPunct="0">
              <a:spcBef>
                <a:spcPct val="30000"/>
              </a:spcBef>
              <a:defRPr sz="1300">
                <a:solidFill>
                  <a:schemeClr val="tx1"/>
                </a:solidFill>
                <a:latin typeface="Calibri" pitchFamily="34" charset="0"/>
                <a:ea typeface="宋体" pitchFamily="2" charset="-122"/>
              </a:defRPr>
            </a:lvl4pPr>
            <a:lvl5pPr marL="2228576" indent="-247620" eaLnBrk="0" hangingPunct="0">
              <a:spcBef>
                <a:spcPct val="30000"/>
              </a:spcBef>
              <a:defRPr sz="1300">
                <a:solidFill>
                  <a:schemeClr val="tx1"/>
                </a:solidFill>
                <a:latin typeface="Calibri" pitchFamily="34" charset="0"/>
                <a:ea typeface="宋体" pitchFamily="2" charset="-122"/>
              </a:defRPr>
            </a:lvl5pPr>
            <a:lvl6pPr marL="2723815" indent="-247620" eaLnBrk="0" fontAlgn="base" hangingPunct="0">
              <a:spcBef>
                <a:spcPct val="30000"/>
              </a:spcBef>
              <a:spcAft>
                <a:spcPct val="0"/>
              </a:spcAft>
              <a:defRPr sz="1300">
                <a:solidFill>
                  <a:schemeClr val="tx1"/>
                </a:solidFill>
                <a:latin typeface="Calibri" pitchFamily="34" charset="0"/>
                <a:ea typeface="宋体" pitchFamily="2" charset="-122"/>
              </a:defRPr>
            </a:lvl6pPr>
            <a:lvl7pPr marL="3219054" indent="-247620" eaLnBrk="0" fontAlgn="base" hangingPunct="0">
              <a:spcBef>
                <a:spcPct val="30000"/>
              </a:spcBef>
              <a:spcAft>
                <a:spcPct val="0"/>
              </a:spcAft>
              <a:defRPr sz="1300">
                <a:solidFill>
                  <a:schemeClr val="tx1"/>
                </a:solidFill>
                <a:latin typeface="Calibri" pitchFamily="34" charset="0"/>
                <a:ea typeface="宋体" pitchFamily="2" charset="-122"/>
              </a:defRPr>
            </a:lvl7pPr>
            <a:lvl8pPr marL="3714293" indent="-247620" eaLnBrk="0" fontAlgn="base" hangingPunct="0">
              <a:spcBef>
                <a:spcPct val="30000"/>
              </a:spcBef>
              <a:spcAft>
                <a:spcPct val="0"/>
              </a:spcAft>
              <a:defRPr sz="1300">
                <a:solidFill>
                  <a:schemeClr val="tx1"/>
                </a:solidFill>
                <a:latin typeface="Calibri" pitchFamily="34" charset="0"/>
                <a:ea typeface="宋体" pitchFamily="2" charset="-122"/>
              </a:defRPr>
            </a:lvl8pPr>
            <a:lvl9pPr marL="4209532" indent="-247620" eaLnBrk="0" fontAlgn="base" hangingPunct="0">
              <a:spcBef>
                <a:spcPct val="30000"/>
              </a:spcBef>
              <a:spcAft>
                <a:spcPct val="0"/>
              </a:spcAft>
              <a:defRPr sz="1300">
                <a:solidFill>
                  <a:schemeClr val="tx1"/>
                </a:solidFill>
                <a:latin typeface="Calibri" pitchFamily="34" charset="0"/>
                <a:ea typeface="宋体" pitchFamily="2" charset="-122"/>
              </a:defRPr>
            </a:lvl9pPr>
          </a:lstStyle>
          <a:p>
            <a:pPr eaLnBrk="1" hangingPunct="1">
              <a:spcBef>
                <a:spcPct val="0"/>
              </a:spcBef>
            </a:pPr>
            <a:fld id="{AD9FCAA1-F7D8-462D-9871-775FBA009D1D}" type="slidenum">
              <a:rPr lang="zh-CN" altLang="en-US" smtClean="0"/>
              <a:pPr eaLnBrk="1" hangingPunct="1">
                <a:spcBef>
                  <a:spcPct val="0"/>
                </a:spcBef>
              </a:pPr>
              <a:t>67</a:t>
            </a:fld>
            <a:endParaRPr lang="zh-CN" altLang="en-US" smtClean="0"/>
          </a:p>
        </p:txBody>
      </p:sp>
    </p:spTree>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0290" name="幻灯片图像占位符 1"/>
          <p:cNvSpPr>
            <a:spLocks noGrp="1" noRot="1" noChangeAspect="1" noTextEdit="1"/>
          </p:cNvSpPr>
          <p:nvPr>
            <p:ph type="sldImg"/>
          </p:nvPr>
        </p:nvSpPr>
        <p:spPr bwMode="auto">
          <a:noFill/>
          <a:ln>
            <a:solidFill>
              <a:srgbClr val="000000"/>
            </a:solidFill>
            <a:miter lim="800000"/>
            <a:headEnd/>
            <a:tailEnd/>
          </a:ln>
          <a:extLst>
            <a:ext uri="{909E8E84-426E-40DD-AFC4-6F175D3DCCD1}">
              <a14:hiddenFill xmlns:a14="http://schemas.microsoft.com/office/drawing/2010/main">
                <a:solidFill>
                  <a:srgbClr val="FFFFFF"/>
                </a:solidFill>
              </a14:hiddenFill>
            </a:ext>
          </a:extLst>
        </p:spPr>
      </p:sp>
      <p:sp>
        <p:nvSpPr>
          <p:cNvPr id="140291" name="备注占位符 2"/>
          <p:cNvSpPr>
            <a:spLocks noGrp="1"/>
          </p:cNvSpPr>
          <p:nvPr>
            <p:ph type="body" idx="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t" anchorCtr="0" compatLnSpc="1">
            <a:prstTxWarp prst="textNoShape">
              <a:avLst/>
            </a:prstTxWarp>
          </a:bodyPr>
          <a:lstStyle/>
          <a:p>
            <a:r>
              <a:rPr lang="zh-CN" altLang="en-US" smtClean="0"/>
              <a:t>网络层有硬件也有软件</a:t>
            </a:r>
          </a:p>
        </p:txBody>
      </p:sp>
      <p:sp>
        <p:nvSpPr>
          <p:cNvPr id="140292" name="灯片编号占位符 3"/>
          <p:cNvSpPr>
            <a:spLocks noGrp="1"/>
          </p:cNvSpPr>
          <p:nvPr>
            <p:ph type="sldNum" sz="quarter" idx="5"/>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Ctr="0" compatLnSpc="1">
            <a:prstTxWarp prst="textNoShape">
              <a:avLst/>
            </a:prstTxWarp>
          </a:bodyPr>
          <a:lstStyle>
            <a:lvl1pPr eaLnBrk="0" hangingPunct="0">
              <a:spcBef>
                <a:spcPct val="30000"/>
              </a:spcBef>
              <a:defRPr sz="1300">
                <a:solidFill>
                  <a:schemeClr val="tx1"/>
                </a:solidFill>
                <a:latin typeface="Calibri" pitchFamily="34" charset="0"/>
                <a:ea typeface="宋体" pitchFamily="2" charset="-122"/>
              </a:defRPr>
            </a:lvl1pPr>
            <a:lvl2pPr marL="804763" indent="-309524" eaLnBrk="0" hangingPunct="0">
              <a:spcBef>
                <a:spcPct val="30000"/>
              </a:spcBef>
              <a:defRPr sz="1300">
                <a:solidFill>
                  <a:schemeClr val="tx1"/>
                </a:solidFill>
                <a:latin typeface="Calibri" pitchFamily="34" charset="0"/>
                <a:ea typeface="宋体" pitchFamily="2" charset="-122"/>
              </a:defRPr>
            </a:lvl2pPr>
            <a:lvl3pPr marL="1238098" indent="-247620" eaLnBrk="0" hangingPunct="0">
              <a:spcBef>
                <a:spcPct val="30000"/>
              </a:spcBef>
              <a:defRPr sz="1300">
                <a:solidFill>
                  <a:schemeClr val="tx1"/>
                </a:solidFill>
                <a:latin typeface="Calibri" pitchFamily="34" charset="0"/>
                <a:ea typeface="宋体" pitchFamily="2" charset="-122"/>
              </a:defRPr>
            </a:lvl3pPr>
            <a:lvl4pPr marL="1733337" indent="-247620" eaLnBrk="0" hangingPunct="0">
              <a:spcBef>
                <a:spcPct val="30000"/>
              </a:spcBef>
              <a:defRPr sz="1300">
                <a:solidFill>
                  <a:schemeClr val="tx1"/>
                </a:solidFill>
                <a:latin typeface="Calibri" pitchFamily="34" charset="0"/>
                <a:ea typeface="宋体" pitchFamily="2" charset="-122"/>
              </a:defRPr>
            </a:lvl4pPr>
            <a:lvl5pPr marL="2228576" indent="-247620" eaLnBrk="0" hangingPunct="0">
              <a:spcBef>
                <a:spcPct val="30000"/>
              </a:spcBef>
              <a:defRPr sz="1300">
                <a:solidFill>
                  <a:schemeClr val="tx1"/>
                </a:solidFill>
                <a:latin typeface="Calibri" pitchFamily="34" charset="0"/>
                <a:ea typeface="宋体" pitchFamily="2" charset="-122"/>
              </a:defRPr>
            </a:lvl5pPr>
            <a:lvl6pPr marL="2723815" indent="-247620" eaLnBrk="0" fontAlgn="base" hangingPunct="0">
              <a:spcBef>
                <a:spcPct val="30000"/>
              </a:spcBef>
              <a:spcAft>
                <a:spcPct val="0"/>
              </a:spcAft>
              <a:defRPr sz="1300">
                <a:solidFill>
                  <a:schemeClr val="tx1"/>
                </a:solidFill>
                <a:latin typeface="Calibri" pitchFamily="34" charset="0"/>
                <a:ea typeface="宋体" pitchFamily="2" charset="-122"/>
              </a:defRPr>
            </a:lvl6pPr>
            <a:lvl7pPr marL="3219054" indent="-247620" eaLnBrk="0" fontAlgn="base" hangingPunct="0">
              <a:spcBef>
                <a:spcPct val="30000"/>
              </a:spcBef>
              <a:spcAft>
                <a:spcPct val="0"/>
              </a:spcAft>
              <a:defRPr sz="1300">
                <a:solidFill>
                  <a:schemeClr val="tx1"/>
                </a:solidFill>
                <a:latin typeface="Calibri" pitchFamily="34" charset="0"/>
                <a:ea typeface="宋体" pitchFamily="2" charset="-122"/>
              </a:defRPr>
            </a:lvl7pPr>
            <a:lvl8pPr marL="3714293" indent="-247620" eaLnBrk="0" fontAlgn="base" hangingPunct="0">
              <a:spcBef>
                <a:spcPct val="30000"/>
              </a:spcBef>
              <a:spcAft>
                <a:spcPct val="0"/>
              </a:spcAft>
              <a:defRPr sz="1300">
                <a:solidFill>
                  <a:schemeClr val="tx1"/>
                </a:solidFill>
                <a:latin typeface="Calibri" pitchFamily="34" charset="0"/>
                <a:ea typeface="宋体" pitchFamily="2" charset="-122"/>
              </a:defRPr>
            </a:lvl8pPr>
            <a:lvl9pPr marL="4209532" indent="-247620" eaLnBrk="0" fontAlgn="base" hangingPunct="0">
              <a:spcBef>
                <a:spcPct val="30000"/>
              </a:spcBef>
              <a:spcAft>
                <a:spcPct val="0"/>
              </a:spcAft>
              <a:defRPr sz="1300">
                <a:solidFill>
                  <a:schemeClr val="tx1"/>
                </a:solidFill>
                <a:latin typeface="Calibri" pitchFamily="34" charset="0"/>
                <a:ea typeface="宋体" pitchFamily="2" charset="-122"/>
              </a:defRPr>
            </a:lvl9pPr>
          </a:lstStyle>
          <a:p>
            <a:pPr eaLnBrk="1" hangingPunct="1">
              <a:spcBef>
                <a:spcPct val="0"/>
              </a:spcBef>
            </a:pPr>
            <a:fld id="{BE695974-F7F6-4A65-8BC3-A6E15F399EDA}" type="slidenum">
              <a:rPr lang="zh-CN" altLang="en-US" smtClean="0"/>
              <a:pPr eaLnBrk="1" hangingPunct="1">
                <a:spcBef>
                  <a:spcPct val="0"/>
                </a:spcBef>
              </a:pPr>
              <a:t>68</a:t>
            </a:fld>
            <a:endParaRPr lang="zh-CN" altLang="en-US" smtClean="0"/>
          </a:p>
        </p:txBody>
      </p:sp>
    </p:spTree>
  </p:cSld>
  <p:clrMapOvr>
    <a:masterClrMapping/>
  </p:clrMapOvr>
</p:notes>
</file>

<file path=ppt/notesSlides/notesSlide3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1314" name="幻灯片图像占位符 1"/>
          <p:cNvSpPr>
            <a:spLocks noGrp="1" noRot="1" noChangeAspect="1" noTextEdit="1"/>
          </p:cNvSpPr>
          <p:nvPr>
            <p:ph type="sldImg"/>
          </p:nvPr>
        </p:nvSpPr>
        <p:spPr bwMode="auto">
          <a:noFill/>
          <a:ln>
            <a:solidFill>
              <a:srgbClr val="000000"/>
            </a:solidFill>
            <a:miter lim="800000"/>
            <a:headEnd/>
            <a:tailEnd/>
          </a:ln>
          <a:extLst>
            <a:ext uri="{909E8E84-426E-40DD-AFC4-6F175D3DCCD1}">
              <a14:hiddenFill xmlns:a14="http://schemas.microsoft.com/office/drawing/2010/main">
                <a:solidFill>
                  <a:srgbClr val="FFFFFF"/>
                </a:solidFill>
              </a14:hiddenFill>
            </a:ext>
          </a:extLst>
        </p:spPr>
      </p:sp>
      <p:sp>
        <p:nvSpPr>
          <p:cNvPr id="141315" name="备注占位符 2"/>
          <p:cNvSpPr>
            <a:spLocks noGrp="1"/>
          </p:cNvSpPr>
          <p:nvPr>
            <p:ph type="body" idx="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t" anchorCtr="0" compatLnSpc="1">
            <a:prstTxWarp prst="textNoShape">
              <a:avLst/>
            </a:prstTxWarp>
          </a:bodyPr>
          <a:lstStyle/>
          <a:p>
            <a:r>
              <a:rPr lang="en-US" altLang="zh-CN" smtClean="0"/>
              <a:t>1-3</a:t>
            </a:r>
            <a:r>
              <a:rPr lang="zh-CN" altLang="en-US" smtClean="0"/>
              <a:t>层是链接起来的</a:t>
            </a:r>
            <a:endParaRPr lang="en-US" altLang="zh-CN" smtClean="0"/>
          </a:p>
          <a:p>
            <a:r>
              <a:rPr lang="en-US" altLang="zh-CN" smtClean="0"/>
              <a:t>4-7</a:t>
            </a:r>
            <a:r>
              <a:rPr lang="zh-CN" altLang="en-US" smtClean="0"/>
              <a:t>层是端到端的</a:t>
            </a:r>
          </a:p>
        </p:txBody>
      </p:sp>
      <p:sp>
        <p:nvSpPr>
          <p:cNvPr id="141316" name="灯片编号占位符 3"/>
          <p:cNvSpPr>
            <a:spLocks noGrp="1"/>
          </p:cNvSpPr>
          <p:nvPr>
            <p:ph type="sldNum" sz="quarter" idx="5"/>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Ctr="0" compatLnSpc="1">
            <a:prstTxWarp prst="textNoShape">
              <a:avLst/>
            </a:prstTxWarp>
          </a:bodyPr>
          <a:lstStyle>
            <a:lvl1pPr eaLnBrk="0" hangingPunct="0">
              <a:spcBef>
                <a:spcPct val="30000"/>
              </a:spcBef>
              <a:defRPr sz="1300">
                <a:solidFill>
                  <a:schemeClr val="tx1"/>
                </a:solidFill>
                <a:latin typeface="Calibri" pitchFamily="34" charset="0"/>
                <a:ea typeface="宋体" pitchFamily="2" charset="-122"/>
              </a:defRPr>
            </a:lvl1pPr>
            <a:lvl2pPr marL="804763" indent="-309524" eaLnBrk="0" hangingPunct="0">
              <a:spcBef>
                <a:spcPct val="30000"/>
              </a:spcBef>
              <a:defRPr sz="1300">
                <a:solidFill>
                  <a:schemeClr val="tx1"/>
                </a:solidFill>
                <a:latin typeface="Calibri" pitchFamily="34" charset="0"/>
                <a:ea typeface="宋体" pitchFamily="2" charset="-122"/>
              </a:defRPr>
            </a:lvl2pPr>
            <a:lvl3pPr marL="1238098" indent="-247620" eaLnBrk="0" hangingPunct="0">
              <a:spcBef>
                <a:spcPct val="30000"/>
              </a:spcBef>
              <a:defRPr sz="1300">
                <a:solidFill>
                  <a:schemeClr val="tx1"/>
                </a:solidFill>
                <a:latin typeface="Calibri" pitchFamily="34" charset="0"/>
                <a:ea typeface="宋体" pitchFamily="2" charset="-122"/>
              </a:defRPr>
            </a:lvl3pPr>
            <a:lvl4pPr marL="1733337" indent="-247620" eaLnBrk="0" hangingPunct="0">
              <a:spcBef>
                <a:spcPct val="30000"/>
              </a:spcBef>
              <a:defRPr sz="1300">
                <a:solidFill>
                  <a:schemeClr val="tx1"/>
                </a:solidFill>
                <a:latin typeface="Calibri" pitchFamily="34" charset="0"/>
                <a:ea typeface="宋体" pitchFamily="2" charset="-122"/>
              </a:defRPr>
            </a:lvl4pPr>
            <a:lvl5pPr marL="2228576" indent="-247620" eaLnBrk="0" hangingPunct="0">
              <a:spcBef>
                <a:spcPct val="30000"/>
              </a:spcBef>
              <a:defRPr sz="1300">
                <a:solidFill>
                  <a:schemeClr val="tx1"/>
                </a:solidFill>
                <a:latin typeface="Calibri" pitchFamily="34" charset="0"/>
                <a:ea typeface="宋体" pitchFamily="2" charset="-122"/>
              </a:defRPr>
            </a:lvl5pPr>
            <a:lvl6pPr marL="2723815" indent="-247620" eaLnBrk="0" fontAlgn="base" hangingPunct="0">
              <a:spcBef>
                <a:spcPct val="30000"/>
              </a:spcBef>
              <a:spcAft>
                <a:spcPct val="0"/>
              </a:spcAft>
              <a:defRPr sz="1300">
                <a:solidFill>
                  <a:schemeClr val="tx1"/>
                </a:solidFill>
                <a:latin typeface="Calibri" pitchFamily="34" charset="0"/>
                <a:ea typeface="宋体" pitchFamily="2" charset="-122"/>
              </a:defRPr>
            </a:lvl6pPr>
            <a:lvl7pPr marL="3219054" indent="-247620" eaLnBrk="0" fontAlgn="base" hangingPunct="0">
              <a:spcBef>
                <a:spcPct val="30000"/>
              </a:spcBef>
              <a:spcAft>
                <a:spcPct val="0"/>
              </a:spcAft>
              <a:defRPr sz="1300">
                <a:solidFill>
                  <a:schemeClr val="tx1"/>
                </a:solidFill>
                <a:latin typeface="Calibri" pitchFamily="34" charset="0"/>
                <a:ea typeface="宋体" pitchFamily="2" charset="-122"/>
              </a:defRPr>
            </a:lvl7pPr>
            <a:lvl8pPr marL="3714293" indent="-247620" eaLnBrk="0" fontAlgn="base" hangingPunct="0">
              <a:spcBef>
                <a:spcPct val="30000"/>
              </a:spcBef>
              <a:spcAft>
                <a:spcPct val="0"/>
              </a:spcAft>
              <a:defRPr sz="1300">
                <a:solidFill>
                  <a:schemeClr val="tx1"/>
                </a:solidFill>
                <a:latin typeface="Calibri" pitchFamily="34" charset="0"/>
                <a:ea typeface="宋体" pitchFamily="2" charset="-122"/>
              </a:defRPr>
            </a:lvl8pPr>
            <a:lvl9pPr marL="4209532" indent="-247620" eaLnBrk="0" fontAlgn="base" hangingPunct="0">
              <a:spcBef>
                <a:spcPct val="30000"/>
              </a:spcBef>
              <a:spcAft>
                <a:spcPct val="0"/>
              </a:spcAft>
              <a:defRPr sz="1300">
                <a:solidFill>
                  <a:schemeClr val="tx1"/>
                </a:solidFill>
                <a:latin typeface="Calibri" pitchFamily="34" charset="0"/>
                <a:ea typeface="宋体" pitchFamily="2" charset="-122"/>
              </a:defRPr>
            </a:lvl9pPr>
          </a:lstStyle>
          <a:p>
            <a:pPr eaLnBrk="1" hangingPunct="1">
              <a:spcBef>
                <a:spcPct val="0"/>
              </a:spcBef>
            </a:pPr>
            <a:fld id="{2161F5DE-7D2F-4874-BF41-160E4EB97223}" type="slidenum">
              <a:rPr lang="zh-CN" altLang="en-US" smtClean="0"/>
              <a:pPr eaLnBrk="1" hangingPunct="1">
                <a:spcBef>
                  <a:spcPct val="0"/>
                </a:spcBef>
              </a:pPr>
              <a:t>69</a:t>
            </a:fld>
            <a:endParaRPr lang="zh-CN" altLang="en-US" smtClean="0"/>
          </a:p>
        </p:txBody>
      </p:sp>
    </p:spTree>
  </p:cSld>
  <p:clrMapOvr>
    <a:masterClrMapping/>
  </p:clrMapOvr>
</p:notes>
</file>

<file path=ppt/notesSlides/notesSlide3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2338" name="幻灯片图像占位符 1"/>
          <p:cNvSpPr>
            <a:spLocks noGrp="1" noRot="1" noChangeAspect="1" noTextEdit="1"/>
          </p:cNvSpPr>
          <p:nvPr>
            <p:ph type="sldImg"/>
          </p:nvPr>
        </p:nvSpPr>
        <p:spPr bwMode="auto">
          <a:noFill/>
          <a:ln>
            <a:solidFill>
              <a:srgbClr val="000000"/>
            </a:solidFill>
            <a:miter lim="800000"/>
            <a:headEnd/>
            <a:tailEnd/>
          </a:ln>
          <a:extLst>
            <a:ext uri="{909E8E84-426E-40DD-AFC4-6F175D3DCCD1}">
              <a14:hiddenFill xmlns:a14="http://schemas.microsoft.com/office/drawing/2010/main">
                <a:solidFill>
                  <a:srgbClr val="FFFFFF"/>
                </a:solidFill>
              </a14:hiddenFill>
            </a:ext>
          </a:extLst>
        </p:spPr>
      </p:sp>
      <p:sp>
        <p:nvSpPr>
          <p:cNvPr id="142339" name="备注占位符 2"/>
          <p:cNvSpPr>
            <a:spLocks noGrp="1"/>
          </p:cNvSpPr>
          <p:nvPr>
            <p:ph type="body" idx="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t" anchorCtr="0" compatLnSpc="1">
            <a:prstTxWarp prst="textNoShape">
              <a:avLst/>
            </a:prstTxWarp>
          </a:bodyPr>
          <a:lstStyle/>
          <a:p>
            <a:endParaRPr lang="zh-CN" altLang="en-US" dirty="0" smtClean="0"/>
          </a:p>
        </p:txBody>
      </p:sp>
      <p:sp>
        <p:nvSpPr>
          <p:cNvPr id="142340" name="灯片编号占位符 3"/>
          <p:cNvSpPr>
            <a:spLocks noGrp="1"/>
          </p:cNvSpPr>
          <p:nvPr>
            <p:ph type="sldNum" sz="quarter" idx="5"/>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Ctr="0" compatLnSpc="1">
            <a:prstTxWarp prst="textNoShape">
              <a:avLst/>
            </a:prstTxWarp>
          </a:bodyPr>
          <a:lstStyle>
            <a:lvl1pPr eaLnBrk="0" hangingPunct="0">
              <a:spcBef>
                <a:spcPct val="30000"/>
              </a:spcBef>
              <a:defRPr sz="1300">
                <a:solidFill>
                  <a:schemeClr val="tx1"/>
                </a:solidFill>
                <a:latin typeface="Calibri" pitchFamily="34" charset="0"/>
                <a:ea typeface="宋体" pitchFamily="2" charset="-122"/>
              </a:defRPr>
            </a:lvl1pPr>
            <a:lvl2pPr marL="804763" indent="-309524" eaLnBrk="0" hangingPunct="0">
              <a:spcBef>
                <a:spcPct val="30000"/>
              </a:spcBef>
              <a:defRPr sz="1300">
                <a:solidFill>
                  <a:schemeClr val="tx1"/>
                </a:solidFill>
                <a:latin typeface="Calibri" pitchFamily="34" charset="0"/>
                <a:ea typeface="宋体" pitchFamily="2" charset="-122"/>
              </a:defRPr>
            </a:lvl2pPr>
            <a:lvl3pPr marL="1238098" indent="-247620" eaLnBrk="0" hangingPunct="0">
              <a:spcBef>
                <a:spcPct val="30000"/>
              </a:spcBef>
              <a:defRPr sz="1300">
                <a:solidFill>
                  <a:schemeClr val="tx1"/>
                </a:solidFill>
                <a:latin typeface="Calibri" pitchFamily="34" charset="0"/>
                <a:ea typeface="宋体" pitchFamily="2" charset="-122"/>
              </a:defRPr>
            </a:lvl3pPr>
            <a:lvl4pPr marL="1733337" indent="-247620" eaLnBrk="0" hangingPunct="0">
              <a:spcBef>
                <a:spcPct val="30000"/>
              </a:spcBef>
              <a:defRPr sz="1300">
                <a:solidFill>
                  <a:schemeClr val="tx1"/>
                </a:solidFill>
                <a:latin typeface="Calibri" pitchFamily="34" charset="0"/>
                <a:ea typeface="宋体" pitchFamily="2" charset="-122"/>
              </a:defRPr>
            </a:lvl4pPr>
            <a:lvl5pPr marL="2228576" indent="-247620" eaLnBrk="0" hangingPunct="0">
              <a:spcBef>
                <a:spcPct val="30000"/>
              </a:spcBef>
              <a:defRPr sz="1300">
                <a:solidFill>
                  <a:schemeClr val="tx1"/>
                </a:solidFill>
                <a:latin typeface="Calibri" pitchFamily="34" charset="0"/>
                <a:ea typeface="宋体" pitchFamily="2" charset="-122"/>
              </a:defRPr>
            </a:lvl5pPr>
            <a:lvl6pPr marL="2723815" indent="-247620" eaLnBrk="0" fontAlgn="base" hangingPunct="0">
              <a:spcBef>
                <a:spcPct val="30000"/>
              </a:spcBef>
              <a:spcAft>
                <a:spcPct val="0"/>
              </a:spcAft>
              <a:defRPr sz="1300">
                <a:solidFill>
                  <a:schemeClr val="tx1"/>
                </a:solidFill>
                <a:latin typeface="Calibri" pitchFamily="34" charset="0"/>
                <a:ea typeface="宋体" pitchFamily="2" charset="-122"/>
              </a:defRPr>
            </a:lvl6pPr>
            <a:lvl7pPr marL="3219054" indent="-247620" eaLnBrk="0" fontAlgn="base" hangingPunct="0">
              <a:spcBef>
                <a:spcPct val="30000"/>
              </a:spcBef>
              <a:spcAft>
                <a:spcPct val="0"/>
              </a:spcAft>
              <a:defRPr sz="1300">
                <a:solidFill>
                  <a:schemeClr val="tx1"/>
                </a:solidFill>
                <a:latin typeface="Calibri" pitchFamily="34" charset="0"/>
                <a:ea typeface="宋体" pitchFamily="2" charset="-122"/>
              </a:defRPr>
            </a:lvl7pPr>
            <a:lvl8pPr marL="3714293" indent="-247620" eaLnBrk="0" fontAlgn="base" hangingPunct="0">
              <a:spcBef>
                <a:spcPct val="30000"/>
              </a:spcBef>
              <a:spcAft>
                <a:spcPct val="0"/>
              </a:spcAft>
              <a:defRPr sz="1300">
                <a:solidFill>
                  <a:schemeClr val="tx1"/>
                </a:solidFill>
                <a:latin typeface="Calibri" pitchFamily="34" charset="0"/>
                <a:ea typeface="宋体" pitchFamily="2" charset="-122"/>
              </a:defRPr>
            </a:lvl8pPr>
            <a:lvl9pPr marL="4209532" indent="-247620" eaLnBrk="0" fontAlgn="base" hangingPunct="0">
              <a:spcBef>
                <a:spcPct val="30000"/>
              </a:spcBef>
              <a:spcAft>
                <a:spcPct val="0"/>
              </a:spcAft>
              <a:defRPr sz="1300">
                <a:solidFill>
                  <a:schemeClr val="tx1"/>
                </a:solidFill>
                <a:latin typeface="Calibri" pitchFamily="34" charset="0"/>
                <a:ea typeface="宋体" pitchFamily="2" charset="-122"/>
              </a:defRPr>
            </a:lvl9pPr>
          </a:lstStyle>
          <a:p>
            <a:pPr eaLnBrk="1" hangingPunct="1">
              <a:spcBef>
                <a:spcPct val="0"/>
              </a:spcBef>
            </a:pPr>
            <a:fld id="{9EA0095F-F42D-48D0-8D2B-DC7B9133F1D1}" type="slidenum">
              <a:rPr lang="zh-CN" altLang="en-US" smtClean="0"/>
              <a:pPr eaLnBrk="1" hangingPunct="1">
                <a:spcBef>
                  <a:spcPct val="0"/>
                </a:spcBef>
              </a:pPr>
              <a:t>76</a:t>
            </a:fld>
            <a:endParaRPr lang="zh-CN" altLang="en-US" smtClean="0"/>
          </a:p>
        </p:txBody>
      </p:sp>
    </p:spTree>
  </p:cSld>
  <p:clrMapOvr>
    <a:masterClrMapping/>
  </p:clrMapOvr>
</p:notes>
</file>

<file path=ppt/notesSlides/notesSlide3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en-US" altLang="zh-CN" dirty="0" smtClean="0"/>
              <a:t>1.</a:t>
            </a:r>
            <a:r>
              <a:rPr lang="zh-CN" altLang="en-US" dirty="0" smtClean="0"/>
              <a:t>中继器只在物理层起作用，不改变网络功能，中继器两侧有相同数据速率、协议与地址</a:t>
            </a:r>
            <a:endParaRPr lang="en-US" altLang="zh-CN" dirty="0" smtClean="0"/>
          </a:p>
          <a:p>
            <a:endParaRPr lang="zh-CN" altLang="en-US" dirty="0"/>
          </a:p>
        </p:txBody>
      </p:sp>
      <p:sp>
        <p:nvSpPr>
          <p:cNvPr id="4" name="灯片编号占位符 3"/>
          <p:cNvSpPr>
            <a:spLocks noGrp="1"/>
          </p:cNvSpPr>
          <p:nvPr>
            <p:ph type="sldNum" sz="quarter" idx="10"/>
          </p:nvPr>
        </p:nvSpPr>
        <p:spPr/>
        <p:txBody>
          <a:bodyPr/>
          <a:lstStyle/>
          <a:p>
            <a:pPr>
              <a:defRPr/>
            </a:pPr>
            <a:fld id="{8E0EE677-867B-47A8-8A3F-CB96BBD465DB}" type="slidenum">
              <a:rPr lang="zh-CN" altLang="en-US" smtClean="0"/>
              <a:pPr>
                <a:defRPr/>
              </a:pPr>
              <a:t>83</a:t>
            </a:fld>
            <a:endParaRPr lang="zh-CN" altLang="en-US"/>
          </a:p>
        </p:txBody>
      </p:sp>
    </p:spTree>
    <p:extLst>
      <p:ext uri="{BB962C8B-B14F-4D97-AF65-F5344CB8AC3E}">
        <p14:creationId xmlns:p14="http://schemas.microsoft.com/office/powerpoint/2010/main" val="595836804"/>
      </p:ext>
    </p:extLst>
  </p:cSld>
  <p:clrMapOvr>
    <a:masterClrMapping/>
  </p:clrMapOvr>
</p:notes>
</file>

<file path=ppt/notesSlides/notesSlide3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pPr marL="0" marR="0" indent="0" algn="l" defTabSz="914400" rtl="0" eaLnBrk="0" fontAlgn="base" latinLnBrk="0" hangingPunct="0">
              <a:lnSpc>
                <a:spcPct val="100000"/>
              </a:lnSpc>
              <a:spcBef>
                <a:spcPct val="30000"/>
              </a:spcBef>
              <a:spcAft>
                <a:spcPct val="0"/>
              </a:spcAft>
              <a:buClrTx/>
              <a:buSzTx/>
              <a:buFontTx/>
              <a:buNone/>
              <a:tabLst/>
              <a:defRPr/>
            </a:pPr>
            <a:r>
              <a:rPr lang="zh-CN" altLang="en-US" dirty="0" smtClean="0"/>
              <a:t>网桥已经被交换机替代；</a:t>
            </a:r>
          </a:p>
        </p:txBody>
      </p:sp>
      <p:sp>
        <p:nvSpPr>
          <p:cNvPr id="4" name="灯片编号占位符 3"/>
          <p:cNvSpPr>
            <a:spLocks noGrp="1"/>
          </p:cNvSpPr>
          <p:nvPr>
            <p:ph type="sldNum" sz="quarter" idx="10"/>
          </p:nvPr>
        </p:nvSpPr>
        <p:spPr/>
        <p:txBody>
          <a:bodyPr/>
          <a:lstStyle/>
          <a:p>
            <a:pPr>
              <a:defRPr/>
            </a:pPr>
            <a:fld id="{8E0EE677-867B-47A8-8A3F-CB96BBD465DB}" type="slidenum">
              <a:rPr lang="zh-CN" altLang="en-US" smtClean="0"/>
              <a:pPr>
                <a:defRPr/>
              </a:pPr>
              <a:t>84</a:t>
            </a:fld>
            <a:endParaRPr lang="zh-CN" altLang="en-US"/>
          </a:p>
        </p:txBody>
      </p:sp>
    </p:spTree>
    <p:extLst>
      <p:ext uri="{BB962C8B-B14F-4D97-AF65-F5344CB8AC3E}">
        <p14:creationId xmlns:p14="http://schemas.microsoft.com/office/powerpoint/2010/main" val="1884824675"/>
      </p:ext>
    </p:extLst>
  </p:cSld>
  <p:clrMapOvr>
    <a:masterClrMapping/>
  </p:clrMapOvr>
</p:notes>
</file>

<file path=ppt/slideLayouts/_rels/slideLayout1.xml.rels><?xml version="1.0" encoding="UTF-8" standalone="yes"?>
<Relationships xmlns="http://schemas.openxmlformats.org/package/2006/relationships"><Relationship Id="rId2" Type="http://schemas.openxmlformats.org/officeDocument/2006/relationships/image" Target="../media/image3.jpe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标题幻灯片">
    <p:spTree>
      <p:nvGrpSpPr>
        <p:cNvPr id="1" name=""/>
        <p:cNvGrpSpPr/>
        <p:nvPr/>
      </p:nvGrpSpPr>
      <p:grpSpPr>
        <a:xfrm>
          <a:off x="0" y="0"/>
          <a:ext cx="0" cy="0"/>
          <a:chOff x="0" y="0"/>
          <a:chExt cx="0" cy="0"/>
        </a:xfrm>
      </p:grpSpPr>
      <p:pic>
        <p:nvPicPr>
          <p:cNvPr id="4" name="图片 9"/>
          <p:cNvPicPr>
            <a:picLocks noChangeAspect="1"/>
          </p:cNvPicPr>
          <p:nvPr userDrawn="1"/>
        </p:nvPicPr>
        <p:blipFill>
          <a:blip r:embed="rId2">
            <a:extLst>
              <a:ext uri="{28A0092B-C50C-407E-A947-70E740481C1C}">
                <a14:useLocalDpi xmlns:a14="http://schemas.microsoft.com/office/drawing/2010/main" val="0"/>
              </a:ext>
            </a:extLst>
          </a:blip>
          <a:srcRect/>
          <a:stretch>
            <a:fillRect/>
          </a:stretch>
        </p:blipFill>
        <p:spPr bwMode="auto">
          <a:xfrm>
            <a:off x="0" y="0"/>
            <a:ext cx="9144000" cy="9239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2" name="标题 1"/>
          <p:cNvSpPr>
            <a:spLocks noGrp="1"/>
          </p:cNvSpPr>
          <p:nvPr>
            <p:ph type="ctrTitle"/>
          </p:nvPr>
        </p:nvSpPr>
        <p:spPr>
          <a:xfrm>
            <a:off x="685800" y="2130425"/>
            <a:ext cx="7772400" cy="1470025"/>
          </a:xfrm>
        </p:spPr>
        <p:txBody>
          <a:bodyPr/>
          <a:lstStyle/>
          <a:p>
            <a:r>
              <a:rPr lang="zh-CN" altLang="en-US" smtClean="0"/>
              <a:t>单击此处编辑母版标题样式</a:t>
            </a:r>
            <a:endParaRPr lang="zh-CN" altLang="en-US"/>
          </a:p>
        </p:txBody>
      </p:sp>
      <p:sp>
        <p:nvSpPr>
          <p:cNvPr id="3" name="副标题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zh-CN" altLang="en-US" smtClean="0"/>
              <a:t>单击此处编辑母版副标题样式</a:t>
            </a:r>
            <a:endParaRPr lang="zh-CN" altLang="en-US"/>
          </a:p>
        </p:txBody>
      </p:sp>
      <p:sp>
        <p:nvSpPr>
          <p:cNvPr id="5" name="日期占位符 3"/>
          <p:cNvSpPr>
            <a:spLocks noGrp="1"/>
          </p:cNvSpPr>
          <p:nvPr>
            <p:ph type="dt" sz="half" idx="10"/>
          </p:nvPr>
        </p:nvSpPr>
        <p:spPr/>
        <p:txBody>
          <a:bodyPr/>
          <a:lstStyle>
            <a:lvl1pPr>
              <a:defRPr/>
            </a:lvl1pPr>
          </a:lstStyle>
          <a:p>
            <a:pPr>
              <a:defRPr/>
            </a:pPr>
            <a:fld id="{FA031BBB-47D6-4A40-BF21-BBBF8A7A1E1C}" type="datetime1">
              <a:rPr lang="zh-CN" altLang="en-US"/>
              <a:pPr>
                <a:defRPr/>
              </a:pPr>
              <a:t>2016/9/25</a:t>
            </a:fld>
            <a:endParaRPr lang="zh-CN" altLang="en-US"/>
          </a:p>
        </p:txBody>
      </p:sp>
      <p:sp>
        <p:nvSpPr>
          <p:cNvPr id="6" name="页脚占位符 4"/>
          <p:cNvSpPr>
            <a:spLocks noGrp="1"/>
          </p:cNvSpPr>
          <p:nvPr>
            <p:ph type="ftr" sz="quarter" idx="11"/>
          </p:nvPr>
        </p:nvSpPr>
        <p:spPr/>
        <p:txBody>
          <a:bodyPr/>
          <a:lstStyle>
            <a:lvl1pPr>
              <a:defRPr/>
            </a:lvl1pPr>
          </a:lstStyle>
          <a:p>
            <a:pPr>
              <a:defRPr/>
            </a:pPr>
            <a:endParaRPr lang="zh-CN" altLang="en-US"/>
          </a:p>
        </p:txBody>
      </p:sp>
      <p:sp>
        <p:nvSpPr>
          <p:cNvPr id="7" name="灯片编号占位符 5"/>
          <p:cNvSpPr>
            <a:spLocks noGrp="1"/>
          </p:cNvSpPr>
          <p:nvPr>
            <p:ph type="sldNum" sz="quarter" idx="12"/>
          </p:nvPr>
        </p:nvSpPr>
        <p:spPr/>
        <p:txBody>
          <a:bodyPr/>
          <a:lstStyle>
            <a:lvl1pPr>
              <a:defRPr/>
            </a:lvl1pPr>
          </a:lstStyle>
          <a:p>
            <a:pPr>
              <a:defRPr/>
            </a:pPr>
            <a:fld id="{728D363C-42AE-4A0F-B95A-579A1D2B5D21}" type="slidenum">
              <a:rPr lang="zh-CN" altLang="en-US"/>
              <a:pPr>
                <a:defRPr/>
              </a:pPr>
              <a:t>‹#›</a:t>
            </a:fld>
            <a:endParaRPr lang="zh-CN" altLang="en-US"/>
          </a:p>
        </p:txBody>
      </p:sp>
    </p:spTree>
    <p:extLst>
      <p:ext uri="{BB962C8B-B14F-4D97-AF65-F5344CB8AC3E}">
        <p14:creationId xmlns:p14="http://schemas.microsoft.com/office/powerpoint/2010/main" val="2006595459"/>
      </p:ext>
    </p:extLst>
  </p:cSld>
  <p:clrMapOvr>
    <a:overrideClrMapping bg1="lt1" tx1="dk1" bg2="lt2" tx2="dk2" accent1="accent1" accent2="accent2" accent3="accent3" accent4="accent4" accent5="accent5" accent6="accent6" hlink="hlink" folHlink="folHlink"/>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标题和内容">
    <p:spTree>
      <p:nvGrpSpPr>
        <p:cNvPr id="1" name=""/>
        <p:cNvGrpSpPr/>
        <p:nvPr/>
      </p:nvGrpSpPr>
      <p:grpSpPr>
        <a:xfrm>
          <a:off x="0" y="0"/>
          <a:ext cx="0" cy="0"/>
          <a:chOff x="0" y="0"/>
          <a:chExt cx="0" cy="0"/>
        </a:xfrm>
      </p:grpSpPr>
      <p:sp>
        <p:nvSpPr>
          <p:cNvPr id="2" name="标题 1"/>
          <p:cNvSpPr>
            <a:spLocks noGrp="1"/>
          </p:cNvSpPr>
          <p:nvPr>
            <p:ph type="title"/>
          </p:nvPr>
        </p:nvSpPr>
        <p:spPr>
          <a:xfrm>
            <a:off x="107950" y="44451"/>
            <a:ext cx="7343775" cy="792262"/>
          </a:xfrm>
        </p:spPr>
        <p:txBody>
          <a:bodyPr/>
          <a:lstStyle/>
          <a:p>
            <a:r>
              <a:rPr lang="zh-CN" altLang="en-US" smtClean="0"/>
              <a:t>单击此处编辑母版标题样式</a:t>
            </a:r>
            <a:endParaRPr lang="zh-CN" altLang="en-US"/>
          </a:p>
        </p:txBody>
      </p:sp>
      <p:sp>
        <p:nvSpPr>
          <p:cNvPr id="3" name="内容占位符 2"/>
          <p:cNvSpPr>
            <a:spLocks noGrp="1"/>
          </p:cNvSpPr>
          <p:nvPr>
            <p:ph idx="1"/>
          </p:nvPr>
        </p:nvSpPr>
        <p:spPr>
          <a:xfrm>
            <a:off x="107950" y="980728"/>
            <a:ext cx="8928100" cy="5102572"/>
          </a:xfrm>
        </p:spPr>
        <p:txBody>
          <a:bodyPr/>
          <a:lstStyle>
            <a:lvl1pPr>
              <a:defRPr baseline="0">
                <a:latin typeface="Calibri" panose="020F0502020204030204" pitchFamily="34" charset="0"/>
                <a:ea typeface="楷体_GB2312" panose="02010609030101010101" pitchFamily="49" charset="-122"/>
              </a:defRPr>
            </a:lvl1pPr>
            <a:lvl2pPr>
              <a:defRPr baseline="0">
                <a:latin typeface="Calibri" panose="020F0502020204030204" pitchFamily="34" charset="0"/>
                <a:ea typeface="楷体_GB2312" panose="02010609030101010101" pitchFamily="49" charset="-122"/>
              </a:defRPr>
            </a:lvl2pPr>
            <a:lvl3pPr>
              <a:defRPr baseline="0">
                <a:latin typeface="Calibri" panose="020F0502020204030204" pitchFamily="34" charset="0"/>
                <a:ea typeface="楷体_GB2312" panose="02010609030101010101" pitchFamily="49" charset="-122"/>
              </a:defRPr>
            </a:lvl3pPr>
            <a:lvl4pPr>
              <a:defRPr baseline="0">
                <a:latin typeface="Calibri" panose="020F0502020204030204" pitchFamily="34" charset="0"/>
                <a:ea typeface="楷体_GB2312" panose="02010609030101010101" pitchFamily="49" charset="-122"/>
              </a:defRPr>
            </a:lvl4pPr>
            <a:lvl5pPr>
              <a:defRPr baseline="0">
                <a:latin typeface="Calibri" panose="020F0502020204030204" pitchFamily="34" charset="0"/>
                <a:ea typeface="楷体_GB2312" panose="02010609030101010101" pitchFamily="49" charset="-122"/>
              </a:defRPr>
            </a:lvl5pPr>
          </a:lstStyle>
          <a:p>
            <a:pPr lvl="0"/>
            <a:r>
              <a:rPr lang="zh-CN" altLang="en-US" dirty="0" smtClean="0"/>
              <a:t>单击此处编辑母版文本样式</a:t>
            </a:r>
          </a:p>
          <a:p>
            <a:pPr lvl="1"/>
            <a:r>
              <a:rPr lang="zh-CN" altLang="en-US" dirty="0" smtClean="0"/>
              <a:t>第二级</a:t>
            </a:r>
          </a:p>
          <a:p>
            <a:pPr lvl="2"/>
            <a:r>
              <a:rPr lang="zh-CN" altLang="en-US" dirty="0" smtClean="0"/>
              <a:t>第三级</a:t>
            </a:r>
          </a:p>
          <a:p>
            <a:pPr lvl="3"/>
            <a:r>
              <a:rPr lang="zh-CN" altLang="en-US" dirty="0" smtClean="0"/>
              <a:t>第四级</a:t>
            </a:r>
          </a:p>
          <a:p>
            <a:pPr lvl="4"/>
            <a:r>
              <a:rPr lang="zh-CN" altLang="en-US" dirty="0" smtClean="0"/>
              <a:t>第五级</a:t>
            </a:r>
            <a:endParaRPr lang="zh-CN" altLang="en-US" dirty="0"/>
          </a:p>
        </p:txBody>
      </p:sp>
      <p:sp>
        <p:nvSpPr>
          <p:cNvPr id="4" name="日期占位符 3"/>
          <p:cNvSpPr>
            <a:spLocks noGrp="1"/>
          </p:cNvSpPr>
          <p:nvPr>
            <p:ph type="dt" sz="half" idx="10"/>
          </p:nvPr>
        </p:nvSpPr>
        <p:spPr/>
        <p:txBody>
          <a:bodyPr/>
          <a:lstStyle>
            <a:lvl1pPr>
              <a:defRPr/>
            </a:lvl1pPr>
          </a:lstStyle>
          <a:p>
            <a:pPr>
              <a:defRPr/>
            </a:pPr>
            <a:fld id="{FE5085FD-642E-4FAD-8046-0176125DA32C}" type="datetime1">
              <a:rPr lang="zh-CN" altLang="en-US"/>
              <a:pPr>
                <a:defRPr/>
              </a:pPr>
              <a:t>2016/9/25</a:t>
            </a:fld>
            <a:endParaRPr lang="zh-CN" altLang="en-US"/>
          </a:p>
        </p:txBody>
      </p:sp>
      <p:sp>
        <p:nvSpPr>
          <p:cNvPr id="5" name="页脚占位符 4"/>
          <p:cNvSpPr>
            <a:spLocks noGrp="1"/>
          </p:cNvSpPr>
          <p:nvPr>
            <p:ph type="ftr" sz="quarter" idx="11"/>
          </p:nvPr>
        </p:nvSpPr>
        <p:spPr/>
        <p:txBody>
          <a:bodyPr/>
          <a:lstStyle>
            <a:lvl1pPr>
              <a:defRPr/>
            </a:lvl1pPr>
          </a:lstStyle>
          <a:p>
            <a:pPr>
              <a:defRPr/>
            </a:pPr>
            <a:endParaRPr lang="zh-CN" altLang="en-US"/>
          </a:p>
        </p:txBody>
      </p:sp>
      <p:sp>
        <p:nvSpPr>
          <p:cNvPr id="6" name="灯片编号占位符 5"/>
          <p:cNvSpPr>
            <a:spLocks noGrp="1"/>
          </p:cNvSpPr>
          <p:nvPr>
            <p:ph type="sldNum" sz="quarter" idx="12"/>
          </p:nvPr>
        </p:nvSpPr>
        <p:spPr/>
        <p:txBody>
          <a:bodyPr/>
          <a:lstStyle>
            <a:lvl1pPr>
              <a:defRPr/>
            </a:lvl1pPr>
          </a:lstStyle>
          <a:p>
            <a:pPr>
              <a:defRPr/>
            </a:pPr>
            <a:fld id="{DB2C62FB-46E7-4904-8367-A62FD6542C6B}" type="slidenum">
              <a:rPr lang="zh-CN" altLang="en-US"/>
              <a:pPr>
                <a:defRPr/>
              </a:pPr>
              <a:t>‹#›</a:t>
            </a:fld>
            <a:endParaRPr lang="zh-CN" altLang="en-US"/>
          </a:p>
        </p:txBody>
      </p:sp>
    </p:spTree>
    <p:extLst>
      <p:ext uri="{BB962C8B-B14F-4D97-AF65-F5344CB8AC3E}">
        <p14:creationId xmlns:p14="http://schemas.microsoft.com/office/powerpoint/2010/main" val="230921607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节标题">
    <p:spTree>
      <p:nvGrpSpPr>
        <p:cNvPr id="1" name=""/>
        <p:cNvGrpSpPr/>
        <p:nvPr/>
      </p:nvGrpSpPr>
      <p:grpSpPr>
        <a:xfrm>
          <a:off x="0" y="0"/>
          <a:ext cx="0" cy="0"/>
          <a:chOff x="0" y="0"/>
          <a:chExt cx="0" cy="0"/>
        </a:xfrm>
      </p:grpSpPr>
      <p:sp>
        <p:nvSpPr>
          <p:cNvPr id="2" name="标题 1"/>
          <p:cNvSpPr>
            <a:spLocks noGrp="1"/>
          </p:cNvSpPr>
          <p:nvPr>
            <p:ph type="title"/>
          </p:nvPr>
        </p:nvSpPr>
        <p:spPr>
          <a:xfrm>
            <a:off x="722313" y="4406900"/>
            <a:ext cx="7772400" cy="1362075"/>
          </a:xfrm>
        </p:spPr>
        <p:txBody>
          <a:bodyPr anchor="t"/>
          <a:lstStyle>
            <a:lvl1pPr algn="l">
              <a:defRPr sz="4000" b="1" cap="all"/>
            </a:lvl1pPr>
          </a:lstStyle>
          <a:p>
            <a:r>
              <a:rPr lang="zh-CN" altLang="en-US" smtClean="0"/>
              <a:t>单击此处编辑母版标题样式</a:t>
            </a:r>
            <a:endParaRPr lang="zh-CN" altLang="en-US"/>
          </a:p>
        </p:txBody>
      </p:sp>
      <p:sp>
        <p:nvSpPr>
          <p:cNvPr id="3" name="文本占位符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zh-CN" altLang="en-US" smtClean="0"/>
              <a:t>单击此处编辑母版文本样式</a:t>
            </a:r>
          </a:p>
        </p:txBody>
      </p:sp>
      <p:sp>
        <p:nvSpPr>
          <p:cNvPr id="4" name="日期占位符 3"/>
          <p:cNvSpPr>
            <a:spLocks noGrp="1"/>
          </p:cNvSpPr>
          <p:nvPr>
            <p:ph type="dt" sz="half" idx="10"/>
          </p:nvPr>
        </p:nvSpPr>
        <p:spPr/>
        <p:txBody>
          <a:bodyPr/>
          <a:lstStyle>
            <a:lvl1pPr>
              <a:defRPr/>
            </a:lvl1pPr>
          </a:lstStyle>
          <a:p>
            <a:pPr>
              <a:defRPr/>
            </a:pPr>
            <a:fld id="{3B85E0CD-D97C-44EB-A8D0-0F6A444667FA}" type="datetime1">
              <a:rPr lang="zh-CN" altLang="en-US"/>
              <a:pPr>
                <a:defRPr/>
              </a:pPr>
              <a:t>2016/9/25</a:t>
            </a:fld>
            <a:endParaRPr lang="zh-CN" altLang="en-US"/>
          </a:p>
        </p:txBody>
      </p:sp>
      <p:sp>
        <p:nvSpPr>
          <p:cNvPr id="5" name="页脚占位符 4"/>
          <p:cNvSpPr>
            <a:spLocks noGrp="1"/>
          </p:cNvSpPr>
          <p:nvPr>
            <p:ph type="ftr" sz="quarter" idx="11"/>
          </p:nvPr>
        </p:nvSpPr>
        <p:spPr/>
        <p:txBody>
          <a:bodyPr/>
          <a:lstStyle>
            <a:lvl1pPr>
              <a:defRPr/>
            </a:lvl1pPr>
          </a:lstStyle>
          <a:p>
            <a:pPr>
              <a:defRPr/>
            </a:pPr>
            <a:endParaRPr lang="zh-CN" altLang="en-US"/>
          </a:p>
        </p:txBody>
      </p:sp>
      <p:sp>
        <p:nvSpPr>
          <p:cNvPr id="6" name="灯片编号占位符 5"/>
          <p:cNvSpPr>
            <a:spLocks noGrp="1"/>
          </p:cNvSpPr>
          <p:nvPr>
            <p:ph type="sldNum" sz="quarter" idx="12"/>
          </p:nvPr>
        </p:nvSpPr>
        <p:spPr/>
        <p:txBody>
          <a:bodyPr/>
          <a:lstStyle>
            <a:lvl1pPr>
              <a:defRPr/>
            </a:lvl1pPr>
          </a:lstStyle>
          <a:p>
            <a:pPr>
              <a:defRPr/>
            </a:pPr>
            <a:fld id="{8A36DBBE-ADC8-4BBC-9937-5925257FC472}" type="slidenum">
              <a:rPr lang="zh-CN" altLang="en-US"/>
              <a:pPr>
                <a:defRPr/>
              </a:pPr>
              <a:t>‹#›</a:t>
            </a:fld>
            <a:endParaRPr lang="zh-CN" altLang="en-US"/>
          </a:p>
        </p:txBody>
      </p:sp>
    </p:spTree>
    <p:extLst>
      <p:ext uri="{BB962C8B-B14F-4D97-AF65-F5344CB8AC3E}">
        <p14:creationId xmlns:p14="http://schemas.microsoft.com/office/powerpoint/2010/main" val="512363173"/>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两栏内容">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smtClean="0"/>
              <a:t>单击此处编辑母版标题样式</a:t>
            </a:r>
            <a:endParaRPr lang="zh-CN" altLang="en-US"/>
          </a:p>
        </p:txBody>
      </p:sp>
      <p:sp>
        <p:nvSpPr>
          <p:cNvPr id="3" name="内容占位符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zh-CN" altLang="en-US" smtClean="0"/>
              <a:t>单击此处编辑母版文本样式</a:t>
            </a:r>
          </a:p>
          <a:p>
            <a:pPr lvl="1"/>
            <a:r>
              <a:rPr lang="zh-CN" altLang="en-US" smtClean="0"/>
              <a:t>第二级</a:t>
            </a:r>
          </a:p>
          <a:p>
            <a:pPr lvl="2"/>
            <a:r>
              <a:rPr lang="zh-CN" altLang="en-US" smtClean="0"/>
              <a:t>第三级</a:t>
            </a:r>
          </a:p>
          <a:p>
            <a:pPr lvl="3"/>
            <a:r>
              <a:rPr lang="zh-CN" altLang="en-US" smtClean="0"/>
              <a:t>第四级</a:t>
            </a:r>
          </a:p>
          <a:p>
            <a:pPr lvl="4"/>
            <a:r>
              <a:rPr lang="zh-CN" altLang="en-US" smtClean="0"/>
              <a:t>第五级</a:t>
            </a:r>
            <a:endParaRPr lang="zh-CN" altLang="en-US"/>
          </a:p>
        </p:txBody>
      </p:sp>
      <p:sp>
        <p:nvSpPr>
          <p:cNvPr id="4" name="内容占位符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zh-CN" altLang="en-US" smtClean="0"/>
              <a:t>单击此处编辑母版文本样式</a:t>
            </a:r>
          </a:p>
          <a:p>
            <a:pPr lvl="1"/>
            <a:r>
              <a:rPr lang="zh-CN" altLang="en-US" smtClean="0"/>
              <a:t>第二级</a:t>
            </a:r>
          </a:p>
          <a:p>
            <a:pPr lvl="2"/>
            <a:r>
              <a:rPr lang="zh-CN" altLang="en-US" smtClean="0"/>
              <a:t>第三级</a:t>
            </a:r>
          </a:p>
          <a:p>
            <a:pPr lvl="3"/>
            <a:r>
              <a:rPr lang="zh-CN" altLang="en-US" smtClean="0"/>
              <a:t>第四级</a:t>
            </a:r>
          </a:p>
          <a:p>
            <a:pPr lvl="4"/>
            <a:r>
              <a:rPr lang="zh-CN" altLang="en-US" smtClean="0"/>
              <a:t>第五级</a:t>
            </a:r>
            <a:endParaRPr lang="zh-CN" altLang="en-US"/>
          </a:p>
        </p:txBody>
      </p:sp>
      <p:sp>
        <p:nvSpPr>
          <p:cNvPr id="5" name="日期占位符 3"/>
          <p:cNvSpPr>
            <a:spLocks noGrp="1"/>
          </p:cNvSpPr>
          <p:nvPr>
            <p:ph type="dt" sz="half" idx="10"/>
          </p:nvPr>
        </p:nvSpPr>
        <p:spPr/>
        <p:txBody>
          <a:bodyPr/>
          <a:lstStyle>
            <a:lvl1pPr>
              <a:defRPr/>
            </a:lvl1pPr>
          </a:lstStyle>
          <a:p>
            <a:pPr>
              <a:defRPr/>
            </a:pPr>
            <a:fld id="{90AB3B45-F185-40A7-AA31-A6EBAFED5EFE}" type="datetime1">
              <a:rPr lang="zh-CN" altLang="en-US"/>
              <a:pPr>
                <a:defRPr/>
              </a:pPr>
              <a:t>2016/9/25</a:t>
            </a:fld>
            <a:endParaRPr lang="zh-CN" altLang="en-US"/>
          </a:p>
        </p:txBody>
      </p:sp>
      <p:sp>
        <p:nvSpPr>
          <p:cNvPr id="6" name="页脚占位符 4"/>
          <p:cNvSpPr>
            <a:spLocks noGrp="1"/>
          </p:cNvSpPr>
          <p:nvPr>
            <p:ph type="ftr" sz="quarter" idx="11"/>
          </p:nvPr>
        </p:nvSpPr>
        <p:spPr/>
        <p:txBody>
          <a:bodyPr/>
          <a:lstStyle>
            <a:lvl1pPr>
              <a:defRPr/>
            </a:lvl1pPr>
          </a:lstStyle>
          <a:p>
            <a:pPr>
              <a:defRPr/>
            </a:pPr>
            <a:endParaRPr lang="zh-CN" altLang="en-US"/>
          </a:p>
        </p:txBody>
      </p:sp>
      <p:sp>
        <p:nvSpPr>
          <p:cNvPr id="7" name="灯片编号占位符 5"/>
          <p:cNvSpPr>
            <a:spLocks noGrp="1"/>
          </p:cNvSpPr>
          <p:nvPr>
            <p:ph type="sldNum" sz="quarter" idx="12"/>
          </p:nvPr>
        </p:nvSpPr>
        <p:spPr/>
        <p:txBody>
          <a:bodyPr/>
          <a:lstStyle>
            <a:lvl1pPr>
              <a:defRPr/>
            </a:lvl1pPr>
          </a:lstStyle>
          <a:p>
            <a:pPr>
              <a:defRPr/>
            </a:pPr>
            <a:fld id="{5294751C-0213-434F-B919-107322A32E08}" type="slidenum">
              <a:rPr lang="zh-CN" altLang="en-US"/>
              <a:pPr>
                <a:defRPr/>
              </a:pPr>
              <a:t>‹#›</a:t>
            </a:fld>
            <a:endParaRPr lang="zh-CN" altLang="en-US"/>
          </a:p>
        </p:txBody>
      </p:sp>
    </p:spTree>
    <p:extLst>
      <p:ext uri="{BB962C8B-B14F-4D97-AF65-F5344CB8AC3E}">
        <p14:creationId xmlns:p14="http://schemas.microsoft.com/office/powerpoint/2010/main" val="2271337609"/>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比较">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lvl1pPr>
              <a:defRPr/>
            </a:lvl1pPr>
          </a:lstStyle>
          <a:p>
            <a:r>
              <a:rPr lang="zh-CN" altLang="en-US" smtClean="0"/>
              <a:t>单击此处编辑母版标题样式</a:t>
            </a:r>
            <a:endParaRPr lang="zh-CN" altLang="en-US"/>
          </a:p>
        </p:txBody>
      </p:sp>
      <p:sp>
        <p:nvSpPr>
          <p:cNvPr id="3" name="文本占位符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smtClean="0"/>
              <a:t>单击此处编辑母版文本样式</a:t>
            </a:r>
          </a:p>
        </p:txBody>
      </p:sp>
      <p:sp>
        <p:nvSpPr>
          <p:cNvPr id="4" name="内容占位符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zh-CN" altLang="en-US" smtClean="0"/>
              <a:t>单击此处编辑母版文本样式</a:t>
            </a:r>
          </a:p>
          <a:p>
            <a:pPr lvl="1"/>
            <a:r>
              <a:rPr lang="zh-CN" altLang="en-US" smtClean="0"/>
              <a:t>第二级</a:t>
            </a:r>
          </a:p>
          <a:p>
            <a:pPr lvl="2"/>
            <a:r>
              <a:rPr lang="zh-CN" altLang="en-US" smtClean="0"/>
              <a:t>第三级</a:t>
            </a:r>
          </a:p>
          <a:p>
            <a:pPr lvl="3"/>
            <a:r>
              <a:rPr lang="zh-CN" altLang="en-US" smtClean="0"/>
              <a:t>第四级</a:t>
            </a:r>
          </a:p>
          <a:p>
            <a:pPr lvl="4"/>
            <a:r>
              <a:rPr lang="zh-CN" altLang="en-US" smtClean="0"/>
              <a:t>第五级</a:t>
            </a:r>
            <a:endParaRPr lang="zh-CN" altLang="en-US"/>
          </a:p>
        </p:txBody>
      </p:sp>
      <p:sp>
        <p:nvSpPr>
          <p:cNvPr id="5" name="文本占位符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smtClean="0"/>
              <a:t>单击此处编辑母版文本样式</a:t>
            </a:r>
          </a:p>
        </p:txBody>
      </p:sp>
      <p:sp>
        <p:nvSpPr>
          <p:cNvPr id="6" name="内容占位符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zh-CN" altLang="en-US" smtClean="0"/>
              <a:t>单击此处编辑母版文本样式</a:t>
            </a:r>
          </a:p>
          <a:p>
            <a:pPr lvl="1"/>
            <a:r>
              <a:rPr lang="zh-CN" altLang="en-US" smtClean="0"/>
              <a:t>第二级</a:t>
            </a:r>
          </a:p>
          <a:p>
            <a:pPr lvl="2"/>
            <a:r>
              <a:rPr lang="zh-CN" altLang="en-US" smtClean="0"/>
              <a:t>第三级</a:t>
            </a:r>
          </a:p>
          <a:p>
            <a:pPr lvl="3"/>
            <a:r>
              <a:rPr lang="zh-CN" altLang="en-US" smtClean="0"/>
              <a:t>第四级</a:t>
            </a:r>
          </a:p>
          <a:p>
            <a:pPr lvl="4"/>
            <a:r>
              <a:rPr lang="zh-CN" altLang="en-US" smtClean="0"/>
              <a:t>第五级</a:t>
            </a:r>
            <a:endParaRPr lang="zh-CN" altLang="en-US"/>
          </a:p>
        </p:txBody>
      </p:sp>
      <p:sp>
        <p:nvSpPr>
          <p:cNvPr id="7" name="日期占位符 3"/>
          <p:cNvSpPr>
            <a:spLocks noGrp="1"/>
          </p:cNvSpPr>
          <p:nvPr>
            <p:ph type="dt" sz="half" idx="10"/>
          </p:nvPr>
        </p:nvSpPr>
        <p:spPr/>
        <p:txBody>
          <a:bodyPr/>
          <a:lstStyle>
            <a:lvl1pPr>
              <a:defRPr/>
            </a:lvl1pPr>
          </a:lstStyle>
          <a:p>
            <a:pPr>
              <a:defRPr/>
            </a:pPr>
            <a:fld id="{54B44A87-4EA2-4252-B270-AF74478E07F4}" type="datetime1">
              <a:rPr lang="zh-CN" altLang="en-US"/>
              <a:pPr>
                <a:defRPr/>
              </a:pPr>
              <a:t>2016/9/25</a:t>
            </a:fld>
            <a:endParaRPr lang="zh-CN" altLang="en-US"/>
          </a:p>
        </p:txBody>
      </p:sp>
      <p:sp>
        <p:nvSpPr>
          <p:cNvPr id="8" name="页脚占位符 4"/>
          <p:cNvSpPr>
            <a:spLocks noGrp="1"/>
          </p:cNvSpPr>
          <p:nvPr>
            <p:ph type="ftr" sz="quarter" idx="11"/>
          </p:nvPr>
        </p:nvSpPr>
        <p:spPr/>
        <p:txBody>
          <a:bodyPr/>
          <a:lstStyle>
            <a:lvl1pPr>
              <a:defRPr/>
            </a:lvl1pPr>
          </a:lstStyle>
          <a:p>
            <a:pPr>
              <a:defRPr/>
            </a:pPr>
            <a:endParaRPr lang="zh-CN" altLang="en-US"/>
          </a:p>
        </p:txBody>
      </p:sp>
      <p:sp>
        <p:nvSpPr>
          <p:cNvPr id="9" name="灯片编号占位符 5"/>
          <p:cNvSpPr>
            <a:spLocks noGrp="1"/>
          </p:cNvSpPr>
          <p:nvPr>
            <p:ph type="sldNum" sz="quarter" idx="12"/>
          </p:nvPr>
        </p:nvSpPr>
        <p:spPr/>
        <p:txBody>
          <a:bodyPr/>
          <a:lstStyle>
            <a:lvl1pPr>
              <a:defRPr/>
            </a:lvl1pPr>
          </a:lstStyle>
          <a:p>
            <a:pPr>
              <a:defRPr/>
            </a:pPr>
            <a:fld id="{3EBA6AD9-3CD4-4C83-9CFB-3CB197D60C7B}" type="slidenum">
              <a:rPr lang="zh-CN" altLang="en-US"/>
              <a:pPr>
                <a:defRPr/>
              </a:pPr>
              <a:t>‹#›</a:t>
            </a:fld>
            <a:endParaRPr lang="zh-CN" altLang="en-US"/>
          </a:p>
        </p:txBody>
      </p:sp>
    </p:spTree>
    <p:extLst>
      <p:ext uri="{BB962C8B-B14F-4D97-AF65-F5344CB8AC3E}">
        <p14:creationId xmlns:p14="http://schemas.microsoft.com/office/powerpoint/2010/main" val="2918104557"/>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仅标题">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smtClean="0"/>
              <a:t>单击此处编辑母版标题样式</a:t>
            </a:r>
            <a:endParaRPr lang="zh-CN" altLang="en-US"/>
          </a:p>
        </p:txBody>
      </p:sp>
      <p:sp>
        <p:nvSpPr>
          <p:cNvPr id="3" name="日期占位符 3"/>
          <p:cNvSpPr>
            <a:spLocks noGrp="1"/>
          </p:cNvSpPr>
          <p:nvPr>
            <p:ph type="dt" sz="half" idx="10"/>
          </p:nvPr>
        </p:nvSpPr>
        <p:spPr/>
        <p:txBody>
          <a:bodyPr/>
          <a:lstStyle>
            <a:lvl1pPr>
              <a:defRPr/>
            </a:lvl1pPr>
          </a:lstStyle>
          <a:p>
            <a:pPr>
              <a:defRPr/>
            </a:pPr>
            <a:fld id="{0C113E0A-9338-4C5D-941F-0C96A960C649}" type="datetime1">
              <a:rPr lang="zh-CN" altLang="en-US"/>
              <a:pPr>
                <a:defRPr/>
              </a:pPr>
              <a:t>2016/9/25</a:t>
            </a:fld>
            <a:endParaRPr lang="zh-CN" altLang="en-US"/>
          </a:p>
        </p:txBody>
      </p:sp>
      <p:sp>
        <p:nvSpPr>
          <p:cNvPr id="4" name="页脚占位符 4"/>
          <p:cNvSpPr>
            <a:spLocks noGrp="1"/>
          </p:cNvSpPr>
          <p:nvPr>
            <p:ph type="ftr" sz="quarter" idx="11"/>
          </p:nvPr>
        </p:nvSpPr>
        <p:spPr/>
        <p:txBody>
          <a:bodyPr/>
          <a:lstStyle>
            <a:lvl1pPr>
              <a:defRPr/>
            </a:lvl1pPr>
          </a:lstStyle>
          <a:p>
            <a:pPr>
              <a:defRPr/>
            </a:pPr>
            <a:endParaRPr lang="zh-CN" altLang="en-US"/>
          </a:p>
        </p:txBody>
      </p:sp>
      <p:sp>
        <p:nvSpPr>
          <p:cNvPr id="5" name="灯片编号占位符 5"/>
          <p:cNvSpPr>
            <a:spLocks noGrp="1"/>
          </p:cNvSpPr>
          <p:nvPr>
            <p:ph type="sldNum" sz="quarter" idx="12"/>
          </p:nvPr>
        </p:nvSpPr>
        <p:spPr/>
        <p:txBody>
          <a:bodyPr/>
          <a:lstStyle>
            <a:lvl1pPr>
              <a:defRPr/>
            </a:lvl1pPr>
          </a:lstStyle>
          <a:p>
            <a:pPr>
              <a:defRPr/>
            </a:pPr>
            <a:fld id="{FC8F0772-5D39-4BEA-A8F4-ADE305957D80}" type="slidenum">
              <a:rPr lang="zh-CN" altLang="en-US"/>
              <a:pPr>
                <a:defRPr/>
              </a:pPr>
              <a:t>‹#›</a:t>
            </a:fld>
            <a:endParaRPr lang="zh-CN" altLang="en-US"/>
          </a:p>
        </p:txBody>
      </p:sp>
    </p:spTree>
    <p:extLst>
      <p:ext uri="{BB962C8B-B14F-4D97-AF65-F5344CB8AC3E}">
        <p14:creationId xmlns:p14="http://schemas.microsoft.com/office/powerpoint/2010/main" val="649057806"/>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空白">
    <p:spTree>
      <p:nvGrpSpPr>
        <p:cNvPr id="1" name=""/>
        <p:cNvGrpSpPr/>
        <p:nvPr/>
      </p:nvGrpSpPr>
      <p:grpSpPr>
        <a:xfrm>
          <a:off x="0" y="0"/>
          <a:ext cx="0" cy="0"/>
          <a:chOff x="0" y="0"/>
          <a:chExt cx="0" cy="0"/>
        </a:xfrm>
      </p:grpSpPr>
      <p:sp>
        <p:nvSpPr>
          <p:cNvPr id="2" name="日期占位符 3"/>
          <p:cNvSpPr>
            <a:spLocks noGrp="1"/>
          </p:cNvSpPr>
          <p:nvPr>
            <p:ph type="dt" sz="half" idx="10"/>
          </p:nvPr>
        </p:nvSpPr>
        <p:spPr/>
        <p:txBody>
          <a:bodyPr/>
          <a:lstStyle>
            <a:lvl1pPr>
              <a:defRPr/>
            </a:lvl1pPr>
          </a:lstStyle>
          <a:p>
            <a:pPr>
              <a:defRPr/>
            </a:pPr>
            <a:fld id="{CBC43651-BFD1-4EB1-BD9D-DAB00AD2D408}" type="datetime1">
              <a:rPr lang="zh-CN" altLang="en-US"/>
              <a:pPr>
                <a:defRPr/>
              </a:pPr>
              <a:t>2016/9/25</a:t>
            </a:fld>
            <a:endParaRPr lang="zh-CN" altLang="en-US"/>
          </a:p>
        </p:txBody>
      </p:sp>
      <p:sp>
        <p:nvSpPr>
          <p:cNvPr id="3" name="页脚占位符 4"/>
          <p:cNvSpPr>
            <a:spLocks noGrp="1"/>
          </p:cNvSpPr>
          <p:nvPr>
            <p:ph type="ftr" sz="quarter" idx="11"/>
          </p:nvPr>
        </p:nvSpPr>
        <p:spPr/>
        <p:txBody>
          <a:bodyPr/>
          <a:lstStyle>
            <a:lvl1pPr>
              <a:defRPr/>
            </a:lvl1pPr>
          </a:lstStyle>
          <a:p>
            <a:pPr>
              <a:defRPr/>
            </a:pPr>
            <a:endParaRPr lang="zh-CN" altLang="en-US"/>
          </a:p>
        </p:txBody>
      </p:sp>
      <p:sp>
        <p:nvSpPr>
          <p:cNvPr id="4" name="灯片编号占位符 5"/>
          <p:cNvSpPr>
            <a:spLocks noGrp="1"/>
          </p:cNvSpPr>
          <p:nvPr>
            <p:ph type="sldNum" sz="quarter" idx="12"/>
          </p:nvPr>
        </p:nvSpPr>
        <p:spPr/>
        <p:txBody>
          <a:bodyPr/>
          <a:lstStyle>
            <a:lvl1pPr>
              <a:defRPr/>
            </a:lvl1pPr>
          </a:lstStyle>
          <a:p>
            <a:pPr>
              <a:defRPr/>
            </a:pPr>
            <a:fld id="{3B1C0DC5-207B-4AD9-992E-ABFA69718549}" type="slidenum">
              <a:rPr lang="zh-CN" altLang="en-US"/>
              <a:pPr>
                <a:defRPr/>
              </a:pPr>
              <a:t>‹#›</a:t>
            </a:fld>
            <a:endParaRPr lang="zh-CN" altLang="en-US"/>
          </a:p>
        </p:txBody>
      </p:sp>
    </p:spTree>
    <p:extLst>
      <p:ext uri="{BB962C8B-B14F-4D97-AF65-F5344CB8AC3E}">
        <p14:creationId xmlns:p14="http://schemas.microsoft.com/office/powerpoint/2010/main" val="2550803525"/>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内容与标题">
    <p:spTree>
      <p:nvGrpSpPr>
        <p:cNvPr id="1" name=""/>
        <p:cNvGrpSpPr/>
        <p:nvPr/>
      </p:nvGrpSpPr>
      <p:grpSpPr>
        <a:xfrm>
          <a:off x="0" y="0"/>
          <a:ext cx="0" cy="0"/>
          <a:chOff x="0" y="0"/>
          <a:chExt cx="0" cy="0"/>
        </a:xfrm>
      </p:grpSpPr>
      <p:sp>
        <p:nvSpPr>
          <p:cNvPr id="2" name="标题 1"/>
          <p:cNvSpPr>
            <a:spLocks noGrp="1"/>
          </p:cNvSpPr>
          <p:nvPr>
            <p:ph type="title"/>
          </p:nvPr>
        </p:nvSpPr>
        <p:spPr>
          <a:xfrm>
            <a:off x="457200" y="273050"/>
            <a:ext cx="3008313" cy="1162050"/>
          </a:xfrm>
        </p:spPr>
        <p:txBody>
          <a:bodyPr anchor="b"/>
          <a:lstStyle>
            <a:lvl1pPr algn="l">
              <a:defRPr sz="2000" b="1"/>
            </a:lvl1pPr>
          </a:lstStyle>
          <a:p>
            <a:r>
              <a:rPr lang="zh-CN" altLang="en-US" smtClean="0"/>
              <a:t>单击此处编辑母版标题样式</a:t>
            </a:r>
            <a:endParaRPr lang="zh-CN" altLang="en-US"/>
          </a:p>
        </p:txBody>
      </p:sp>
      <p:sp>
        <p:nvSpPr>
          <p:cNvPr id="3" name="内容占位符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zh-CN" altLang="en-US" smtClean="0"/>
              <a:t>单击此处编辑母版文本样式</a:t>
            </a:r>
          </a:p>
          <a:p>
            <a:pPr lvl="1"/>
            <a:r>
              <a:rPr lang="zh-CN" altLang="en-US" smtClean="0"/>
              <a:t>第二级</a:t>
            </a:r>
          </a:p>
          <a:p>
            <a:pPr lvl="2"/>
            <a:r>
              <a:rPr lang="zh-CN" altLang="en-US" smtClean="0"/>
              <a:t>第三级</a:t>
            </a:r>
          </a:p>
          <a:p>
            <a:pPr lvl="3"/>
            <a:r>
              <a:rPr lang="zh-CN" altLang="en-US" smtClean="0"/>
              <a:t>第四级</a:t>
            </a:r>
          </a:p>
          <a:p>
            <a:pPr lvl="4"/>
            <a:r>
              <a:rPr lang="zh-CN" altLang="en-US" smtClean="0"/>
              <a:t>第五级</a:t>
            </a:r>
            <a:endParaRPr lang="zh-CN" altLang="en-US"/>
          </a:p>
        </p:txBody>
      </p:sp>
      <p:sp>
        <p:nvSpPr>
          <p:cNvPr id="4" name="文本占位符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zh-CN" altLang="en-US" smtClean="0"/>
              <a:t>单击此处编辑母版文本样式</a:t>
            </a:r>
          </a:p>
        </p:txBody>
      </p:sp>
      <p:sp>
        <p:nvSpPr>
          <p:cNvPr id="5" name="日期占位符 3"/>
          <p:cNvSpPr>
            <a:spLocks noGrp="1"/>
          </p:cNvSpPr>
          <p:nvPr>
            <p:ph type="dt" sz="half" idx="10"/>
          </p:nvPr>
        </p:nvSpPr>
        <p:spPr/>
        <p:txBody>
          <a:bodyPr/>
          <a:lstStyle>
            <a:lvl1pPr>
              <a:defRPr/>
            </a:lvl1pPr>
          </a:lstStyle>
          <a:p>
            <a:pPr>
              <a:defRPr/>
            </a:pPr>
            <a:fld id="{2B21FC35-4EF1-4960-9EE3-033B5A68C382}" type="datetime1">
              <a:rPr lang="zh-CN" altLang="en-US"/>
              <a:pPr>
                <a:defRPr/>
              </a:pPr>
              <a:t>2016/9/25</a:t>
            </a:fld>
            <a:endParaRPr lang="zh-CN" altLang="en-US"/>
          </a:p>
        </p:txBody>
      </p:sp>
      <p:sp>
        <p:nvSpPr>
          <p:cNvPr id="6" name="页脚占位符 4"/>
          <p:cNvSpPr>
            <a:spLocks noGrp="1"/>
          </p:cNvSpPr>
          <p:nvPr>
            <p:ph type="ftr" sz="quarter" idx="11"/>
          </p:nvPr>
        </p:nvSpPr>
        <p:spPr/>
        <p:txBody>
          <a:bodyPr/>
          <a:lstStyle>
            <a:lvl1pPr>
              <a:defRPr/>
            </a:lvl1pPr>
          </a:lstStyle>
          <a:p>
            <a:pPr>
              <a:defRPr/>
            </a:pPr>
            <a:endParaRPr lang="zh-CN" altLang="en-US"/>
          </a:p>
        </p:txBody>
      </p:sp>
      <p:sp>
        <p:nvSpPr>
          <p:cNvPr id="7" name="灯片编号占位符 5"/>
          <p:cNvSpPr>
            <a:spLocks noGrp="1"/>
          </p:cNvSpPr>
          <p:nvPr>
            <p:ph type="sldNum" sz="quarter" idx="12"/>
          </p:nvPr>
        </p:nvSpPr>
        <p:spPr/>
        <p:txBody>
          <a:bodyPr/>
          <a:lstStyle>
            <a:lvl1pPr>
              <a:defRPr/>
            </a:lvl1pPr>
          </a:lstStyle>
          <a:p>
            <a:pPr>
              <a:defRPr/>
            </a:pPr>
            <a:fld id="{9C2250E9-8F22-41A0-A1D8-DEB294F57AEC}" type="slidenum">
              <a:rPr lang="zh-CN" altLang="en-US"/>
              <a:pPr>
                <a:defRPr/>
              </a:pPr>
              <a:t>‹#›</a:t>
            </a:fld>
            <a:endParaRPr lang="zh-CN" altLang="en-US"/>
          </a:p>
        </p:txBody>
      </p:sp>
    </p:spTree>
    <p:extLst>
      <p:ext uri="{BB962C8B-B14F-4D97-AF65-F5344CB8AC3E}">
        <p14:creationId xmlns:p14="http://schemas.microsoft.com/office/powerpoint/2010/main" val="2790306207"/>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图片与标题">
    <p:spTree>
      <p:nvGrpSpPr>
        <p:cNvPr id="1" name=""/>
        <p:cNvGrpSpPr/>
        <p:nvPr/>
      </p:nvGrpSpPr>
      <p:grpSpPr>
        <a:xfrm>
          <a:off x="0" y="0"/>
          <a:ext cx="0" cy="0"/>
          <a:chOff x="0" y="0"/>
          <a:chExt cx="0" cy="0"/>
        </a:xfrm>
      </p:grpSpPr>
      <p:sp>
        <p:nvSpPr>
          <p:cNvPr id="2" name="标题 1"/>
          <p:cNvSpPr>
            <a:spLocks noGrp="1"/>
          </p:cNvSpPr>
          <p:nvPr>
            <p:ph type="title"/>
          </p:nvPr>
        </p:nvSpPr>
        <p:spPr>
          <a:xfrm>
            <a:off x="1792288" y="4800600"/>
            <a:ext cx="5486400" cy="566738"/>
          </a:xfrm>
        </p:spPr>
        <p:txBody>
          <a:bodyPr anchor="b"/>
          <a:lstStyle>
            <a:lvl1pPr algn="l">
              <a:defRPr sz="2000" b="1"/>
            </a:lvl1pPr>
          </a:lstStyle>
          <a:p>
            <a:r>
              <a:rPr lang="zh-CN" altLang="en-US" smtClean="0"/>
              <a:t>单击此处编辑母版标题样式</a:t>
            </a:r>
            <a:endParaRPr lang="zh-CN" altLang="en-US"/>
          </a:p>
        </p:txBody>
      </p:sp>
      <p:sp>
        <p:nvSpPr>
          <p:cNvPr id="3" name="图片占位符 2"/>
          <p:cNvSpPr>
            <a:spLocks noGrp="1"/>
          </p:cNvSpPr>
          <p:nvPr>
            <p:ph type="pic" idx="1"/>
          </p:nvPr>
        </p:nvSpPr>
        <p:spPr>
          <a:xfrm>
            <a:off x="1792288" y="612775"/>
            <a:ext cx="5486400" cy="4114800"/>
          </a:xfrm>
        </p:spPr>
        <p:txBody>
          <a:bodyPr rtlCol="0">
            <a:normAutofit/>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pPr lvl="0"/>
            <a:endParaRPr lang="zh-CN" altLang="en-US" noProof="0"/>
          </a:p>
        </p:txBody>
      </p:sp>
      <p:sp>
        <p:nvSpPr>
          <p:cNvPr id="4" name="文本占位符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zh-CN" altLang="en-US" smtClean="0"/>
              <a:t>单击此处编辑母版文本样式</a:t>
            </a:r>
          </a:p>
        </p:txBody>
      </p:sp>
      <p:sp>
        <p:nvSpPr>
          <p:cNvPr id="5" name="日期占位符 3"/>
          <p:cNvSpPr>
            <a:spLocks noGrp="1"/>
          </p:cNvSpPr>
          <p:nvPr>
            <p:ph type="dt" sz="half" idx="10"/>
          </p:nvPr>
        </p:nvSpPr>
        <p:spPr/>
        <p:txBody>
          <a:bodyPr/>
          <a:lstStyle>
            <a:lvl1pPr>
              <a:defRPr/>
            </a:lvl1pPr>
          </a:lstStyle>
          <a:p>
            <a:pPr>
              <a:defRPr/>
            </a:pPr>
            <a:fld id="{EA45E0CB-7D64-4536-8BDF-9BF1012D00E8}" type="datetime1">
              <a:rPr lang="zh-CN" altLang="en-US"/>
              <a:pPr>
                <a:defRPr/>
              </a:pPr>
              <a:t>2016/9/25</a:t>
            </a:fld>
            <a:endParaRPr lang="zh-CN" altLang="en-US"/>
          </a:p>
        </p:txBody>
      </p:sp>
      <p:sp>
        <p:nvSpPr>
          <p:cNvPr id="6" name="页脚占位符 4"/>
          <p:cNvSpPr>
            <a:spLocks noGrp="1"/>
          </p:cNvSpPr>
          <p:nvPr>
            <p:ph type="ftr" sz="quarter" idx="11"/>
          </p:nvPr>
        </p:nvSpPr>
        <p:spPr/>
        <p:txBody>
          <a:bodyPr/>
          <a:lstStyle>
            <a:lvl1pPr>
              <a:defRPr/>
            </a:lvl1pPr>
          </a:lstStyle>
          <a:p>
            <a:pPr>
              <a:defRPr/>
            </a:pPr>
            <a:endParaRPr lang="zh-CN" altLang="en-US"/>
          </a:p>
        </p:txBody>
      </p:sp>
      <p:sp>
        <p:nvSpPr>
          <p:cNvPr id="7" name="灯片编号占位符 5"/>
          <p:cNvSpPr>
            <a:spLocks noGrp="1"/>
          </p:cNvSpPr>
          <p:nvPr>
            <p:ph type="sldNum" sz="quarter" idx="12"/>
          </p:nvPr>
        </p:nvSpPr>
        <p:spPr/>
        <p:txBody>
          <a:bodyPr/>
          <a:lstStyle>
            <a:lvl1pPr>
              <a:defRPr/>
            </a:lvl1pPr>
          </a:lstStyle>
          <a:p>
            <a:pPr>
              <a:defRPr/>
            </a:pPr>
            <a:fld id="{48CD6C5F-0601-4227-B355-93C31B7F2CF1}" type="slidenum">
              <a:rPr lang="zh-CN" altLang="en-US"/>
              <a:pPr>
                <a:defRPr/>
              </a:pPr>
              <a:t>‹#›</a:t>
            </a:fld>
            <a:endParaRPr lang="zh-CN" altLang="en-US"/>
          </a:p>
        </p:txBody>
      </p:sp>
    </p:spTree>
    <p:extLst>
      <p:ext uri="{BB962C8B-B14F-4D97-AF65-F5344CB8AC3E}">
        <p14:creationId xmlns:p14="http://schemas.microsoft.com/office/powerpoint/2010/main" val="1458067015"/>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标题和竖排文字">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smtClean="0"/>
              <a:t>单击此处编辑母版标题样式</a:t>
            </a:r>
            <a:endParaRPr lang="zh-CN" altLang="en-US"/>
          </a:p>
        </p:txBody>
      </p:sp>
      <p:sp>
        <p:nvSpPr>
          <p:cNvPr id="3" name="竖排文字占位符 2"/>
          <p:cNvSpPr>
            <a:spLocks noGrp="1"/>
          </p:cNvSpPr>
          <p:nvPr>
            <p:ph type="body" orient="vert" idx="1"/>
          </p:nvPr>
        </p:nvSpPr>
        <p:spPr/>
        <p:txBody>
          <a:bodyPr vert="eaVert"/>
          <a:lstStyle/>
          <a:p>
            <a:pPr lvl="0"/>
            <a:r>
              <a:rPr lang="zh-CN" altLang="en-US" smtClean="0"/>
              <a:t>单击此处编辑母版文本样式</a:t>
            </a:r>
          </a:p>
          <a:p>
            <a:pPr lvl="1"/>
            <a:r>
              <a:rPr lang="zh-CN" altLang="en-US" smtClean="0"/>
              <a:t>第二级</a:t>
            </a:r>
          </a:p>
          <a:p>
            <a:pPr lvl="2"/>
            <a:r>
              <a:rPr lang="zh-CN" altLang="en-US" smtClean="0"/>
              <a:t>第三级</a:t>
            </a:r>
          </a:p>
          <a:p>
            <a:pPr lvl="3"/>
            <a:r>
              <a:rPr lang="zh-CN" altLang="en-US" smtClean="0"/>
              <a:t>第四级</a:t>
            </a:r>
          </a:p>
          <a:p>
            <a:pPr lvl="4"/>
            <a:r>
              <a:rPr lang="zh-CN" altLang="en-US" smtClean="0"/>
              <a:t>第五级</a:t>
            </a:r>
            <a:endParaRPr lang="zh-CN" altLang="en-US"/>
          </a:p>
        </p:txBody>
      </p:sp>
      <p:sp>
        <p:nvSpPr>
          <p:cNvPr id="4" name="日期占位符 3"/>
          <p:cNvSpPr>
            <a:spLocks noGrp="1"/>
          </p:cNvSpPr>
          <p:nvPr>
            <p:ph type="dt" sz="half" idx="10"/>
          </p:nvPr>
        </p:nvSpPr>
        <p:spPr/>
        <p:txBody>
          <a:bodyPr/>
          <a:lstStyle>
            <a:lvl1pPr>
              <a:defRPr/>
            </a:lvl1pPr>
          </a:lstStyle>
          <a:p>
            <a:pPr>
              <a:defRPr/>
            </a:pPr>
            <a:fld id="{7C5CA59B-C66F-4B9E-AD68-83A9EA368A03}" type="datetime1">
              <a:rPr lang="zh-CN" altLang="en-US"/>
              <a:pPr>
                <a:defRPr/>
              </a:pPr>
              <a:t>2016/9/25</a:t>
            </a:fld>
            <a:endParaRPr lang="zh-CN" altLang="en-US"/>
          </a:p>
        </p:txBody>
      </p:sp>
      <p:sp>
        <p:nvSpPr>
          <p:cNvPr id="5" name="页脚占位符 4"/>
          <p:cNvSpPr>
            <a:spLocks noGrp="1"/>
          </p:cNvSpPr>
          <p:nvPr>
            <p:ph type="ftr" sz="quarter" idx="11"/>
          </p:nvPr>
        </p:nvSpPr>
        <p:spPr/>
        <p:txBody>
          <a:bodyPr/>
          <a:lstStyle>
            <a:lvl1pPr>
              <a:defRPr/>
            </a:lvl1pPr>
          </a:lstStyle>
          <a:p>
            <a:pPr>
              <a:defRPr/>
            </a:pPr>
            <a:endParaRPr lang="zh-CN" altLang="en-US"/>
          </a:p>
        </p:txBody>
      </p:sp>
      <p:sp>
        <p:nvSpPr>
          <p:cNvPr id="6" name="灯片编号占位符 5"/>
          <p:cNvSpPr>
            <a:spLocks noGrp="1"/>
          </p:cNvSpPr>
          <p:nvPr>
            <p:ph type="sldNum" sz="quarter" idx="12"/>
          </p:nvPr>
        </p:nvSpPr>
        <p:spPr/>
        <p:txBody>
          <a:bodyPr/>
          <a:lstStyle>
            <a:lvl1pPr>
              <a:defRPr/>
            </a:lvl1pPr>
          </a:lstStyle>
          <a:p>
            <a:pPr>
              <a:defRPr/>
            </a:pPr>
            <a:fld id="{24BC05ED-0824-42F5-8DA9-34015ED5D60D}" type="slidenum">
              <a:rPr lang="zh-CN" altLang="en-US"/>
              <a:pPr>
                <a:defRPr/>
              </a:pPr>
              <a:t>‹#›</a:t>
            </a:fld>
            <a:endParaRPr lang="zh-CN" altLang="en-US"/>
          </a:p>
        </p:txBody>
      </p:sp>
    </p:spTree>
    <p:extLst>
      <p:ext uri="{BB962C8B-B14F-4D97-AF65-F5344CB8AC3E}">
        <p14:creationId xmlns:p14="http://schemas.microsoft.com/office/powerpoint/2010/main" val="3097636261"/>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垂直排列标题与文本">
    <p:spTree>
      <p:nvGrpSpPr>
        <p:cNvPr id="1" name=""/>
        <p:cNvGrpSpPr/>
        <p:nvPr/>
      </p:nvGrpSpPr>
      <p:grpSpPr>
        <a:xfrm>
          <a:off x="0" y="0"/>
          <a:ext cx="0" cy="0"/>
          <a:chOff x="0" y="0"/>
          <a:chExt cx="0" cy="0"/>
        </a:xfrm>
      </p:grpSpPr>
      <p:sp>
        <p:nvSpPr>
          <p:cNvPr id="2" name="竖排标题 1"/>
          <p:cNvSpPr>
            <a:spLocks noGrp="1"/>
          </p:cNvSpPr>
          <p:nvPr>
            <p:ph type="title" orient="vert"/>
          </p:nvPr>
        </p:nvSpPr>
        <p:spPr>
          <a:xfrm>
            <a:off x="6629400" y="274638"/>
            <a:ext cx="2057400" cy="5851525"/>
          </a:xfrm>
        </p:spPr>
        <p:txBody>
          <a:bodyPr vert="eaVert"/>
          <a:lstStyle/>
          <a:p>
            <a:r>
              <a:rPr lang="zh-CN" altLang="en-US" smtClean="0"/>
              <a:t>单击此处编辑母版标题样式</a:t>
            </a:r>
            <a:endParaRPr lang="zh-CN" altLang="en-US"/>
          </a:p>
        </p:txBody>
      </p:sp>
      <p:sp>
        <p:nvSpPr>
          <p:cNvPr id="3" name="竖排文字占位符 2"/>
          <p:cNvSpPr>
            <a:spLocks noGrp="1"/>
          </p:cNvSpPr>
          <p:nvPr>
            <p:ph type="body" orient="vert" idx="1"/>
          </p:nvPr>
        </p:nvSpPr>
        <p:spPr>
          <a:xfrm>
            <a:off x="457200" y="274638"/>
            <a:ext cx="6019800" cy="5851525"/>
          </a:xfrm>
        </p:spPr>
        <p:txBody>
          <a:bodyPr vert="eaVert"/>
          <a:lstStyle/>
          <a:p>
            <a:pPr lvl="0"/>
            <a:r>
              <a:rPr lang="zh-CN" altLang="en-US" smtClean="0"/>
              <a:t>单击此处编辑母版文本样式</a:t>
            </a:r>
          </a:p>
          <a:p>
            <a:pPr lvl="1"/>
            <a:r>
              <a:rPr lang="zh-CN" altLang="en-US" smtClean="0"/>
              <a:t>第二级</a:t>
            </a:r>
          </a:p>
          <a:p>
            <a:pPr lvl="2"/>
            <a:r>
              <a:rPr lang="zh-CN" altLang="en-US" smtClean="0"/>
              <a:t>第三级</a:t>
            </a:r>
          </a:p>
          <a:p>
            <a:pPr lvl="3"/>
            <a:r>
              <a:rPr lang="zh-CN" altLang="en-US" smtClean="0"/>
              <a:t>第四级</a:t>
            </a:r>
          </a:p>
          <a:p>
            <a:pPr lvl="4"/>
            <a:r>
              <a:rPr lang="zh-CN" altLang="en-US" smtClean="0"/>
              <a:t>第五级</a:t>
            </a:r>
            <a:endParaRPr lang="zh-CN" altLang="en-US"/>
          </a:p>
        </p:txBody>
      </p:sp>
      <p:sp>
        <p:nvSpPr>
          <p:cNvPr id="4" name="日期占位符 3"/>
          <p:cNvSpPr>
            <a:spLocks noGrp="1"/>
          </p:cNvSpPr>
          <p:nvPr>
            <p:ph type="dt" sz="half" idx="10"/>
          </p:nvPr>
        </p:nvSpPr>
        <p:spPr/>
        <p:txBody>
          <a:bodyPr/>
          <a:lstStyle>
            <a:lvl1pPr>
              <a:defRPr/>
            </a:lvl1pPr>
          </a:lstStyle>
          <a:p>
            <a:pPr>
              <a:defRPr/>
            </a:pPr>
            <a:fld id="{FB6A2E8B-713A-4E5E-BC72-8DF407D57DD9}" type="datetime1">
              <a:rPr lang="zh-CN" altLang="en-US"/>
              <a:pPr>
                <a:defRPr/>
              </a:pPr>
              <a:t>2016/9/25</a:t>
            </a:fld>
            <a:endParaRPr lang="zh-CN" altLang="en-US"/>
          </a:p>
        </p:txBody>
      </p:sp>
      <p:sp>
        <p:nvSpPr>
          <p:cNvPr id="5" name="页脚占位符 4"/>
          <p:cNvSpPr>
            <a:spLocks noGrp="1"/>
          </p:cNvSpPr>
          <p:nvPr>
            <p:ph type="ftr" sz="quarter" idx="11"/>
          </p:nvPr>
        </p:nvSpPr>
        <p:spPr/>
        <p:txBody>
          <a:bodyPr/>
          <a:lstStyle>
            <a:lvl1pPr>
              <a:defRPr/>
            </a:lvl1pPr>
          </a:lstStyle>
          <a:p>
            <a:pPr>
              <a:defRPr/>
            </a:pPr>
            <a:endParaRPr lang="zh-CN" altLang="en-US"/>
          </a:p>
        </p:txBody>
      </p:sp>
      <p:sp>
        <p:nvSpPr>
          <p:cNvPr id="6" name="灯片编号占位符 5"/>
          <p:cNvSpPr>
            <a:spLocks noGrp="1"/>
          </p:cNvSpPr>
          <p:nvPr>
            <p:ph type="sldNum" sz="quarter" idx="12"/>
          </p:nvPr>
        </p:nvSpPr>
        <p:spPr/>
        <p:txBody>
          <a:bodyPr/>
          <a:lstStyle>
            <a:lvl1pPr>
              <a:defRPr/>
            </a:lvl1pPr>
          </a:lstStyle>
          <a:p>
            <a:pPr>
              <a:defRPr/>
            </a:pPr>
            <a:fld id="{6F0BEAEC-E40E-45C4-AB42-0B18A4FDFBC1}" type="slidenum">
              <a:rPr lang="zh-CN" altLang="en-US"/>
              <a:pPr>
                <a:defRPr/>
              </a:pPr>
              <a:t>‹#›</a:t>
            </a:fld>
            <a:endParaRPr lang="zh-CN" altLang="en-US"/>
          </a:p>
        </p:txBody>
      </p:sp>
    </p:spTree>
    <p:extLst>
      <p:ext uri="{BB962C8B-B14F-4D97-AF65-F5344CB8AC3E}">
        <p14:creationId xmlns:p14="http://schemas.microsoft.com/office/powerpoint/2010/main" val="2992714343"/>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image" Target="../media/image1.jpeg"/><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image" Target="../media/image2.png"/></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1026" name="标题占位符 1"/>
          <p:cNvSpPr>
            <a:spLocks noGrp="1"/>
          </p:cNvSpPr>
          <p:nvPr>
            <p:ph type="title"/>
          </p:nvPr>
        </p:nvSpPr>
        <p:spPr bwMode="auto">
          <a:xfrm>
            <a:off x="107950" y="44450"/>
            <a:ext cx="7343775" cy="9366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ctr" anchorCtr="0" compatLnSpc="1">
            <a:prstTxWarp prst="textNoShape">
              <a:avLst/>
            </a:prstTxWarp>
          </a:bodyPr>
          <a:lstStyle/>
          <a:p>
            <a:pPr lvl="0"/>
            <a:r>
              <a:rPr lang="zh-CN" altLang="en-US" smtClean="0"/>
              <a:t>单击此处编辑母版标题样式</a:t>
            </a:r>
          </a:p>
        </p:txBody>
      </p:sp>
      <p:sp>
        <p:nvSpPr>
          <p:cNvPr id="1027" name="文本占位符 2"/>
          <p:cNvSpPr>
            <a:spLocks noGrp="1"/>
          </p:cNvSpPr>
          <p:nvPr>
            <p:ph type="body" idx="1"/>
          </p:nvPr>
        </p:nvSpPr>
        <p:spPr bwMode="auto">
          <a:xfrm>
            <a:off x="107950" y="1125538"/>
            <a:ext cx="8928100" cy="495776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pPr lvl="0"/>
            <a:r>
              <a:rPr lang="zh-CN" altLang="en-US" smtClean="0"/>
              <a:t>单击此处编辑母版文本样式</a:t>
            </a:r>
          </a:p>
          <a:p>
            <a:pPr lvl="1"/>
            <a:r>
              <a:rPr lang="zh-CN" altLang="en-US" smtClean="0"/>
              <a:t>第二级</a:t>
            </a:r>
          </a:p>
          <a:p>
            <a:pPr lvl="2"/>
            <a:r>
              <a:rPr lang="zh-CN" altLang="en-US" smtClean="0"/>
              <a:t>第三级</a:t>
            </a:r>
          </a:p>
          <a:p>
            <a:pPr lvl="3"/>
            <a:r>
              <a:rPr lang="zh-CN" altLang="en-US" smtClean="0"/>
              <a:t>第四级</a:t>
            </a:r>
          </a:p>
          <a:p>
            <a:pPr lvl="4"/>
            <a:r>
              <a:rPr lang="zh-CN" altLang="en-US" smtClean="0"/>
              <a:t>第五级</a:t>
            </a:r>
          </a:p>
        </p:txBody>
      </p:sp>
      <p:sp>
        <p:nvSpPr>
          <p:cNvPr id="4" name="日期占位符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fontAlgn="auto">
              <a:spcBef>
                <a:spcPts val="0"/>
              </a:spcBef>
              <a:spcAft>
                <a:spcPts val="0"/>
              </a:spcAft>
              <a:defRPr sz="1200">
                <a:solidFill>
                  <a:schemeClr val="tx1">
                    <a:tint val="75000"/>
                  </a:schemeClr>
                </a:solidFill>
                <a:latin typeface="+mn-lt"/>
                <a:ea typeface="+mn-ea"/>
              </a:defRPr>
            </a:lvl1pPr>
          </a:lstStyle>
          <a:p>
            <a:pPr>
              <a:defRPr/>
            </a:pPr>
            <a:fld id="{E41D0B39-66BD-434A-9B73-F9A784F7A975}" type="datetime1">
              <a:rPr lang="zh-CN" altLang="en-US"/>
              <a:pPr>
                <a:defRPr/>
              </a:pPr>
              <a:t>2016/9/25</a:t>
            </a:fld>
            <a:endParaRPr lang="zh-CN" altLang="en-US"/>
          </a:p>
        </p:txBody>
      </p:sp>
      <p:sp>
        <p:nvSpPr>
          <p:cNvPr id="5" name="页脚占位符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fontAlgn="auto">
              <a:spcBef>
                <a:spcPts val="0"/>
              </a:spcBef>
              <a:spcAft>
                <a:spcPts val="0"/>
              </a:spcAft>
              <a:defRPr sz="1200">
                <a:solidFill>
                  <a:schemeClr val="tx1">
                    <a:tint val="75000"/>
                  </a:schemeClr>
                </a:solidFill>
                <a:latin typeface="+mn-lt"/>
                <a:ea typeface="+mn-ea"/>
              </a:defRPr>
            </a:lvl1pPr>
          </a:lstStyle>
          <a:p>
            <a:pPr>
              <a:defRPr/>
            </a:pPr>
            <a:endParaRPr lang="zh-CN" altLang="en-US"/>
          </a:p>
        </p:txBody>
      </p:sp>
      <p:sp>
        <p:nvSpPr>
          <p:cNvPr id="6" name="灯片编号占位符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fontAlgn="auto">
              <a:spcBef>
                <a:spcPts val="0"/>
              </a:spcBef>
              <a:spcAft>
                <a:spcPts val="0"/>
              </a:spcAft>
              <a:defRPr sz="1200">
                <a:solidFill>
                  <a:schemeClr val="tx1">
                    <a:tint val="75000"/>
                  </a:schemeClr>
                </a:solidFill>
                <a:latin typeface="+mn-lt"/>
                <a:ea typeface="+mn-ea"/>
              </a:defRPr>
            </a:lvl1pPr>
          </a:lstStyle>
          <a:p>
            <a:pPr>
              <a:defRPr/>
            </a:pPr>
            <a:fld id="{09CBEADE-2D8E-4469-BD6E-1ECD5309B3ED}" type="slidenum">
              <a:rPr lang="zh-CN" altLang="en-US"/>
              <a:pPr>
                <a:defRPr/>
              </a:pPr>
              <a:t>‹#›</a:t>
            </a:fld>
            <a:endParaRPr lang="zh-CN" altLang="en-US"/>
          </a:p>
        </p:txBody>
      </p:sp>
      <p:pic>
        <p:nvPicPr>
          <p:cNvPr id="1031" name="图片 13"/>
          <p:cNvPicPr>
            <a:picLocks noChangeAspect="1"/>
          </p:cNvPicPr>
          <p:nvPr userDrawn="1"/>
        </p:nvPicPr>
        <p:blipFill>
          <a:blip r:embed="rId13">
            <a:extLst>
              <a:ext uri="{28A0092B-C50C-407E-A947-70E740481C1C}">
                <a14:useLocalDpi xmlns:a14="http://schemas.microsoft.com/office/drawing/2010/main" val="0"/>
              </a:ext>
            </a:extLst>
          </a:blip>
          <a:srcRect/>
          <a:stretch>
            <a:fillRect/>
          </a:stretch>
        </p:blipFill>
        <p:spPr bwMode="auto">
          <a:xfrm>
            <a:off x="12700" y="6165850"/>
            <a:ext cx="9144000" cy="7191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15" name="Line 41"/>
          <p:cNvSpPr>
            <a:spLocks noChangeShapeType="1"/>
          </p:cNvSpPr>
          <p:nvPr userDrawn="1"/>
        </p:nvSpPr>
        <p:spPr bwMode="auto">
          <a:xfrm>
            <a:off x="179388" y="836613"/>
            <a:ext cx="7272337" cy="0"/>
          </a:xfrm>
          <a:prstGeom prst="line">
            <a:avLst/>
          </a:prstGeom>
          <a:ln>
            <a:headEnd/>
            <a:tailEnd/>
          </a:ln>
        </p:spPr>
        <p:style>
          <a:lnRef idx="2">
            <a:schemeClr val="dk1"/>
          </a:lnRef>
          <a:fillRef idx="0">
            <a:schemeClr val="dk1"/>
          </a:fillRef>
          <a:effectRef idx="1">
            <a:schemeClr val="dk1"/>
          </a:effectRef>
          <a:fontRef idx="minor">
            <a:schemeClr val="tx1"/>
          </a:fontRef>
        </p:style>
        <p:txBody>
          <a:bodyPr/>
          <a:lstStyle/>
          <a:p>
            <a:pPr fontAlgn="auto">
              <a:spcBef>
                <a:spcPts val="0"/>
              </a:spcBef>
              <a:spcAft>
                <a:spcPts val="0"/>
              </a:spcAft>
              <a:defRPr/>
            </a:pPr>
            <a:endParaRPr lang="zh-CN" altLang="en-US"/>
          </a:p>
        </p:txBody>
      </p:sp>
      <p:pic>
        <p:nvPicPr>
          <p:cNvPr id="1033" name="图片 15"/>
          <p:cNvPicPr>
            <a:picLocks noChangeAspect="1"/>
          </p:cNvPicPr>
          <p:nvPr userDrawn="1"/>
        </p:nvPicPr>
        <p:blipFill>
          <a:blip r:embed="rId14">
            <a:extLst>
              <a:ext uri="{28A0092B-C50C-407E-A947-70E740481C1C}">
                <a14:useLocalDpi xmlns:a14="http://schemas.microsoft.com/office/drawing/2010/main" val="0"/>
              </a:ext>
            </a:extLst>
          </a:blip>
          <a:srcRect/>
          <a:stretch>
            <a:fillRect/>
          </a:stretch>
        </p:blipFill>
        <p:spPr bwMode="auto">
          <a:xfrm>
            <a:off x="8105775" y="44450"/>
            <a:ext cx="1003300" cy="8636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cSld>
  <p:clrMap bg1="lt1" tx1="dk1" bg2="lt2" tx2="dk2" accent1="accent1" accent2="accent2" accent3="accent3" accent4="accent4" accent5="accent5" accent6="accent6" hlink="hlink" folHlink="folHlink"/>
  <p:sldLayoutIdLst>
    <p:sldLayoutId id="2147483755" r:id="rId1"/>
    <p:sldLayoutId id="2147483745" r:id="rId2"/>
    <p:sldLayoutId id="2147483746" r:id="rId3"/>
    <p:sldLayoutId id="2147483747" r:id="rId4"/>
    <p:sldLayoutId id="2147483748" r:id="rId5"/>
    <p:sldLayoutId id="2147483749" r:id="rId6"/>
    <p:sldLayoutId id="2147483750" r:id="rId7"/>
    <p:sldLayoutId id="2147483751" r:id="rId8"/>
    <p:sldLayoutId id="2147483752" r:id="rId9"/>
    <p:sldLayoutId id="2147483753" r:id="rId10"/>
    <p:sldLayoutId id="2147483754" r:id="rId11"/>
  </p:sldLayoutIdLst>
  <p:hf hdr="0" ftr="0" dt="0"/>
  <p:txStyles>
    <p:titleStyle>
      <a:lvl1pPr algn="l" rtl="0" eaLnBrk="0" fontAlgn="base" hangingPunct="0">
        <a:spcBef>
          <a:spcPct val="0"/>
        </a:spcBef>
        <a:spcAft>
          <a:spcPct val="0"/>
        </a:spcAft>
        <a:defRPr sz="3600" b="1" kern="1200">
          <a:solidFill>
            <a:srgbClr val="002060"/>
          </a:solidFill>
          <a:latin typeface="Calibri" panose="020F0502020204030204" pitchFamily="34" charset="0"/>
          <a:ea typeface="楷体_GB2312" panose="02010609030101010101" pitchFamily="49" charset="-122"/>
          <a:cs typeface="+mj-cs"/>
        </a:defRPr>
      </a:lvl1pPr>
      <a:lvl2pPr algn="l" rtl="0" eaLnBrk="0" fontAlgn="base" hangingPunct="0">
        <a:spcBef>
          <a:spcPct val="0"/>
        </a:spcBef>
        <a:spcAft>
          <a:spcPct val="0"/>
        </a:spcAft>
        <a:defRPr sz="3600" b="1">
          <a:solidFill>
            <a:srgbClr val="002060"/>
          </a:solidFill>
          <a:latin typeface="Calibri" pitchFamily="34" charset="0"/>
          <a:ea typeface="楷体_GB2312" pitchFamily="49" charset="-122"/>
        </a:defRPr>
      </a:lvl2pPr>
      <a:lvl3pPr algn="l" rtl="0" eaLnBrk="0" fontAlgn="base" hangingPunct="0">
        <a:spcBef>
          <a:spcPct val="0"/>
        </a:spcBef>
        <a:spcAft>
          <a:spcPct val="0"/>
        </a:spcAft>
        <a:defRPr sz="3600" b="1">
          <a:solidFill>
            <a:srgbClr val="002060"/>
          </a:solidFill>
          <a:latin typeface="Calibri" pitchFamily="34" charset="0"/>
          <a:ea typeface="楷体_GB2312" pitchFamily="49" charset="-122"/>
        </a:defRPr>
      </a:lvl3pPr>
      <a:lvl4pPr algn="l" rtl="0" eaLnBrk="0" fontAlgn="base" hangingPunct="0">
        <a:spcBef>
          <a:spcPct val="0"/>
        </a:spcBef>
        <a:spcAft>
          <a:spcPct val="0"/>
        </a:spcAft>
        <a:defRPr sz="3600" b="1">
          <a:solidFill>
            <a:srgbClr val="002060"/>
          </a:solidFill>
          <a:latin typeface="Calibri" pitchFamily="34" charset="0"/>
          <a:ea typeface="楷体_GB2312" pitchFamily="49" charset="-122"/>
        </a:defRPr>
      </a:lvl4pPr>
      <a:lvl5pPr algn="l" rtl="0" eaLnBrk="0" fontAlgn="base" hangingPunct="0">
        <a:spcBef>
          <a:spcPct val="0"/>
        </a:spcBef>
        <a:spcAft>
          <a:spcPct val="0"/>
        </a:spcAft>
        <a:defRPr sz="3600" b="1">
          <a:solidFill>
            <a:srgbClr val="002060"/>
          </a:solidFill>
          <a:latin typeface="Calibri" pitchFamily="34" charset="0"/>
          <a:ea typeface="楷体_GB2312" pitchFamily="49" charset="-122"/>
        </a:defRPr>
      </a:lvl5pPr>
      <a:lvl6pPr marL="457200" algn="l" rtl="0" fontAlgn="base">
        <a:spcBef>
          <a:spcPct val="0"/>
        </a:spcBef>
        <a:spcAft>
          <a:spcPct val="0"/>
        </a:spcAft>
        <a:defRPr sz="3600" b="1">
          <a:solidFill>
            <a:srgbClr val="002060"/>
          </a:solidFill>
          <a:latin typeface="Calibri" pitchFamily="34" charset="0"/>
          <a:ea typeface="楷体_GB2312" pitchFamily="49" charset="-122"/>
        </a:defRPr>
      </a:lvl6pPr>
      <a:lvl7pPr marL="914400" algn="l" rtl="0" fontAlgn="base">
        <a:spcBef>
          <a:spcPct val="0"/>
        </a:spcBef>
        <a:spcAft>
          <a:spcPct val="0"/>
        </a:spcAft>
        <a:defRPr sz="3600" b="1">
          <a:solidFill>
            <a:srgbClr val="002060"/>
          </a:solidFill>
          <a:latin typeface="Calibri" pitchFamily="34" charset="0"/>
          <a:ea typeface="楷体_GB2312" pitchFamily="49" charset="-122"/>
        </a:defRPr>
      </a:lvl7pPr>
      <a:lvl8pPr marL="1371600" algn="l" rtl="0" fontAlgn="base">
        <a:spcBef>
          <a:spcPct val="0"/>
        </a:spcBef>
        <a:spcAft>
          <a:spcPct val="0"/>
        </a:spcAft>
        <a:defRPr sz="3600" b="1">
          <a:solidFill>
            <a:srgbClr val="002060"/>
          </a:solidFill>
          <a:latin typeface="Calibri" pitchFamily="34" charset="0"/>
          <a:ea typeface="楷体_GB2312" pitchFamily="49" charset="-122"/>
        </a:defRPr>
      </a:lvl8pPr>
      <a:lvl9pPr marL="1828800" algn="l" rtl="0" fontAlgn="base">
        <a:spcBef>
          <a:spcPct val="0"/>
        </a:spcBef>
        <a:spcAft>
          <a:spcPct val="0"/>
        </a:spcAft>
        <a:defRPr sz="3600" b="1">
          <a:solidFill>
            <a:srgbClr val="002060"/>
          </a:solidFill>
          <a:latin typeface="Calibri" pitchFamily="34" charset="0"/>
          <a:ea typeface="楷体_GB2312" pitchFamily="49" charset="-122"/>
        </a:defRPr>
      </a:lvl9pPr>
    </p:titleStyle>
    <p:bodyStyle>
      <a:lvl1pPr marL="342900" indent="-342900" algn="l" rtl="0" eaLnBrk="0" fontAlgn="base" hangingPunct="0">
        <a:spcBef>
          <a:spcPct val="20000"/>
        </a:spcBef>
        <a:spcAft>
          <a:spcPct val="0"/>
        </a:spcAft>
        <a:buFont typeface="Wingdings" pitchFamily="2" charset="2"/>
        <a:buChar char="Ø"/>
        <a:defRPr sz="3200" kern="1200">
          <a:solidFill>
            <a:srgbClr val="4F6228"/>
          </a:solidFill>
          <a:latin typeface="Calibri" panose="020F0502020204030204" pitchFamily="34" charset="0"/>
          <a:ea typeface="楷体_GB2312" panose="02010609030101010101" pitchFamily="49" charset="-122"/>
          <a:cs typeface="+mn-cs"/>
        </a:defRPr>
      </a:lvl1pPr>
      <a:lvl2pPr marL="742950" indent="-285750" algn="l" rtl="0" eaLnBrk="0" fontAlgn="base" hangingPunct="0">
        <a:spcBef>
          <a:spcPct val="20000"/>
        </a:spcBef>
        <a:spcAft>
          <a:spcPct val="0"/>
        </a:spcAft>
        <a:buFont typeface="Wingdings" pitchFamily="2" charset="2"/>
        <a:buChar char="ü"/>
        <a:defRPr sz="2800" kern="1200">
          <a:solidFill>
            <a:srgbClr val="4F6228"/>
          </a:solidFill>
          <a:latin typeface="Calibri" panose="020F0502020204030204" pitchFamily="34" charset="0"/>
          <a:ea typeface="楷体_GB2312" panose="02010609030101010101" pitchFamily="49" charset="-122"/>
          <a:cs typeface="+mn-cs"/>
        </a:defRPr>
      </a:lvl2pPr>
      <a:lvl3pPr marL="1143000" indent="-228600" algn="l" rtl="0" eaLnBrk="0" fontAlgn="base" hangingPunct="0">
        <a:spcBef>
          <a:spcPct val="20000"/>
        </a:spcBef>
        <a:spcAft>
          <a:spcPct val="0"/>
        </a:spcAft>
        <a:buFont typeface="Arial" charset="0"/>
        <a:buChar char="•"/>
        <a:defRPr sz="2400" kern="1200">
          <a:solidFill>
            <a:srgbClr val="4F6228"/>
          </a:solidFill>
          <a:latin typeface="Calibri" panose="020F0502020204030204" pitchFamily="34" charset="0"/>
          <a:ea typeface="楷体_GB2312" panose="02010609030101010101" pitchFamily="49" charset="-122"/>
          <a:cs typeface="+mn-cs"/>
        </a:defRPr>
      </a:lvl3pPr>
      <a:lvl4pPr marL="1600200" indent="-228600" algn="l" rtl="0" eaLnBrk="0" fontAlgn="base" hangingPunct="0">
        <a:spcBef>
          <a:spcPct val="20000"/>
        </a:spcBef>
        <a:spcAft>
          <a:spcPct val="0"/>
        </a:spcAft>
        <a:buFont typeface="Arial" charset="0"/>
        <a:buChar char="–"/>
        <a:defRPr sz="2000" kern="1200">
          <a:solidFill>
            <a:schemeClr val="tx1"/>
          </a:solidFill>
          <a:latin typeface="+mn-lt"/>
          <a:ea typeface="+mn-ea"/>
          <a:cs typeface="+mn-cs"/>
        </a:defRPr>
      </a:lvl4pPr>
      <a:lvl5pPr marL="2057400" indent="-228600" algn="l" rtl="0" eaLnBrk="0" fontAlgn="base" hangingPunct="0">
        <a:spcBef>
          <a:spcPct val="20000"/>
        </a:spcBef>
        <a:spcAft>
          <a:spcPct val="0"/>
        </a:spcAft>
        <a:buFont typeface="Arial"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3" Type="http://schemas.openxmlformats.org/officeDocument/2006/relationships/oleObject" Target="../embeddings/oleObject1.bin"/><Relationship Id="rId2" Type="http://schemas.openxmlformats.org/officeDocument/2006/relationships/slideLayout" Target="../slideLayouts/slideLayout2.xml"/><Relationship Id="rId1" Type="http://schemas.openxmlformats.org/officeDocument/2006/relationships/vmlDrawing" Target="../drawings/vmlDrawing1.vml"/><Relationship Id="rId4" Type="http://schemas.openxmlformats.org/officeDocument/2006/relationships/image" Target="../media/image4.emf"/></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2" Type="http://schemas.openxmlformats.org/officeDocument/2006/relationships/image" Target="../media/image5.wmf"/><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3" Type="http://schemas.openxmlformats.org/officeDocument/2006/relationships/image" Target="../media/image6.wmf"/><Relationship Id="rId2" Type="http://schemas.openxmlformats.org/officeDocument/2006/relationships/notesSlide" Target="../notesSlides/notesSlide5.xml"/><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2" Type="http://schemas.openxmlformats.org/officeDocument/2006/relationships/image" Target="../media/image7.wmf"/><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2" Type="http://schemas.openxmlformats.org/officeDocument/2006/relationships/image" Target="../media/image8.png"/><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2" Type="http://schemas.openxmlformats.org/officeDocument/2006/relationships/image" Target="../media/image9.png"/><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8" Type="http://schemas.openxmlformats.org/officeDocument/2006/relationships/image" Target="../media/image12.emf"/><Relationship Id="rId3" Type="http://schemas.openxmlformats.org/officeDocument/2006/relationships/oleObject" Target="../embeddings/oleObject2.bin"/><Relationship Id="rId7" Type="http://schemas.openxmlformats.org/officeDocument/2006/relationships/oleObject" Target="../embeddings/oleObject4.bin"/><Relationship Id="rId2" Type="http://schemas.openxmlformats.org/officeDocument/2006/relationships/slideLayout" Target="../slideLayouts/slideLayout2.xml"/><Relationship Id="rId1" Type="http://schemas.openxmlformats.org/officeDocument/2006/relationships/vmlDrawing" Target="../drawings/vmlDrawing2.vml"/><Relationship Id="rId6" Type="http://schemas.openxmlformats.org/officeDocument/2006/relationships/image" Target="../media/image11.emf"/><Relationship Id="rId5" Type="http://schemas.openxmlformats.org/officeDocument/2006/relationships/oleObject" Target="../embeddings/oleObject3.bin"/><Relationship Id="rId4" Type="http://schemas.openxmlformats.org/officeDocument/2006/relationships/image" Target="../media/image10.emf"/></Relationships>
</file>

<file path=ppt/slides/_rels/slide19.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2.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8.xml.rels><?xml version="1.0" encoding="UTF-8" standalone="yes"?>
<Relationships xmlns="http://schemas.openxmlformats.org/package/2006/relationships"><Relationship Id="rId2" Type="http://schemas.openxmlformats.org/officeDocument/2006/relationships/notesSlide" Target="../notesSlides/notesSlide12.xml"/><Relationship Id="rId1" Type="http://schemas.openxmlformats.org/officeDocument/2006/relationships/slideLayout" Target="../slideLayouts/slideLayout2.xml"/></Relationships>
</file>

<file path=ppt/slides/_rels/slide29.xml.rels><?xml version="1.0" encoding="UTF-8" standalone="yes"?>
<Relationships xmlns="http://schemas.openxmlformats.org/package/2006/relationships"><Relationship Id="rId2" Type="http://schemas.openxmlformats.org/officeDocument/2006/relationships/notesSlide" Target="../notesSlides/notesSlide13.xml"/><Relationship Id="rId1" Type="http://schemas.openxmlformats.org/officeDocument/2006/relationships/slideLayout" Target="../slideLayouts/slideLayout2.xml"/></Relationships>
</file>

<file path=ppt/slides/_rels/slide30.xml.rels><?xml version="1.0" encoding="UTF-8" standalone="yes"?>
<Relationships xmlns="http://schemas.openxmlformats.org/package/2006/relationships"><Relationship Id="rId2" Type="http://schemas.openxmlformats.org/officeDocument/2006/relationships/image" Target="../media/image13.png"/><Relationship Id="rId1" Type="http://schemas.openxmlformats.org/officeDocument/2006/relationships/slideLayout" Target="../slideLayouts/slideLayout2.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3.xml.rels><?xml version="1.0" encoding="UTF-8" standalone="yes"?>
<Relationships xmlns="http://schemas.openxmlformats.org/package/2006/relationships"><Relationship Id="rId2" Type="http://schemas.openxmlformats.org/officeDocument/2006/relationships/notesSlide" Target="../notesSlides/notesSlide14.xml"/><Relationship Id="rId1" Type="http://schemas.openxmlformats.org/officeDocument/2006/relationships/slideLayout" Target="../slideLayouts/slideLayout2.xml"/></Relationships>
</file>

<file path=ppt/slides/_rels/slide34.xml.rels><?xml version="1.0" encoding="UTF-8" standalone="yes"?>
<Relationships xmlns="http://schemas.openxmlformats.org/package/2006/relationships"><Relationship Id="rId2" Type="http://schemas.openxmlformats.org/officeDocument/2006/relationships/notesSlide" Target="../notesSlides/notesSlide15.xml"/><Relationship Id="rId1" Type="http://schemas.openxmlformats.org/officeDocument/2006/relationships/slideLayout" Target="../slideLayouts/slideLayout2.xml"/></Relationships>
</file>

<file path=ppt/slides/_rels/slide35.xml.rels><?xml version="1.0" encoding="UTF-8" standalone="yes"?>
<Relationships xmlns="http://schemas.openxmlformats.org/package/2006/relationships"><Relationship Id="rId2" Type="http://schemas.openxmlformats.org/officeDocument/2006/relationships/notesSlide" Target="../notesSlides/notesSlide16.xml"/><Relationship Id="rId1" Type="http://schemas.openxmlformats.org/officeDocument/2006/relationships/slideLayout" Target="../slideLayouts/slideLayout2.xml"/></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8.xml.rels><?xml version="1.0" encoding="UTF-8" standalone="yes"?>
<Relationships xmlns="http://schemas.openxmlformats.org/package/2006/relationships"><Relationship Id="rId2" Type="http://schemas.openxmlformats.org/officeDocument/2006/relationships/notesSlide" Target="../notesSlides/notesSlide17.xml"/><Relationship Id="rId1" Type="http://schemas.openxmlformats.org/officeDocument/2006/relationships/slideLayout" Target="../slideLayouts/slideLayout2.xml"/></Relationships>
</file>

<file path=ppt/slides/_rels/slide39.xml.rels><?xml version="1.0" encoding="UTF-8" standalone="yes"?>
<Relationships xmlns="http://schemas.openxmlformats.org/package/2006/relationships"><Relationship Id="rId3" Type="http://schemas.openxmlformats.org/officeDocument/2006/relationships/image" Target="../media/image15.png"/><Relationship Id="rId2" Type="http://schemas.openxmlformats.org/officeDocument/2006/relationships/image" Target="../media/image14.png"/><Relationship Id="rId1" Type="http://schemas.openxmlformats.org/officeDocument/2006/relationships/slideLayout" Target="../slideLayouts/slideLayout2.xml"/></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1.xml.rels><?xml version="1.0" encoding="UTF-8" standalone="yes"?>
<Relationships xmlns="http://schemas.openxmlformats.org/package/2006/relationships"><Relationship Id="rId3" Type="http://schemas.openxmlformats.org/officeDocument/2006/relationships/image" Target="../media/image16.png"/><Relationship Id="rId2" Type="http://schemas.openxmlformats.org/officeDocument/2006/relationships/notesSlide" Target="../notesSlides/notesSlide18.xml"/><Relationship Id="rId1" Type="http://schemas.openxmlformats.org/officeDocument/2006/relationships/slideLayout" Target="../slideLayouts/slideLayout2.xml"/></Relationships>
</file>

<file path=ppt/slides/_rels/slide4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4.xml.rels><?xml version="1.0" encoding="UTF-8" standalone="yes"?>
<Relationships xmlns="http://schemas.openxmlformats.org/package/2006/relationships"><Relationship Id="rId2" Type="http://schemas.openxmlformats.org/officeDocument/2006/relationships/image" Target="../media/image17.png"/><Relationship Id="rId1" Type="http://schemas.openxmlformats.org/officeDocument/2006/relationships/slideLayout" Target="../slideLayouts/slideLayout2.xml"/></Relationships>
</file>

<file path=ppt/slides/_rels/slide4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8.xml.rels><?xml version="1.0" encoding="UTF-8" standalone="yes"?>
<Relationships xmlns="http://schemas.openxmlformats.org/package/2006/relationships"><Relationship Id="rId2" Type="http://schemas.openxmlformats.org/officeDocument/2006/relationships/notesSlide" Target="../notesSlides/notesSlide19.xml"/><Relationship Id="rId1" Type="http://schemas.openxmlformats.org/officeDocument/2006/relationships/slideLayout" Target="../slideLayouts/slideLayout2.xml"/></Relationships>
</file>

<file path=ppt/slides/_rels/slide49.xml.rels><?xml version="1.0" encoding="UTF-8" standalone="yes"?>
<Relationships xmlns="http://schemas.openxmlformats.org/package/2006/relationships"><Relationship Id="rId2" Type="http://schemas.openxmlformats.org/officeDocument/2006/relationships/notesSlide" Target="../notesSlides/notesSlide20.xml"/><Relationship Id="rId1" Type="http://schemas.openxmlformats.org/officeDocument/2006/relationships/slideLayout" Target="../slideLayouts/slideLayout2.xml"/></Relationships>
</file>

<file path=ppt/slides/_rels/slide50.xml.rels><?xml version="1.0" encoding="UTF-8" standalone="yes"?>
<Relationships xmlns="http://schemas.openxmlformats.org/package/2006/relationships"><Relationship Id="rId2" Type="http://schemas.openxmlformats.org/officeDocument/2006/relationships/notesSlide" Target="../notesSlides/notesSlide21.xml"/><Relationship Id="rId1" Type="http://schemas.openxmlformats.org/officeDocument/2006/relationships/slideLayout" Target="../slideLayouts/slideLayout2.xml"/></Relationships>
</file>

<file path=ppt/slides/_rels/slide5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3.xml.rels><?xml version="1.0" encoding="UTF-8" standalone="yes"?>
<Relationships xmlns="http://schemas.openxmlformats.org/package/2006/relationships"><Relationship Id="rId2" Type="http://schemas.openxmlformats.org/officeDocument/2006/relationships/notesSlide" Target="../notesSlides/notesSlide22.xml"/><Relationship Id="rId1" Type="http://schemas.openxmlformats.org/officeDocument/2006/relationships/slideLayout" Target="../slideLayouts/slideLayout2.xml"/></Relationships>
</file>

<file path=ppt/slides/_rels/slide54.xml.rels><?xml version="1.0" encoding="UTF-8" standalone="yes"?>
<Relationships xmlns="http://schemas.openxmlformats.org/package/2006/relationships"><Relationship Id="rId3" Type="http://schemas.openxmlformats.org/officeDocument/2006/relationships/image" Target="../media/image18.png"/><Relationship Id="rId2" Type="http://schemas.openxmlformats.org/officeDocument/2006/relationships/notesSlide" Target="../notesSlides/notesSlide23.xml"/><Relationship Id="rId1" Type="http://schemas.openxmlformats.org/officeDocument/2006/relationships/slideLayout" Target="../slideLayouts/slideLayout2.xml"/></Relationships>
</file>

<file path=ppt/slides/_rels/slide55.xml.rels><?xml version="1.0" encoding="UTF-8" standalone="yes"?>
<Relationships xmlns="http://schemas.openxmlformats.org/package/2006/relationships"><Relationship Id="rId2" Type="http://schemas.openxmlformats.org/officeDocument/2006/relationships/notesSlide" Target="../notesSlides/notesSlide24.xml"/><Relationship Id="rId1" Type="http://schemas.openxmlformats.org/officeDocument/2006/relationships/slideLayout" Target="../slideLayouts/slideLayout2.xml"/></Relationships>
</file>

<file path=ppt/slides/_rels/slide56.xml.rels><?xml version="1.0" encoding="UTF-8" standalone="yes"?>
<Relationships xmlns="http://schemas.openxmlformats.org/package/2006/relationships"><Relationship Id="rId3" Type="http://schemas.openxmlformats.org/officeDocument/2006/relationships/image" Target="../media/image19.png"/><Relationship Id="rId2" Type="http://schemas.openxmlformats.org/officeDocument/2006/relationships/notesSlide" Target="../notesSlides/notesSlide25.xml"/><Relationship Id="rId1" Type="http://schemas.openxmlformats.org/officeDocument/2006/relationships/slideLayout" Target="../slideLayouts/slideLayout2.xml"/></Relationships>
</file>

<file path=ppt/slides/_rels/slide5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9.xml.rels><?xml version="1.0" encoding="UTF-8" standalone="yes"?>
<Relationships xmlns="http://schemas.openxmlformats.org/package/2006/relationships"><Relationship Id="rId2" Type="http://schemas.openxmlformats.org/officeDocument/2006/relationships/notesSlide" Target="../notesSlides/notesSlide26.xml"/><Relationship Id="rId1" Type="http://schemas.openxmlformats.org/officeDocument/2006/relationships/slideLayout" Target="../slideLayouts/slideLayout2.xml"/></Relationships>
</file>

<file path=ppt/slides/_rels/slide6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2.xml.rels><?xml version="1.0" encoding="UTF-8" standalone="yes"?>
<Relationships xmlns="http://schemas.openxmlformats.org/package/2006/relationships"><Relationship Id="rId2" Type="http://schemas.openxmlformats.org/officeDocument/2006/relationships/notesSlide" Target="../notesSlides/notesSlide27.xml"/><Relationship Id="rId1" Type="http://schemas.openxmlformats.org/officeDocument/2006/relationships/slideLayout" Target="../slideLayouts/slideLayout2.xml"/></Relationships>
</file>

<file path=ppt/slides/_rels/slide6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4.xml.rels><?xml version="1.0" encoding="UTF-8" standalone="yes"?>
<Relationships xmlns="http://schemas.openxmlformats.org/package/2006/relationships"><Relationship Id="rId2" Type="http://schemas.openxmlformats.org/officeDocument/2006/relationships/notesSlide" Target="../notesSlides/notesSlide28.xml"/><Relationship Id="rId1" Type="http://schemas.openxmlformats.org/officeDocument/2006/relationships/slideLayout" Target="../slideLayouts/slideLayout2.xml"/></Relationships>
</file>

<file path=ppt/slides/_rels/slide65.xml.rels><?xml version="1.0" encoding="UTF-8" standalone="yes"?>
<Relationships xmlns="http://schemas.openxmlformats.org/package/2006/relationships"><Relationship Id="rId2" Type="http://schemas.openxmlformats.org/officeDocument/2006/relationships/notesSlide" Target="../notesSlides/notesSlide29.xml"/><Relationship Id="rId1" Type="http://schemas.openxmlformats.org/officeDocument/2006/relationships/slideLayout" Target="../slideLayouts/slideLayout2.xml"/></Relationships>
</file>

<file path=ppt/slides/_rels/slide66.xml.rels><?xml version="1.0" encoding="UTF-8" standalone="yes"?>
<Relationships xmlns="http://schemas.openxmlformats.org/package/2006/relationships"><Relationship Id="rId3" Type="http://schemas.openxmlformats.org/officeDocument/2006/relationships/image" Target="../media/image20.wmf"/><Relationship Id="rId2" Type="http://schemas.openxmlformats.org/officeDocument/2006/relationships/notesSlide" Target="../notesSlides/notesSlide30.xml"/><Relationship Id="rId1" Type="http://schemas.openxmlformats.org/officeDocument/2006/relationships/slideLayout" Target="../slideLayouts/slideLayout2.xml"/></Relationships>
</file>

<file path=ppt/slides/_rels/slide67.xml.rels><?xml version="1.0" encoding="UTF-8" standalone="yes"?>
<Relationships xmlns="http://schemas.openxmlformats.org/package/2006/relationships"><Relationship Id="rId3" Type="http://schemas.openxmlformats.org/officeDocument/2006/relationships/image" Target="../media/image20.wmf"/><Relationship Id="rId2" Type="http://schemas.openxmlformats.org/officeDocument/2006/relationships/notesSlide" Target="../notesSlides/notesSlide31.xml"/><Relationship Id="rId1" Type="http://schemas.openxmlformats.org/officeDocument/2006/relationships/slideLayout" Target="../slideLayouts/slideLayout2.xml"/></Relationships>
</file>

<file path=ppt/slides/_rels/slide68.xml.rels><?xml version="1.0" encoding="UTF-8" standalone="yes"?>
<Relationships xmlns="http://schemas.openxmlformats.org/package/2006/relationships"><Relationship Id="rId3" Type="http://schemas.openxmlformats.org/officeDocument/2006/relationships/image" Target="../media/image20.wmf"/><Relationship Id="rId2" Type="http://schemas.openxmlformats.org/officeDocument/2006/relationships/notesSlide" Target="../notesSlides/notesSlide32.xml"/><Relationship Id="rId1" Type="http://schemas.openxmlformats.org/officeDocument/2006/relationships/slideLayout" Target="../slideLayouts/slideLayout2.xml"/></Relationships>
</file>

<file path=ppt/slides/_rels/slide69.xml.rels><?xml version="1.0" encoding="UTF-8" standalone="yes"?>
<Relationships xmlns="http://schemas.openxmlformats.org/package/2006/relationships"><Relationship Id="rId3" Type="http://schemas.openxmlformats.org/officeDocument/2006/relationships/image" Target="../media/image20.wmf"/><Relationship Id="rId2" Type="http://schemas.openxmlformats.org/officeDocument/2006/relationships/notesSlide" Target="../notesSlides/notesSlide33.xml"/><Relationship Id="rId1" Type="http://schemas.openxmlformats.org/officeDocument/2006/relationships/slideLayout" Target="../slideLayouts/slideLayout2.xml"/></Relationships>
</file>

<file path=ppt/slides/_rels/slide70.xml.rels><?xml version="1.0" encoding="UTF-8" standalone="yes"?>
<Relationships xmlns="http://schemas.openxmlformats.org/package/2006/relationships"><Relationship Id="rId2" Type="http://schemas.openxmlformats.org/officeDocument/2006/relationships/image" Target="../media/image20.wmf"/><Relationship Id="rId1" Type="http://schemas.openxmlformats.org/officeDocument/2006/relationships/slideLayout" Target="../slideLayouts/slideLayout2.xml"/></Relationships>
</file>

<file path=ppt/slides/_rels/slide71.xml.rels><?xml version="1.0" encoding="UTF-8" standalone="yes"?>
<Relationships xmlns="http://schemas.openxmlformats.org/package/2006/relationships"><Relationship Id="rId2" Type="http://schemas.openxmlformats.org/officeDocument/2006/relationships/image" Target="../media/image20.wmf"/><Relationship Id="rId1" Type="http://schemas.openxmlformats.org/officeDocument/2006/relationships/slideLayout" Target="../slideLayouts/slideLayout2.xml"/></Relationships>
</file>

<file path=ppt/slides/_rels/slide72.xml.rels><?xml version="1.0" encoding="UTF-8" standalone="yes"?>
<Relationships xmlns="http://schemas.openxmlformats.org/package/2006/relationships"><Relationship Id="rId2" Type="http://schemas.openxmlformats.org/officeDocument/2006/relationships/image" Target="../media/image20.wmf"/><Relationship Id="rId1" Type="http://schemas.openxmlformats.org/officeDocument/2006/relationships/slideLayout" Target="../slideLayouts/slideLayout2.xml"/></Relationships>
</file>

<file path=ppt/slides/_rels/slide73.xml.rels><?xml version="1.0" encoding="UTF-8" standalone="yes"?>
<Relationships xmlns="http://schemas.openxmlformats.org/package/2006/relationships"><Relationship Id="rId2" Type="http://schemas.openxmlformats.org/officeDocument/2006/relationships/image" Target="../media/image20.wmf"/><Relationship Id="rId1" Type="http://schemas.openxmlformats.org/officeDocument/2006/relationships/slideLayout" Target="../slideLayouts/slideLayout2.xml"/></Relationships>
</file>

<file path=ppt/slides/_rels/slide74.xml.rels><?xml version="1.0" encoding="UTF-8" standalone="yes"?>
<Relationships xmlns="http://schemas.openxmlformats.org/package/2006/relationships"><Relationship Id="rId2" Type="http://schemas.openxmlformats.org/officeDocument/2006/relationships/image" Target="../media/image21.png"/><Relationship Id="rId1" Type="http://schemas.openxmlformats.org/officeDocument/2006/relationships/slideLayout" Target="../slideLayouts/slideLayout2.xml"/></Relationships>
</file>

<file path=ppt/slides/_rels/slide7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6.xml.rels><?xml version="1.0" encoding="UTF-8" standalone="yes"?>
<Relationships xmlns="http://schemas.openxmlformats.org/package/2006/relationships"><Relationship Id="rId3" Type="http://schemas.openxmlformats.org/officeDocument/2006/relationships/image" Target="../media/image22.png"/><Relationship Id="rId2" Type="http://schemas.openxmlformats.org/officeDocument/2006/relationships/notesSlide" Target="../notesSlides/notesSlide34.xml"/><Relationship Id="rId1" Type="http://schemas.openxmlformats.org/officeDocument/2006/relationships/slideLayout" Target="../slideLayouts/slideLayout2.xml"/></Relationships>
</file>

<file path=ppt/slides/_rels/slide7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9.xml.rels><?xml version="1.0" encoding="UTF-8" standalone="yes"?>
<Relationships xmlns="http://schemas.openxmlformats.org/package/2006/relationships"><Relationship Id="rId2" Type="http://schemas.openxmlformats.org/officeDocument/2006/relationships/image" Target="../media/image23.png"/><Relationship Id="rId1" Type="http://schemas.openxmlformats.org/officeDocument/2006/relationships/slideLayout" Target="../slideLayouts/slideLayout2.xml"/></Relationships>
</file>

<file path=ppt/slides/_rels/slide8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3.xml.rels><?xml version="1.0" encoding="UTF-8" standalone="yes"?>
<Relationships xmlns="http://schemas.openxmlformats.org/package/2006/relationships"><Relationship Id="rId2" Type="http://schemas.openxmlformats.org/officeDocument/2006/relationships/notesSlide" Target="../notesSlides/notesSlide35.xml"/><Relationship Id="rId1" Type="http://schemas.openxmlformats.org/officeDocument/2006/relationships/slideLayout" Target="../slideLayouts/slideLayout2.xml"/></Relationships>
</file>

<file path=ppt/slides/_rels/slide84.xml.rels><?xml version="1.0" encoding="UTF-8" standalone="yes"?>
<Relationships xmlns="http://schemas.openxmlformats.org/package/2006/relationships"><Relationship Id="rId3" Type="http://schemas.openxmlformats.org/officeDocument/2006/relationships/image" Target="../media/image24.png"/><Relationship Id="rId2" Type="http://schemas.openxmlformats.org/officeDocument/2006/relationships/notesSlide" Target="../notesSlides/notesSlide36.xml"/><Relationship Id="rId1" Type="http://schemas.openxmlformats.org/officeDocument/2006/relationships/slideLayout" Target="../slideLayouts/slideLayout2.xml"/></Relationships>
</file>

<file path=ppt/slides/_rels/slide8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074" name="标题 1"/>
          <p:cNvSpPr>
            <a:spLocks noGrp="1"/>
          </p:cNvSpPr>
          <p:nvPr>
            <p:ph type="ctrTitle"/>
          </p:nvPr>
        </p:nvSpPr>
        <p:spPr/>
        <p:txBody>
          <a:bodyPr/>
          <a:lstStyle/>
          <a:p>
            <a:pPr algn="ctr" eaLnBrk="1" hangingPunct="1"/>
            <a:r>
              <a:rPr lang="zh-CN" altLang="en-US" sz="8000" dirty="0">
                <a:ea typeface="楷体" panose="02010609060101010101" pitchFamily="49" charset="-122"/>
              </a:rPr>
              <a:t>第</a:t>
            </a:r>
            <a:r>
              <a:rPr lang="en-US" altLang="zh-CN" sz="8000" dirty="0">
                <a:ea typeface="楷体" panose="02010609060101010101" pitchFamily="49" charset="-122"/>
              </a:rPr>
              <a:t>2</a:t>
            </a:r>
            <a:r>
              <a:rPr lang="zh-CN" altLang="en-US" sz="8000" dirty="0">
                <a:ea typeface="楷体" panose="02010609060101010101" pitchFamily="49" charset="-122"/>
              </a:rPr>
              <a:t>章 数据通信与网络基础</a:t>
            </a:r>
            <a:endParaRPr lang="zh-CN" altLang="en-US" sz="8000" dirty="0" smtClean="0">
              <a:ea typeface="楷体" panose="02010609060101010101" pitchFamily="49" charset="-122"/>
            </a:endParaRPr>
          </a:p>
        </p:txBody>
      </p:sp>
      <p:sp>
        <p:nvSpPr>
          <p:cNvPr id="3" name="副标题 2"/>
          <p:cNvSpPr>
            <a:spLocks noGrp="1"/>
          </p:cNvSpPr>
          <p:nvPr>
            <p:ph type="subTitle" idx="1"/>
          </p:nvPr>
        </p:nvSpPr>
        <p:spPr>
          <a:xfrm>
            <a:off x="2736850" y="4437063"/>
            <a:ext cx="6400800" cy="1752600"/>
          </a:xfrm>
        </p:spPr>
        <p:txBody>
          <a:bodyPr rtlCol="0">
            <a:normAutofit/>
          </a:bodyPr>
          <a:lstStyle/>
          <a:p>
            <a:pPr eaLnBrk="1" fontAlgn="auto" hangingPunct="1">
              <a:spcAft>
                <a:spcPts val="0"/>
              </a:spcAft>
              <a:buFont typeface="Arial" pitchFamily="34" charset="0"/>
              <a:buNone/>
              <a:defRPr/>
            </a:pPr>
            <a:r>
              <a:rPr lang="zh-CN" altLang="en-US" b="1" dirty="0" smtClean="0">
                <a:latin typeface="楷体" panose="02010609060101010101" pitchFamily="49" charset="-122"/>
                <a:ea typeface="楷体" panose="02010609060101010101" pitchFamily="49" charset="-122"/>
              </a:rPr>
              <a:t>主讲教师：张筱磊</a:t>
            </a:r>
            <a:endParaRPr lang="zh-CN" altLang="en-US" b="1" dirty="0">
              <a:latin typeface="楷体" panose="02010609060101010101" pitchFamily="49" charset="-122"/>
              <a:ea typeface="楷体" panose="02010609060101010101" pitchFamily="49" charset="-122"/>
            </a:endParaRPr>
          </a:p>
        </p:txBody>
      </p:sp>
    </p:spTree>
  </p:cSld>
  <p:clrMapOvr>
    <a:masterClrMapping/>
  </p:clrMapOvr>
  <p:transition spd="slow">
    <p:push dir="u"/>
  </p:transition>
  <p:timing>
    <p:tnLst>
      <p:par>
        <p:cTn id="1" dur="indefinite" restart="never" nodeType="tmRoot"/>
      </p:par>
    </p:tnLst>
  </p:timing>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098" name="标题 1"/>
          <p:cNvSpPr>
            <a:spLocks noGrp="1"/>
          </p:cNvSpPr>
          <p:nvPr>
            <p:ph type="title"/>
          </p:nvPr>
        </p:nvSpPr>
        <p:spPr>
          <a:xfrm>
            <a:off x="107950" y="44450"/>
            <a:ext cx="7343775" cy="792163"/>
          </a:xfrm>
        </p:spPr>
        <p:txBody>
          <a:bodyPr/>
          <a:lstStyle/>
          <a:p>
            <a:pPr eaLnBrk="1" hangingPunct="1"/>
            <a:r>
              <a:rPr lang="zh-CN" altLang="en-US" dirty="0" smtClean="0"/>
              <a:t>第</a:t>
            </a:r>
            <a:r>
              <a:rPr lang="en-US" altLang="zh-CN" dirty="0" smtClean="0"/>
              <a:t>2</a:t>
            </a:r>
            <a:r>
              <a:rPr lang="zh-CN" altLang="en-US" dirty="0" smtClean="0"/>
              <a:t>章 数据通信与网络基础</a:t>
            </a:r>
          </a:p>
        </p:txBody>
      </p:sp>
      <p:sp>
        <p:nvSpPr>
          <p:cNvPr id="4099" name="内容占位符 2"/>
          <p:cNvSpPr>
            <a:spLocks noGrp="1"/>
          </p:cNvSpPr>
          <p:nvPr>
            <p:ph idx="1"/>
          </p:nvPr>
        </p:nvSpPr>
        <p:spPr>
          <a:xfrm>
            <a:off x="107950" y="981075"/>
            <a:ext cx="8928100" cy="5102225"/>
          </a:xfrm>
        </p:spPr>
        <p:txBody>
          <a:bodyPr/>
          <a:lstStyle/>
          <a:p>
            <a:pPr eaLnBrk="1" hangingPunct="1"/>
            <a:r>
              <a:rPr lang="en-US" altLang="zh-CN" smtClean="0">
                <a:solidFill>
                  <a:srgbClr val="FF0000"/>
                </a:solidFill>
              </a:rPr>
              <a:t>2.1 </a:t>
            </a:r>
            <a:r>
              <a:rPr lang="zh-CN" altLang="en-US" smtClean="0">
                <a:solidFill>
                  <a:srgbClr val="FF0000"/>
                </a:solidFill>
              </a:rPr>
              <a:t>基本术语</a:t>
            </a:r>
            <a:endParaRPr lang="en-US" altLang="zh-CN" smtClean="0">
              <a:solidFill>
                <a:srgbClr val="FF0000"/>
              </a:solidFill>
            </a:endParaRPr>
          </a:p>
        </p:txBody>
      </p:sp>
      <p:sp>
        <p:nvSpPr>
          <p:cNvPr id="3" name="灯片编号占位符 2"/>
          <p:cNvSpPr>
            <a:spLocks noGrp="1"/>
          </p:cNvSpPr>
          <p:nvPr>
            <p:ph type="sldNum" sz="quarter" idx="12"/>
          </p:nvPr>
        </p:nvSpPr>
        <p:spPr/>
        <p:txBody>
          <a:bodyPr/>
          <a:lstStyle/>
          <a:p>
            <a:pPr>
              <a:defRPr/>
            </a:pPr>
            <a:fld id="{39CF5756-1E99-486B-809C-507E6C155895}" type="slidenum">
              <a:rPr lang="zh-CN" altLang="en-US" smtClean="0"/>
              <a:pPr>
                <a:defRPr/>
              </a:pPr>
              <a:t>2</a:t>
            </a:fld>
            <a:endParaRPr lang="zh-CN" altLang="en-US"/>
          </a:p>
        </p:txBody>
      </p:sp>
    </p:spTree>
  </p:cSld>
  <p:clrMapOvr>
    <a:masterClrMapping/>
  </p:clrMapOvr>
  <p:transition spd="slow">
    <p:push dir="u"/>
  </p:transition>
  <p:timing>
    <p:tnLst>
      <p:par>
        <p:cTn id="1" dur="indefinite" restart="never" nodeType="tmRoot"/>
      </p:par>
    </p:tnLst>
  </p:timing>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122" name="标题 1"/>
          <p:cNvSpPr>
            <a:spLocks noGrp="1"/>
          </p:cNvSpPr>
          <p:nvPr>
            <p:ph type="title"/>
          </p:nvPr>
        </p:nvSpPr>
        <p:spPr>
          <a:xfrm>
            <a:off x="107950" y="44450"/>
            <a:ext cx="7343775" cy="792163"/>
          </a:xfrm>
        </p:spPr>
        <p:txBody>
          <a:bodyPr/>
          <a:lstStyle/>
          <a:p>
            <a:pPr eaLnBrk="1" hangingPunct="1"/>
            <a:r>
              <a:rPr lang="en-US" altLang="zh-CN" smtClean="0"/>
              <a:t>2.1 </a:t>
            </a:r>
            <a:r>
              <a:rPr lang="zh-CN" altLang="en-US" smtClean="0"/>
              <a:t>基本术语</a:t>
            </a:r>
          </a:p>
        </p:txBody>
      </p:sp>
      <p:sp>
        <p:nvSpPr>
          <p:cNvPr id="5123" name="内容占位符 2"/>
          <p:cNvSpPr>
            <a:spLocks noGrp="1"/>
          </p:cNvSpPr>
          <p:nvPr>
            <p:ph idx="1"/>
          </p:nvPr>
        </p:nvSpPr>
        <p:spPr>
          <a:xfrm>
            <a:off x="107950" y="981075"/>
            <a:ext cx="8928100" cy="5102225"/>
          </a:xfrm>
        </p:spPr>
        <p:txBody>
          <a:bodyPr/>
          <a:lstStyle/>
          <a:p>
            <a:pPr algn="just" eaLnBrk="1" hangingPunct="1"/>
            <a:r>
              <a:rPr lang="zh-CN" altLang="en-US" b="1" dirty="0" smtClean="0">
                <a:solidFill>
                  <a:srgbClr val="C00000"/>
                </a:solidFill>
              </a:rPr>
              <a:t>总线：</a:t>
            </a:r>
            <a:r>
              <a:rPr lang="zh-CN" altLang="en-US" sz="2800" b="1" dirty="0">
                <a:solidFill>
                  <a:schemeClr val="accent4">
                    <a:lumMod val="50000"/>
                  </a:schemeClr>
                </a:solidFill>
              </a:rPr>
              <a:t>网络上各节点共享的传输媒体，信号传输的公共路径。</a:t>
            </a:r>
          </a:p>
          <a:p>
            <a:pPr algn="just" eaLnBrk="1" hangingPunct="1"/>
            <a:r>
              <a:rPr lang="zh-CN" altLang="en-US" b="1" dirty="0" smtClean="0">
                <a:solidFill>
                  <a:srgbClr val="C00000"/>
                </a:solidFill>
                <a:latin typeface="楷体_GB2312" pitchFamily="49" charset="-122"/>
              </a:rPr>
              <a:t>总线协议：</a:t>
            </a:r>
            <a:r>
              <a:rPr lang="zh-CN" altLang="en-US" sz="2800" b="1" dirty="0">
                <a:solidFill>
                  <a:schemeClr val="accent4">
                    <a:lumMod val="50000"/>
                  </a:schemeClr>
                </a:solidFill>
              </a:rPr>
              <a:t>总线上的设备如何使用总线的一套规则，事先规定，必须共同遵守。</a:t>
            </a:r>
          </a:p>
          <a:p>
            <a:pPr algn="just" eaLnBrk="1" hangingPunct="1"/>
            <a:r>
              <a:rPr lang="zh-CN" altLang="en-US" b="1" dirty="0" smtClean="0">
                <a:solidFill>
                  <a:srgbClr val="C00000"/>
                </a:solidFill>
                <a:latin typeface="楷体_GB2312" pitchFamily="49" charset="-122"/>
              </a:rPr>
              <a:t>总线操作：</a:t>
            </a:r>
            <a:r>
              <a:rPr lang="zh-CN" altLang="en-US" sz="2800" b="1" dirty="0">
                <a:solidFill>
                  <a:schemeClr val="accent4">
                    <a:lumMod val="50000"/>
                  </a:schemeClr>
                </a:solidFill>
              </a:rPr>
              <a:t>总线上数据发送者与接收者之间的连接</a:t>
            </a:r>
            <a:r>
              <a:rPr lang="en-US" altLang="zh-CN" sz="2800" b="1" dirty="0">
                <a:solidFill>
                  <a:schemeClr val="accent4">
                    <a:lumMod val="50000"/>
                  </a:schemeClr>
                </a:solidFill>
                <a:sym typeface="Wingdings" panose="05000000000000000000" pitchFamily="2" charset="2"/>
              </a:rPr>
              <a:t></a:t>
            </a:r>
            <a:r>
              <a:rPr lang="zh-CN" altLang="en-US" sz="2800" b="1" dirty="0">
                <a:solidFill>
                  <a:schemeClr val="accent4">
                    <a:lumMod val="50000"/>
                  </a:schemeClr>
                </a:solidFill>
                <a:sym typeface="Wingdings" panose="05000000000000000000" pitchFamily="2" charset="2"/>
              </a:rPr>
              <a:t>数据传送</a:t>
            </a:r>
            <a:r>
              <a:rPr lang="en-US" altLang="zh-CN" sz="2800" b="1" dirty="0">
                <a:solidFill>
                  <a:schemeClr val="accent4">
                    <a:lumMod val="50000"/>
                  </a:schemeClr>
                </a:solidFill>
                <a:sym typeface="Wingdings" panose="05000000000000000000" pitchFamily="2" charset="2"/>
              </a:rPr>
              <a:t></a:t>
            </a:r>
            <a:r>
              <a:rPr lang="zh-CN" altLang="en-US" sz="2800" b="1" dirty="0">
                <a:solidFill>
                  <a:schemeClr val="accent4">
                    <a:lumMod val="50000"/>
                  </a:schemeClr>
                </a:solidFill>
                <a:sym typeface="Wingdings" panose="05000000000000000000" pitchFamily="2" charset="2"/>
              </a:rPr>
              <a:t>断开连接的一个操作序列。</a:t>
            </a:r>
            <a:endParaRPr lang="en-US" altLang="zh-CN" sz="2800" b="1" dirty="0">
              <a:solidFill>
                <a:schemeClr val="accent4">
                  <a:lumMod val="50000"/>
                </a:schemeClr>
              </a:solidFill>
            </a:endParaRPr>
          </a:p>
          <a:p>
            <a:pPr algn="just" eaLnBrk="1" hangingPunct="1"/>
            <a:r>
              <a:rPr lang="zh-CN" altLang="en-US" b="1" dirty="0" smtClean="0">
                <a:solidFill>
                  <a:srgbClr val="C00000"/>
                </a:solidFill>
                <a:latin typeface="楷体_GB2312" pitchFamily="49" charset="-122"/>
              </a:rPr>
              <a:t>现场设备：</a:t>
            </a:r>
            <a:r>
              <a:rPr lang="zh-CN" altLang="en-US" sz="2800" b="1" dirty="0">
                <a:solidFill>
                  <a:schemeClr val="accent4">
                    <a:lumMod val="50000"/>
                  </a:schemeClr>
                </a:solidFill>
              </a:rPr>
              <a:t>作为网络节点连接在现场总线上的物理实体</a:t>
            </a:r>
            <a:r>
              <a:rPr lang="zh-CN" altLang="en-US" sz="2800" b="1" dirty="0" smtClean="0">
                <a:solidFill>
                  <a:schemeClr val="accent4">
                    <a:lumMod val="50000"/>
                  </a:schemeClr>
                </a:solidFill>
              </a:rPr>
              <a:t>。</a:t>
            </a:r>
            <a:endParaRPr lang="en-US" altLang="zh-CN" sz="2800" b="1" dirty="0" smtClean="0">
              <a:solidFill>
                <a:schemeClr val="accent4">
                  <a:lumMod val="50000"/>
                </a:schemeClr>
              </a:solidFill>
            </a:endParaRPr>
          </a:p>
          <a:p>
            <a:pPr algn="just" eaLnBrk="1" hangingPunct="1"/>
            <a:r>
              <a:rPr lang="zh-CN" altLang="en-US" sz="2800" b="1" dirty="0">
                <a:solidFill>
                  <a:srgbClr val="C00000"/>
                </a:solidFill>
              </a:rPr>
              <a:t>总线主设备：</a:t>
            </a:r>
            <a:r>
              <a:rPr lang="zh-CN" altLang="en-US" sz="2800" b="1" dirty="0">
                <a:solidFill>
                  <a:schemeClr val="accent4">
                    <a:lumMod val="50000"/>
                  </a:schemeClr>
                </a:solidFill>
              </a:rPr>
              <a:t>有能力在总线上发起通信的设备。</a:t>
            </a:r>
            <a:endParaRPr lang="en-US" altLang="zh-CN" sz="2800" b="1" dirty="0">
              <a:solidFill>
                <a:schemeClr val="accent4">
                  <a:lumMod val="50000"/>
                </a:schemeClr>
              </a:solidFill>
            </a:endParaRPr>
          </a:p>
          <a:p>
            <a:pPr algn="just" eaLnBrk="1" hangingPunct="1"/>
            <a:endParaRPr lang="en-US" altLang="zh-CN" sz="2800" b="1" dirty="0">
              <a:solidFill>
                <a:schemeClr val="accent4">
                  <a:lumMod val="50000"/>
                </a:schemeClr>
              </a:solidFill>
            </a:endParaRPr>
          </a:p>
          <a:p>
            <a:pPr marL="0" indent="0" algn="just" eaLnBrk="1" hangingPunct="1">
              <a:buNone/>
            </a:pPr>
            <a:endParaRPr lang="en-US" altLang="zh-CN" b="1" dirty="0" smtClean="0">
              <a:solidFill>
                <a:srgbClr val="C00000"/>
              </a:solidFill>
            </a:endParaRPr>
          </a:p>
          <a:p>
            <a:pPr algn="just" eaLnBrk="1" hangingPunct="1"/>
            <a:endParaRPr lang="zh-CN" altLang="en-US" dirty="0" smtClean="0">
              <a:latin typeface="楷体_GB2312" pitchFamily="49" charset="-122"/>
            </a:endParaRPr>
          </a:p>
        </p:txBody>
      </p:sp>
      <p:sp>
        <p:nvSpPr>
          <p:cNvPr id="3" name="灯片编号占位符 2"/>
          <p:cNvSpPr>
            <a:spLocks noGrp="1"/>
          </p:cNvSpPr>
          <p:nvPr>
            <p:ph type="sldNum" sz="quarter" idx="12"/>
          </p:nvPr>
        </p:nvSpPr>
        <p:spPr/>
        <p:txBody>
          <a:bodyPr/>
          <a:lstStyle/>
          <a:p>
            <a:pPr>
              <a:defRPr/>
            </a:pPr>
            <a:fld id="{9BF00D34-9595-44A7-BDF3-3B04477730B8}" type="slidenum">
              <a:rPr lang="zh-CN" altLang="en-US" smtClean="0"/>
              <a:pPr>
                <a:defRPr/>
              </a:pPr>
              <a:t>3</a:t>
            </a:fld>
            <a:endParaRPr lang="zh-CN" altLang="en-US"/>
          </a:p>
        </p:txBody>
      </p:sp>
    </p:spTree>
  </p:cSld>
  <p:clrMapOvr>
    <a:masterClrMapping/>
  </p:clrMapOvr>
  <mc:AlternateContent xmlns:mc="http://schemas.openxmlformats.org/markup-compatibility/2006" xmlns:p14="http://schemas.microsoft.com/office/powerpoint/2010/main">
    <mc:Choice Requires="p14">
      <p:transition p14:dur="0"/>
    </mc:Choice>
    <mc:Fallback xmlns="">
      <p:transition/>
    </mc:Fallback>
  </mc:AlternateContent>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2" presetClass="entr" presetSubtype="4" fill="hold" nodeType="clickEffect">
                                  <p:stCondLst>
                                    <p:cond delay="0"/>
                                  </p:stCondLst>
                                  <p:childTnLst>
                                    <p:set>
                                      <p:cBhvr>
                                        <p:cTn id="6" dur="1" fill="hold">
                                          <p:stCondLst>
                                            <p:cond delay="0"/>
                                          </p:stCondLst>
                                        </p:cTn>
                                        <p:tgtEl>
                                          <p:spTgt spid="5123">
                                            <p:txEl>
                                              <p:pRg st="1" end="1"/>
                                            </p:txEl>
                                          </p:spTgt>
                                        </p:tgtEl>
                                        <p:attrNameLst>
                                          <p:attrName>style.visibility</p:attrName>
                                        </p:attrNameLst>
                                      </p:cBhvr>
                                      <p:to>
                                        <p:strVal val="visible"/>
                                      </p:to>
                                    </p:set>
                                    <p:anim calcmode="lin" valueType="num">
                                      <p:cBhvr additive="base">
                                        <p:cTn id="7" dur="500" fill="hold"/>
                                        <p:tgtEl>
                                          <p:spTgt spid="5123">
                                            <p:txEl>
                                              <p:pRg st="1" end="1"/>
                                            </p:txEl>
                                          </p:spTgt>
                                        </p:tgtEl>
                                        <p:attrNameLst>
                                          <p:attrName>ppt_x</p:attrName>
                                        </p:attrNameLst>
                                      </p:cBhvr>
                                      <p:tavLst>
                                        <p:tav tm="0">
                                          <p:val>
                                            <p:strVal val="#ppt_x"/>
                                          </p:val>
                                        </p:tav>
                                        <p:tav tm="100000">
                                          <p:val>
                                            <p:strVal val="#ppt_x"/>
                                          </p:val>
                                        </p:tav>
                                      </p:tavLst>
                                    </p:anim>
                                    <p:anim calcmode="lin" valueType="num">
                                      <p:cBhvr additive="base">
                                        <p:cTn id="8" dur="500" fill="hold"/>
                                        <p:tgtEl>
                                          <p:spTgt spid="5123">
                                            <p:txEl>
                                              <p:pRg st="1" end="1"/>
                                            </p:txEl>
                                          </p:spTgt>
                                        </p:tgtEl>
                                        <p:attrNameLst>
                                          <p:attrName>ppt_y</p:attrName>
                                        </p:attrNameLst>
                                      </p:cBhvr>
                                      <p:tavLst>
                                        <p:tav tm="0">
                                          <p:val>
                                            <p:strVal val="1+#ppt_h/2"/>
                                          </p:val>
                                        </p:tav>
                                        <p:tav tm="100000">
                                          <p:val>
                                            <p:strVal val="#ppt_y"/>
                                          </p:val>
                                        </p:tav>
                                      </p:tavLst>
                                    </p:anim>
                                  </p:childTnLst>
                                </p:cTn>
                              </p:par>
                            </p:childTnLst>
                          </p:cTn>
                        </p:par>
                      </p:childTnLst>
                    </p:cTn>
                  </p:par>
                  <p:par>
                    <p:cTn id="9" fill="hold" nodeType="clickPar">
                      <p:stCondLst>
                        <p:cond delay="indefinite"/>
                      </p:stCondLst>
                      <p:childTnLst>
                        <p:par>
                          <p:cTn id="10" fill="hold" nodeType="withGroup">
                            <p:stCondLst>
                              <p:cond delay="0"/>
                            </p:stCondLst>
                            <p:childTnLst>
                              <p:par>
                                <p:cTn id="11" presetID="2" presetClass="entr" presetSubtype="4" fill="hold" nodeType="clickEffect">
                                  <p:stCondLst>
                                    <p:cond delay="0"/>
                                  </p:stCondLst>
                                  <p:childTnLst>
                                    <p:set>
                                      <p:cBhvr>
                                        <p:cTn id="12" dur="1" fill="hold">
                                          <p:stCondLst>
                                            <p:cond delay="0"/>
                                          </p:stCondLst>
                                        </p:cTn>
                                        <p:tgtEl>
                                          <p:spTgt spid="5123">
                                            <p:txEl>
                                              <p:pRg st="2" end="2"/>
                                            </p:txEl>
                                          </p:spTgt>
                                        </p:tgtEl>
                                        <p:attrNameLst>
                                          <p:attrName>style.visibility</p:attrName>
                                        </p:attrNameLst>
                                      </p:cBhvr>
                                      <p:to>
                                        <p:strVal val="visible"/>
                                      </p:to>
                                    </p:set>
                                    <p:anim calcmode="lin" valueType="num">
                                      <p:cBhvr additive="base">
                                        <p:cTn id="13" dur="500" fill="hold"/>
                                        <p:tgtEl>
                                          <p:spTgt spid="5123">
                                            <p:txEl>
                                              <p:pRg st="2" end="2"/>
                                            </p:txEl>
                                          </p:spTgt>
                                        </p:tgtEl>
                                        <p:attrNameLst>
                                          <p:attrName>ppt_x</p:attrName>
                                        </p:attrNameLst>
                                      </p:cBhvr>
                                      <p:tavLst>
                                        <p:tav tm="0">
                                          <p:val>
                                            <p:strVal val="#ppt_x"/>
                                          </p:val>
                                        </p:tav>
                                        <p:tav tm="100000">
                                          <p:val>
                                            <p:strVal val="#ppt_x"/>
                                          </p:val>
                                        </p:tav>
                                      </p:tavLst>
                                    </p:anim>
                                    <p:anim calcmode="lin" valueType="num">
                                      <p:cBhvr additive="base">
                                        <p:cTn id="14" dur="500" fill="hold"/>
                                        <p:tgtEl>
                                          <p:spTgt spid="5123">
                                            <p:txEl>
                                              <p:pRg st="2" end="2"/>
                                            </p:txEl>
                                          </p:spTgt>
                                        </p:tgtEl>
                                        <p:attrNameLst>
                                          <p:attrName>ppt_y</p:attrName>
                                        </p:attrNameLst>
                                      </p:cBhvr>
                                      <p:tavLst>
                                        <p:tav tm="0">
                                          <p:val>
                                            <p:strVal val="1+#ppt_h/2"/>
                                          </p:val>
                                        </p:tav>
                                        <p:tav tm="100000">
                                          <p:val>
                                            <p:strVal val="#ppt_y"/>
                                          </p:val>
                                        </p:tav>
                                      </p:tavLst>
                                    </p:anim>
                                  </p:childTnLst>
                                </p:cTn>
                              </p:par>
                            </p:childTnLst>
                          </p:cTn>
                        </p:par>
                      </p:childTnLst>
                    </p:cTn>
                  </p:par>
                  <p:par>
                    <p:cTn id="15" fill="hold" nodeType="clickPar">
                      <p:stCondLst>
                        <p:cond delay="indefinite"/>
                      </p:stCondLst>
                      <p:childTnLst>
                        <p:par>
                          <p:cTn id="16" fill="hold" nodeType="withGroup">
                            <p:stCondLst>
                              <p:cond delay="0"/>
                            </p:stCondLst>
                            <p:childTnLst>
                              <p:par>
                                <p:cTn id="17" presetID="2" presetClass="entr" presetSubtype="4" fill="hold" nodeType="clickEffect">
                                  <p:stCondLst>
                                    <p:cond delay="0"/>
                                  </p:stCondLst>
                                  <p:childTnLst>
                                    <p:set>
                                      <p:cBhvr>
                                        <p:cTn id="18" dur="1" fill="hold">
                                          <p:stCondLst>
                                            <p:cond delay="0"/>
                                          </p:stCondLst>
                                        </p:cTn>
                                        <p:tgtEl>
                                          <p:spTgt spid="5123">
                                            <p:txEl>
                                              <p:pRg st="3" end="3"/>
                                            </p:txEl>
                                          </p:spTgt>
                                        </p:tgtEl>
                                        <p:attrNameLst>
                                          <p:attrName>style.visibility</p:attrName>
                                        </p:attrNameLst>
                                      </p:cBhvr>
                                      <p:to>
                                        <p:strVal val="visible"/>
                                      </p:to>
                                    </p:set>
                                    <p:anim calcmode="lin" valueType="num">
                                      <p:cBhvr additive="base">
                                        <p:cTn id="19" dur="500" fill="hold"/>
                                        <p:tgtEl>
                                          <p:spTgt spid="5123">
                                            <p:txEl>
                                              <p:pRg st="3" end="3"/>
                                            </p:txEl>
                                          </p:spTgt>
                                        </p:tgtEl>
                                        <p:attrNameLst>
                                          <p:attrName>ppt_x</p:attrName>
                                        </p:attrNameLst>
                                      </p:cBhvr>
                                      <p:tavLst>
                                        <p:tav tm="0">
                                          <p:val>
                                            <p:strVal val="#ppt_x"/>
                                          </p:val>
                                        </p:tav>
                                        <p:tav tm="100000">
                                          <p:val>
                                            <p:strVal val="#ppt_x"/>
                                          </p:val>
                                        </p:tav>
                                      </p:tavLst>
                                    </p:anim>
                                    <p:anim calcmode="lin" valueType="num">
                                      <p:cBhvr additive="base">
                                        <p:cTn id="20" dur="500" fill="hold"/>
                                        <p:tgtEl>
                                          <p:spTgt spid="5123">
                                            <p:txEl>
                                              <p:pRg st="3" end="3"/>
                                            </p:txEl>
                                          </p:spTgt>
                                        </p:tgtEl>
                                        <p:attrNameLst>
                                          <p:attrName>ppt_y</p:attrName>
                                        </p:attrNameLst>
                                      </p:cBhvr>
                                      <p:tavLst>
                                        <p:tav tm="0">
                                          <p:val>
                                            <p:strVal val="1+#ppt_h/2"/>
                                          </p:val>
                                        </p:tav>
                                        <p:tav tm="100000">
                                          <p:val>
                                            <p:strVal val="#ppt_y"/>
                                          </p:val>
                                        </p:tav>
                                      </p:tavLst>
                                    </p:anim>
                                  </p:childTnLst>
                                </p:cTn>
                              </p:par>
                            </p:childTnLst>
                          </p:cTn>
                        </p:par>
                      </p:childTnLst>
                    </p:cTn>
                  </p:par>
                  <p:par>
                    <p:cTn id="21" fill="hold">
                      <p:stCondLst>
                        <p:cond delay="indefinite"/>
                      </p:stCondLst>
                      <p:childTnLst>
                        <p:par>
                          <p:cTn id="22" fill="hold">
                            <p:stCondLst>
                              <p:cond delay="0"/>
                            </p:stCondLst>
                            <p:childTnLst>
                              <p:par>
                                <p:cTn id="23" presetID="2" presetClass="entr" presetSubtype="4" fill="hold" nodeType="clickEffect">
                                  <p:stCondLst>
                                    <p:cond delay="0"/>
                                  </p:stCondLst>
                                  <p:childTnLst>
                                    <p:set>
                                      <p:cBhvr>
                                        <p:cTn id="24" dur="1" fill="hold">
                                          <p:stCondLst>
                                            <p:cond delay="0"/>
                                          </p:stCondLst>
                                        </p:cTn>
                                        <p:tgtEl>
                                          <p:spTgt spid="5123">
                                            <p:txEl>
                                              <p:pRg st="4" end="4"/>
                                            </p:txEl>
                                          </p:spTgt>
                                        </p:tgtEl>
                                        <p:attrNameLst>
                                          <p:attrName>style.visibility</p:attrName>
                                        </p:attrNameLst>
                                      </p:cBhvr>
                                      <p:to>
                                        <p:strVal val="visible"/>
                                      </p:to>
                                    </p:set>
                                    <p:anim calcmode="lin" valueType="num">
                                      <p:cBhvr additive="base">
                                        <p:cTn id="25" dur="500" fill="hold"/>
                                        <p:tgtEl>
                                          <p:spTgt spid="5123">
                                            <p:txEl>
                                              <p:pRg st="4" end="4"/>
                                            </p:txEl>
                                          </p:spTgt>
                                        </p:tgtEl>
                                        <p:attrNameLst>
                                          <p:attrName>ppt_x</p:attrName>
                                        </p:attrNameLst>
                                      </p:cBhvr>
                                      <p:tavLst>
                                        <p:tav tm="0">
                                          <p:val>
                                            <p:strVal val="#ppt_x"/>
                                          </p:val>
                                        </p:tav>
                                        <p:tav tm="100000">
                                          <p:val>
                                            <p:strVal val="#ppt_x"/>
                                          </p:val>
                                        </p:tav>
                                      </p:tavLst>
                                    </p:anim>
                                    <p:anim calcmode="lin" valueType="num">
                                      <p:cBhvr additive="base">
                                        <p:cTn id="26" dur="500" fill="hold"/>
                                        <p:tgtEl>
                                          <p:spTgt spid="5123">
                                            <p:txEl>
                                              <p:pRg st="4" end="4"/>
                                            </p:txEl>
                                          </p:spTgt>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122" name="标题 1"/>
          <p:cNvSpPr>
            <a:spLocks noGrp="1"/>
          </p:cNvSpPr>
          <p:nvPr>
            <p:ph type="title"/>
          </p:nvPr>
        </p:nvSpPr>
        <p:spPr>
          <a:xfrm>
            <a:off x="107950" y="44450"/>
            <a:ext cx="7343775" cy="792163"/>
          </a:xfrm>
        </p:spPr>
        <p:txBody>
          <a:bodyPr/>
          <a:lstStyle/>
          <a:p>
            <a:pPr eaLnBrk="1" hangingPunct="1"/>
            <a:r>
              <a:rPr lang="en-US" altLang="zh-CN" smtClean="0"/>
              <a:t>2.1 </a:t>
            </a:r>
            <a:r>
              <a:rPr lang="zh-CN" altLang="en-US" smtClean="0"/>
              <a:t>基本术语</a:t>
            </a:r>
          </a:p>
        </p:txBody>
      </p:sp>
      <p:sp>
        <p:nvSpPr>
          <p:cNvPr id="5123" name="内容占位符 2"/>
          <p:cNvSpPr>
            <a:spLocks noGrp="1"/>
          </p:cNvSpPr>
          <p:nvPr>
            <p:ph idx="1"/>
          </p:nvPr>
        </p:nvSpPr>
        <p:spPr>
          <a:xfrm>
            <a:off x="107950" y="981075"/>
            <a:ext cx="8928100" cy="5102225"/>
          </a:xfrm>
        </p:spPr>
        <p:txBody>
          <a:bodyPr/>
          <a:lstStyle/>
          <a:p>
            <a:pPr algn="just" eaLnBrk="1" hangingPunct="1"/>
            <a:r>
              <a:rPr lang="zh-CN" altLang="en-US" b="1" dirty="0" smtClean="0">
                <a:solidFill>
                  <a:srgbClr val="C00000"/>
                </a:solidFill>
              </a:rPr>
              <a:t>总线</a:t>
            </a:r>
            <a:r>
              <a:rPr lang="zh-CN" altLang="en-US" b="1" dirty="0">
                <a:solidFill>
                  <a:srgbClr val="C00000"/>
                </a:solidFill>
              </a:rPr>
              <a:t>从设备</a:t>
            </a:r>
            <a:r>
              <a:rPr lang="zh-CN" altLang="en-US" b="1" dirty="0" smtClean="0">
                <a:solidFill>
                  <a:srgbClr val="C00000"/>
                </a:solidFill>
              </a:rPr>
              <a:t>：</a:t>
            </a:r>
            <a:r>
              <a:rPr lang="zh-CN" altLang="en-US" sz="2800" b="1" dirty="0">
                <a:solidFill>
                  <a:schemeClr val="accent4">
                    <a:lumMod val="50000"/>
                  </a:schemeClr>
                </a:solidFill>
              </a:rPr>
              <a:t>不能在总线上主动发起通信，只能挂接在总线上，对总线信号进行接收查询的</a:t>
            </a:r>
            <a:r>
              <a:rPr lang="zh-CN" altLang="en-US" sz="2800" b="1" dirty="0" smtClean="0">
                <a:solidFill>
                  <a:schemeClr val="accent4">
                    <a:lumMod val="50000"/>
                  </a:schemeClr>
                </a:solidFill>
              </a:rPr>
              <a:t>设备。</a:t>
            </a:r>
            <a:endParaRPr lang="en-US" altLang="zh-CN" sz="2800" b="1" dirty="0" smtClean="0">
              <a:solidFill>
                <a:schemeClr val="accent4">
                  <a:lumMod val="50000"/>
                </a:schemeClr>
              </a:solidFill>
            </a:endParaRPr>
          </a:p>
          <a:p>
            <a:pPr algn="just" eaLnBrk="1" hangingPunct="1"/>
            <a:endParaRPr lang="en-US" altLang="zh-CN" sz="2800" b="1" dirty="0" smtClean="0">
              <a:solidFill>
                <a:schemeClr val="accent4">
                  <a:lumMod val="50000"/>
                </a:schemeClr>
              </a:solidFill>
            </a:endParaRPr>
          </a:p>
          <a:p>
            <a:pPr algn="just" eaLnBrk="1" hangingPunct="1"/>
            <a:r>
              <a:rPr lang="zh-CN" altLang="en-US" b="1" dirty="0" smtClean="0">
                <a:solidFill>
                  <a:srgbClr val="C00000"/>
                </a:solidFill>
              </a:rPr>
              <a:t>总线仲裁：</a:t>
            </a:r>
            <a:r>
              <a:rPr lang="zh-CN" altLang="en-US" sz="2800" b="1" dirty="0">
                <a:solidFill>
                  <a:schemeClr val="accent4">
                    <a:lumMod val="50000"/>
                  </a:schemeClr>
                </a:solidFill>
              </a:rPr>
              <a:t>在总线出现冲突时，依据某种裁决规则来确定下一个时刻具有总线占有权设备的过程</a:t>
            </a:r>
            <a:r>
              <a:rPr lang="zh-CN" altLang="en-US" sz="2800" b="1" dirty="0" smtClean="0">
                <a:solidFill>
                  <a:schemeClr val="accent4">
                    <a:lumMod val="50000"/>
                  </a:schemeClr>
                </a:solidFill>
              </a:rPr>
              <a:t>。</a:t>
            </a:r>
            <a:endParaRPr lang="en-US" altLang="zh-CN" sz="2800" b="1" dirty="0" smtClean="0">
              <a:solidFill>
                <a:schemeClr val="accent4">
                  <a:lumMod val="50000"/>
                </a:schemeClr>
              </a:solidFill>
            </a:endParaRPr>
          </a:p>
          <a:p>
            <a:pPr algn="just" eaLnBrk="1" hangingPunct="1"/>
            <a:endParaRPr lang="en-US" altLang="zh-CN" sz="2800" b="1" dirty="0">
              <a:solidFill>
                <a:schemeClr val="accent4">
                  <a:lumMod val="50000"/>
                </a:schemeClr>
              </a:solidFill>
            </a:endParaRPr>
          </a:p>
          <a:p>
            <a:pPr marL="0" indent="0" algn="just" eaLnBrk="1" hangingPunct="1">
              <a:buNone/>
            </a:pPr>
            <a:r>
              <a:rPr lang="en-US" altLang="zh-CN" b="1" dirty="0">
                <a:solidFill>
                  <a:srgbClr val="C00000"/>
                </a:solidFill>
              </a:rPr>
              <a:t> </a:t>
            </a:r>
            <a:r>
              <a:rPr lang="en-US" altLang="zh-CN" b="1" dirty="0" smtClean="0">
                <a:solidFill>
                  <a:srgbClr val="C00000"/>
                </a:solidFill>
              </a:rPr>
              <a:t>    </a:t>
            </a:r>
            <a:r>
              <a:rPr lang="zh-CN" altLang="en-US" b="1" dirty="0" smtClean="0">
                <a:solidFill>
                  <a:srgbClr val="0070C0"/>
                </a:solidFill>
              </a:rPr>
              <a:t>集</a:t>
            </a:r>
            <a:r>
              <a:rPr lang="zh-CN" altLang="en-US" b="1" dirty="0">
                <a:solidFill>
                  <a:srgbClr val="0070C0"/>
                </a:solidFill>
              </a:rPr>
              <a:t>中仲裁</a:t>
            </a:r>
            <a:r>
              <a:rPr lang="zh-CN" altLang="en-US" dirty="0"/>
              <a:t>与</a:t>
            </a:r>
            <a:r>
              <a:rPr lang="zh-CN" altLang="en-US" b="1" dirty="0">
                <a:solidFill>
                  <a:srgbClr val="0070C0"/>
                </a:solidFill>
              </a:rPr>
              <a:t>分布式仲裁</a:t>
            </a:r>
            <a:endParaRPr lang="en-US" altLang="zh-CN" b="1" dirty="0" smtClean="0">
              <a:solidFill>
                <a:srgbClr val="C00000"/>
              </a:solidFill>
            </a:endParaRPr>
          </a:p>
          <a:p>
            <a:pPr algn="just" eaLnBrk="1" hangingPunct="1"/>
            <a:endParaRPr lang="en-US" altLang="zh-CN" b="1" dirty="0" smtClean="0">
              <a:solidFill>
                <a:srgbClr val="C00000"/>
              </a:solidFill>
            </a:endParaRPr>
          </a:p>
          <a:p>
            <a:pPr algn="just" eaLnBrk="1" hangingPunct="1"/>
            <a:endParaRPr lang="zh-CN" altLang="en-US" dirty="0" smtClean="0">
              <a:latin typeface="楷体_GB2312" pitchFamily="49" charset="-122"/>
            </a:endParaRPr>
          </a:p>
        </p:txBody>
      </p:sp>
      <p:sp>
        <p:nvSpPr>
          <p:cNvPr id="3" name="灯片编号占位符 2"/>
          <p:cNvSpPr>
            <a:spLocks noGrp="1"/>
          </p:cNvSpPr>
          <p:nvPr>
            <p:ph type="sldNum" sz="quarter" idx="12"/>
          </p:nvPr>
        </p:nvSpPr>
        <p:spPr/>
        <p:txBody>
          <a:bodyPr/>
          <a:lstStyle/>
          <a:p>
            <a:pPr>
              <a:defRPr/>
            </a:pPr>
            <a:fld id="{9BF00D34-9595-44A7-BDF3-3B04477730B8}" type="slidenum">
              <a:rPr lang="zh-CN" altLang="en-US" smtClean="0"/>
              <a:pPr>
                <a:defRPr/>
              </a:pPr>
              <a:t>4</a:t>
            </a:fld>
            <a:endParaRPr lang="zh-CN" altLang="en-US"/>
          </a:p>
        </p:txBody>
      </p:sp>
    </p:spTree>
    <p:extLst>
      <p:ext uri="{BB962C8B-B14F-4D97-AF65-F5344CB8AC3E}">
        <p14:creationId xmlns:p14="http://schemas.microsoft.com/office/powerpoint/2010/main" val="1923292176"/>
      </p:ext>
    </p:extLst>
  </p:cSld>
  <p:clrMapOvr>
    <a:masterClrMapping/>
  </p:clrMapOvr>
  <mc:AlternateContent xmlns:mc="http://schemas.openxmlformats.org/markup-compatibility/2006" xmlns:p14="http://schemas.microsoft.com/office/powerpoint/2010/main">
    <mc:Choice Requires="p14">
      <p:transition p14:dur="0"/>
    </mc:Choice>
    <mc:Fallback xmlns="">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nodeType="clickEffect">
                                  <p:stCondLst>
                                    <p:cond delay="0"/>
                                  </p:stCondLst>
                                  <p:childTnLst>
                                    <p:set>
                                      <p:cBhvr>
                                        <p:cTn id="6" dur="1" fill="hold">
                                          <p:stCondLst>
                                            <p:cond delay="0"/>
                                          </p:stCondLst>
                                        </p:cTn>
                                        <p:tgtEl>
                                          <p:spTgt spid="5123">
                                            <p:txEl>
                                              <p:pRg st="0" end="0"/>
                                            </p:txEl>
                                          </p:spTgt>
                                        </p:tgtEl>
                                        <p:attrNameLst>
                                          <p:attrName>style.visibility</p:attrName>
                                        </p:attrNameLst>
                                      </p:cBhvr>
                                      <p:to>
                                        <p:strVal val="visible"/>
                                      </p:to>
                                    </p:set>
                                    <p:anim calcmode="lin" valueType="num">
                                      <p:cBhvr additive="base">
                                        <p:cTn id="7" dur="500" fill="hold"/>
                                        <p:tgtEl>
                                          <p:spTgt spid="5123">
                                            <p:txEl>
                                              <p:pRg st="0" end="0"/>
                                            </p:txEl>
                                          </p:spTgt>
                                        </p:tgtEl>
                                        <p:attrNameLst>
                                          <p:attrName>ppt_x</p:attrName>
                                        </p:attrNameLst>
                                      </p:cBhvr>
                                      <p:tavLst>
                                        <p:tav tm="0">
                                          <p:val>
                                            <p:strVal val="#ppt_x"/>
                                          </p:val>
                                        </p:tav>
                                        <p:tav tm="100000">
                                          <p:val>
                                            <p:strVal val="#ppt_x"/>
                                          </p:val>
                                        </p:tav>
                                      </p:tavLst>
                                    </p:anim>
                                    <p:anim calcmode="lin" valueType="num">
                                      <p:cBhvr additive="base">
                                        <p:cTn id="8" dur="500" fill="hold"/>
                                        <p:tgtEl>
                                          <p:spTgt spid="5123">
                                            <p:txEl>
                                              <p:pRg st="0" end="0"/>
                                            </p:txEl>
                                          </p:spTgt>
                                        </p:tgtEl>
                                        <p:attrNameLst>
                                          <p:attrName>ppt_y</p:attrName>
                                        </p:attrNameLst>
                                      </p:cBhvr>
                                      <p:tavLst>
                                        <p:tav tm="0">
                                          <p:val>
                                            <p:strVal val="1+#ppt_h/2"/>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2" presetClass="entr" presetSubtype="4" fill="hold" nodeType="clickEffect">
                                  <p:stCondLst>
                                    <p:cond delay="0"/>
                                  </p:stCondLst>
                                  <p:childTnLst>
                                    <p:set>
                                      <p:cBhvr>
                                        <p:cTn id="12" dur="1" fill="hold">
                                          <p:stCondLst>
                                            <p:cond delay="0"/>
                                          </p:stCondLst>
                                        </p:cTn>
                                        <p:tgtEl>
                                          <p:spTgt spid="5123">
                                            <p:txEl>
                                              <p:pRg st="2" end="2"/>
                                            </p:txEl>
                                          </p:spTgt>
                                        </p:tgtEl>
                                        <p:attrNameLst>
                                          <p:attrName>style.visibility</p:attrName>
                                        </p:attrNameLst>
                                      </p:cBhvr>
                                      <p:to>
                                        <p:strVal val="visible"/>
                                      </p:to>
                                    </p:set>
                                    <p:anim calcmode="lin" valueType="num">
                                      <p:cBhvr additive="base">
                                        <p:cTn id="13" dur="500" fill="hold"/>
                                        <p:tgtEl>
                                          <p:spTgt spid="5123">
                                            <p:txEl>
                                              <p:pRg st="2" end="2"/>
                                            </p:txEl>
                                          </p:spTgt>
                                        </p:tgtEl>
                                        <p:attrNameLst>
                                          <p:attrName>ppt_x</p:attrName>
                                        </p:attrNameLst>
                                      </p:cBhvr>
                                      <p:tavLst>
                                        <p:tav tm="0">
                                          <p:val>
                                            <p:strVal val="#ppt_x"/>
                                          </p:val>
                                        </p:tav>
                                        <p:tav tm="100000">
                                          <p:val>
                                            <p:strVal val="#ppt_x"/>
                                          </p:val>
                                        </p:tav>
                                      </p:tavLst>
                                    </p:anim>
                                    <p:anim calcmode="lin" valueType="num">
                                      <p:cBhvr additive="base">
                                        <p:cTn id="14" dur="500" fill="hold"/>
                                        <p:tgtEl>
                                          <p:spTgt spid="5123">
                                            <p:txEl>
                                              <p:pRg st="2" end="2"/>
                                            </p:txEl>
                                          </p:spTgt>
                                        </p:tgtEl>
                                        <p:attrNameLst>
                                          <p:attrName>ppt_y</p:attrName>
                                        </p:attrNameLst>
                                      </p:cBhvr>
                                      <p:tavLst>
                                        <p:tav tm="0">
                                          <p:val>
                                            <p:strVal val="1+#ppt_h/2"/>
                                          </p:val>
                                        </p:tav>
                                        <p:tav tm="100000">
                                          <p:val>
                                            <p:strVal val="#ppt_y"/>
                                          </p:val>
                                        </p:tav>
                                      </p:tavLst>
                                    </p:anim>
                                  </p:childTnLst>
                                </p:cTn>
                              </p:par>
                            </p:childTnLst>
                          </p:cTn>
                        </p:par>
                      </p:childTnLst>
                    </p:cTn>
                  </p:par>
                  <p:par>
                    <p:cTn id="15" fill="hold">
                      <p:stCondLst>
                        <p:cond delay="indefinite"/>
                      </p:stCondLst>
                      <p:childTnLst>
                        <p:par>
                          <p:cTn id="16" fill="hold">
                            <p:stCondLst>
                              <p:cond delay="0"/>
                            </p:stCondLst>
                            <p:childTnLst>
                              <p:par>
                                <p:cTn id="17" presetID="2" presetClass="entr" presetSubtype="4" fill="hold" nodeType="clickEffect">
                                  <p:stCondLst>
                                    <p:cond delay="0"/>
                                  </p:stCondLst>
                                  <p:childTnLst>
                                    <p:set>
                                      <p:cBhvr>
                                        <p:cTn id="18" dur="1" fill="hold">
                                          <p:stCondLst>
                                            <p:cond delay="0"/>
                                          </p:stCondLst>
                                        </p:cTn>
                                        <p:tgtEl>
                                          <p:spTgt spid="5123">
                                            <p:txEl>
                                              <p:pRg st="4" end="4"/>
                                            </p:txEl>
                                          </p:spTgt>
                                        </p:tgtEl>
                                        <p:attrNameLst>
                                          <p:attrName>style.visibility</p:attrName>
                                        </p:attrNameLst>
                                      </p:cBhvr>
                                      <p:to>
                                        <p:strVal val="visible"/>
                                      </p:to>
                                    </p:set>
                                    <p:anim calcmode="lin" valueType="num">
                                      <p:cBhvr additive="base">
                                        <p:cTn id="19" dur="500" fill="hold"/>
                                        <p:tgtEl>
                                          <p:spTgt spid="5123">
                                            <p:txEl>
                                              <p:pRg st="4" end="4"/>
                                            </p:txEl>
                                          </p:spTgt>
                                        </p:tgtEl>
                                        <p:attrNameLst>
                                          <p:attrName>ppt_x</p:attrName>
                                        </p:attrNameLst>
                                      </p:cBhvr>
                                      <p:tavLst>
                                        <p:tav tm="0">
                                          <p:val>
                                            <p:strVal val="#ppt_x"/>
                                          </p:val>
                                        </p:tav>
                                        <p:tav tm="100000">
                                          <p:val>
                                            <p:strVal val="#ppt_x"/>
                                          </p:val>
                                        </p:tav>
                                      </p:tavLst>
                                    </p:anim>
                                    <p:anim calcmode="lin" valueType="num">
                                      <p:cBhvr additive="base">
                                        <p:cTn id="20" dur="500" fill="hold"/>
                                        <p:tgtEl>
                                          <p:spTgt spid="5123">
                                            <p:txEl>
                                              <p:pRg st="4" end="4"/>
                                            </p:txEl>
                                          </p:spTgt>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170" name="标题 1"/>
          <p:cNvSpPr>
            <a:spLocks noGrp="1"/>
          </p:cNvSpPr>
          <p:nvPr>
            <p:ph type="title"/>
          </p:nvPr>
        </p:nvSpPr>
        <p:spPr>
          <a:xfrm>
            <a:off x="107950" y="44450"/>
            <a:ext cx="7343775" cy="792163"/>
          </a:xfrm>
        </p:spPr>
        <p:txBody>
          <a:bodyPr/>
          <a:lstStyle/>
          <a:p>
            <a:r>
              <a:rPr lang="en-US" altLang="zh-CN" smtClean="0"/>
              <a:t>2.1 </a:t>
            </a:r>
            <a:r>
              <a:rPr lang="zh-CN" altLang="en-US" smtClean="0"/>
              <a:t>基本术语</a:t>
            </a:r>
          </a:p>
        </p:txBody>
      </p:sp>
      <p:sp>
        <p:nvSpPr>
          <p:cNvPr id="7171" name="内容占位符 2"/>
          <p:cNvSpPr>
            <a:spLocks noGrp="1"/>
          </p:cNvSpPr>
          <p:nvPr>
            <p:ph idx="1"/>
          </p:nvPr>
        </p:nvSpPr>
        <p:spPr>
          <a:xfrm>
            <a:off x="107950" y="981075"/>
            <a:ext cx="8928100" cy="5102225"/>
          </a:xfrm>
        </p:spPr>
        <p:txBody>
          <a:bodyPr/>
          <a:lstStyle/>
          <a:p>
            <a:r>
              <a:rPr lang="zh-CN" altLang="en-US" b="1" smtClean="0">
                <a:solidFill>
                  <a:srgbClr val="C00000"/>
                </a:solidFill>
              </a:rPr>
              <a:t>数据通信系统</a:t>
            </a:r>
          </a:p>
        </p:txBody>
      </p:sp>
      <p:sp>
        <p:nvSpPr>
          <p:cNvPr id="4" name="灯片编号占位符 3"/>
          <p:cNvSpPr>
            <a:spLocks noGrp="1"/>
          </p:cNvSpPr>
          <p:nvPr>
            <p:ph type="sldNum" sz="quarter" idx="12"/>
          </p:nvPr>
        </p:nvSpPr>
        <p:spPr/>
        <p:txBody>
          <a:bodyPr/>
          <a:lstStyle/>
          <a:p>
            <a:pPr>
              <a:defRPr/>
            </a:pPr>
            <a:fld id="{4BD1816D-A32C-4593-B9EF-34A45D71395D}" type="slidenum">
              <a:rPr lang="zh-CN" altLang="en-US" smtClean="0"/>
              <a:pPr>
                <a:defRPr/>
              </a:pPr>
              <a:t>5</a:t>
            </a:fld>
            <a:endParaRPr lang="zh-CN" altLang="en-US"/>
          </a:p>
        </p:txBody>
      </p:sp>
      <p:graphicFrame>
        <p:nvGraphicFramePr>
          <p:cNvPr id="7173" name="对象 5"/>
          <p:cNvGraphicFramePr>
            <a:graphicFrameLocks noGrp="1" noChangeAspect="1"/>
          </p:cNvGraphicFramePr>
          <p:nvPr>
            <p:extLst>
              <p:ext uri="{D42A27DB-BD31-4B8C-83A1-F6EECF244321}">
                <p14:modId xmlns:p14="http://schemas.microsoft.com/office/powerpoint/2010/main" val="2646095983"/>
              </p:ext>
            </p:extLst>
          </p:nvPr>
        </p:nvGraphicFramePr>
        <p:xfrm>
          <a:off x="144463" y="2133600"/>
          <a:ext cx="10548217" cy="4632325"/>
        </p:xfrm>
        <a:graphic>
          <a:graphicData uri="http://schemas.openxmlformats.org/presentationml/2006/ole">
            <mc:AlternateContent xmlns:mc="http://schemas.openxmlformats.org/markup-compatibility/2006">
              <mc:Choice xmlns:v="urn:schemas-microsoft-com:vml" Requires="v">
                <p:oleObj spid="_x0000_s7473" name="Visio" r:id="rId3" imgW="7175698" imgH="3134407" progId="Visio.Drawing.11">
                  <p:embed/>
                </p:oleObj>
              </mc:Choice>
              <mc:Fallback>
                <p:oleObj name="Visio" r:id="rId3" imgW="7175698" imgH="3134407" progId="Visio.Drawing.11">
                  <p:embed/>
                  <p:pic>
                    <p:nvPicPr>
                      <p:cNvPr id="0" name="对象 5"/>
                      <p:cNvPicPr>
                        <a:picLocks noGrp="1" noChangeAspect="1" noChangeArrowheads="1"/>
                      </p:cNvPicPr>
                      <p:nvPr/>
                    </p:nvPicPr>
                    <p:blipFill>
                      <a:blip r:embed="rId4"/>
                      <a:srcRect/>
                      <a:stretch>
                        <a:fillRect/>
                      </a:stretch>
                    </p:blipFill>
                    <p:spPr bwMode="auto">
                      <a:xfrm>
                        <a:off x="144463" y="2133600"/>
                        <a:ext cx="10548217" cy="4632325"/>
                      </a:xfrm>
                      <a:prstGeom prst="rect">
                        <a:avLst/>
                      </a:prstGeom>
                      <a:noFill/>
                      <a:ln>
                        <a:noFill/>
                      </a:ln>
                      <a:extLst/>
                    </p:spPr>
                  </p:pic>
                </p:oleObj>
              </mc:Fallback>
            </mc:AlternateContent>
          </a:graphicData>
        </a:graphic>
      </p:graphicFrame>
    </p:spTree>
  </p:cSld>
  <p:clrMapOvr>
    <a:masterClrMapping/>
  </p:clrMapOvr>
  <p:transition spd="slow">
    <p:push dir="u"/>
  </p:transition>
  <p:timing>
    <p:tnLst>
      <p:par>
        <p:cTn id="1" dur="indefinite" restart="never" nodeType="tmRoot"/>
      </p:par>
    </p:tn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218" name="标题 1"/>
          <p:cNvSpPr>
            <a:spLocks noGrp="1"/>
          </p:cNvSpPr>
          <p:nvPr>
            <p:ph type="title"/>
          </p:nvPr>
        </p:nvSpPr>
        <p:spPr>
          <a:xfrm>
            <a:off x="107950" y="44450"/>
            <a:ext cx="7343775" cy="792163"/>
          </a:xfrm>
        </p:spPr>
        <p:txBody>
          <a:bodyPr/>
          <a:lstStyle/>
          <a:p>
            <a:pPr eaLnBrk="1" hangingPunct="1"/>
            <a:r>
              <a:rPr lang="zh-CN" altLang="en-US" smtClean="0"/>
              <a:t>第</a:t>
            </a:r>
            <a:r>
              <a:rPr lang="en-US" altLang="zh-CN" smtClean="0"/>
              <a:t>2</a:t>
            </a:r>
            <a:r>
              <a:rPr lang="zh-CN" altLang="en-US" smtClean="0"/>
              <a:t>章 数据通信与网络基础</a:t>
            </a:r>
          </a:p>
        </p:txBody>
      </p:sp>
      <p:sp>
        <p:nvSpPr>
          <p:cNvPr id="9219" name="内容占位符 2"/>
          <p:cNvSpPr>
            <a:spLocks noGrp="1"/>
          </p:cNvSpPr>
          <p:nvPr>
            <p:ph idx="1"/>
          </p:nvPr>
        </p:nvSpPr>
        <p:spPr>
          <a:xfrm>
            <a:off x="107950" y="981075"/>
            <a:ext cx="8928100" cy="5102225"/>
          </a:xfrm>
        </p:spPr>
        <p:txBody>
          <a:bodyPr/>
          <a:lstStyle/>
          <a:p>
            <a:pPr eaLnBrk="1" hangingPunct="1"/>
            <a:r>
              <a:rPr lang="en-US" altLang="zh-CN" smtClean="0"/>
              <a:t>2.1 </a:t>
            </a:r>
            <a:r>
              <a:rPr lang="zh-CN" altLang="en-US" smtClean="0"/>
              <a:t>基本术语</a:t>
            </a:r>
            <a:endParaRPr lang="en-US" altLang="zh-CN" smtClean="0"/>
          </a:p>
          <a:p>
            <a:pPr eaLnBrk="1" hangingPunct="1"/>
            <a:r>
              <a:rPr lang="en-US" altLang="zh-CN" smtClean="0">
                <a:solidFill>
                  <a:srgbClr val="FF0000"/>
                </a:solidFill>
              </a:rPr>
              <a:t>2.2 </a:t>
            </a:r>
            <a:r>
              <a:rPr lang="zh-CN" altLang="en-US" smtClean="0">
                <a:solidFill>
                  <a:srgbClr val="FF0000"/>
                </a:solidFill>
              </a:rPr>
              <a:t>数据编码</a:t>
            </a:r>
            <a:endParaRPr lang="en-US" altLang="zh-CN" smtClean="0">
              <a:solidFill>
                <a:srgbClr val="FF0000"/>
              </a:solidFill>
            </a:endParaRPr>
          </a:p>
        </p:txBody>
      </p:sp>
      <p:sp>
        <p:nvSpPr>
          <p:cNvPr id="3" name="灯片编号占位符 2"/>
          <p:cNvSpPr>
            <a:spLocks noGrp="1"/>
          </p:cNvSpPr>
          <p:nvPr>
            <p:ph type="sldNum" sz="quarter" idx="12"/>
          </p:nvPr>
        </p:nvSpPr>
        <p:spPr/>
        <p:txBody>
          <a:bodyPr/>
          <a:lstStyle/>
          <a:p>
            <a:pPr>
              <a:defRPr/>
            </a:pPr>
            <a:fld id="{2552E188-208F-4BDB-9258-E511FF769AAD}" type="slidenum">
              <a:rPr lang="zh-CN" altLang="en-US" smtClean="0"/>
              <a:pPr>
                <a:defRPr/>
              </a:pPr>
              <a:t>6</a:t>
            </a:fld>
            <a:endParaRPr lang="zh-CN" altLang="en-US"/>
          </a:p>
        </p:txBody>
      </p:sp>
    </p:spTree>
  </p:cSld>
  <p:clrMapOvr>
    <a:masterClrMapping/>
  </p:clrMapOvr>
  <p:transition spd="slow">
    <p:push dir="u"/>
  </p:transition>
  <p:timing>
    <p:tnLst>
      <p:par>
        <p:cTn id="1" dur="indefinite" restart="never" nodeType="tmRoot"/>
      </p:par>
    </p:tn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242" name="标题 1"/>
          <p:cNvSpPr>
            <a:spLocks noGrp="1"/>
          </p:cNvSpPr>
          <p:nvPr>
            <p:ph type="title"/>
          </p:nvPr>
        </p:nvSpPr>
        <p:spPr>
          <a:xfrm>
            <a:off x="107950" y="44450"/>
            <a:ext cx="7343775" cy="792163"/>
          </a:xfrm>
        </p:spPr>
        <p:txBody>
          <a:bodyPr/>
          <a:lstStyle/>
          <a:p>
            <a:r>
              <a:rPr lang="en-US" altLang="zh-CN" dirty="0" smtClean="0"/>
              <a:t>2.2 </a:t>
            </a:r>
            <a:r>
              <a:rPr lang="zh-CN" altLang="en-US" dirty="0" smtClean="0"/>
              <a:t>数据编码</a:t>
            </a:r>
          </a:p>
        </p:txBody>
      </p:sp>
      <p:sp>
        <p:nvSpPr>
          <p:cNvPr id="10243" name="内容占位符 2"/>
          <p:cNvSpPr>
            <a:spLocks noGrp="1"/>
          </p:cNvSpPr>
          <p:nvPr>
            <p:ph idx="1"/>
          </p:nvPr>
        </p:nvSpPr>
        <p:spPr>
          <a:xfrm>
            <a:off x="107950" y="981075"/>
            <a:ext cx="8928100" cy="5102225"/>
          </a:xfrm>
        </p:spPr>
        <p:txBody>
          <a:bodyPr/>
          <a:lstStyle/>
          <a:p>
            <a:pPr algn="just" eaLnBrk="1" hangingPunct="1">
              <a:buClr>
                <a:schemeClr val="tx1"/>
              </a:buClr>
            </a:pPr>
            <a:r>
              <a:rPr lang="zh-CN" altLang="en-US" b="1" dirty="0" smtClean="0">
                <a:solidFill>
                  <a:srgbClr val="C00000"/>
                </a:solidFill>
              </a:rPr>
              <a:t>数据编码：</a:t>
            </a:r>
            <a:r>
              <a:rPr lang="zh-CN" altLang="en-US" sz="2800" b="1" dirty="0" smtClean="0">
                <a:solidFill>
                  <a:schemeClr val="accent4">
                    <a:lumMod val="50000"/>
                  </a:schemeClr>
                </a:solidFill>
              </a:rPr>
              <a:t>通信系统中以何种物理信号的形式来表达数据</a:t>
            </a:r>
            <a:endParaRPr lang="en-US" altLang="zh-CN" sz="2800" b="1" dirty="0" smtClean="0">
              <a:solidFill>
                <a:schemeClr val="accent4">
                  <a:lumMod val="50000"/>
                </a:schemeClr>
              </a:solidFill>
            </a:endParaRPr>
          </a:p>
          <a:p>
            <a:pPr algn="just" eaLnBrk="1" hangingPunct="1">
              <a:buClr>
                <a:schemeClr val="tx1"/>
              </a:buClr>
            </a:pPr>
            <a:endParaRPr lang="en-US" altLang="zh-CN" sz="2800" b="1" dirty="0" smtClean="0">
              <a:solidFill>
                <a:schemeClr val="accent4">
                  <a:lumMod val="50000"/>
                </a:schemeClr>
              </a:solidFill>
              <a:latin typeface="Times New Roman" pitchFamily="18" charset="0"/>
            </a:endParaRPr>
          </a:p>
          <a:p>
            <a:pPr algn="just" eaLnBrk="1" hangingPunct="1">
              <a:buClr>
                <a:schemeClr val="tx1"/>
              </a:buClr>
            </a:pPr>
            <a:r>
              <a:rPr lang="en-US" altLang="zh-CN" b="1" dirty="0" smtClean="0">
                <a:latin typeface="Times New Roman" pitchFamily="18" charset="0"/>
              </a:rPr>
              <a:t> </a:t>
            </a:r>
            <a:r>
              <a:rPr lang="zh-CN" altLang="en-US" b="1" dirty="0" smtClean="0">
                <a:solidFill>
                  <a:srgbClr val="C00000"/>
                </a:solidFill>
              </a:rPr>
              <a:t>码元</a:t>
            </a:r>
            <a:endParaRPr lang="en-US" altLang="zh-CN" b="1" dirty="0" smtClean="0">
              <a:solidFill>
                <a:srgbClr val="C00000"/>
              </a:solidFill>
            </a:endParaRPr>
          </a:p>
          <a:p>
            <a:pPr algn="just" eaLnBrk="1" hangingPunct="1">
              <a:buClr>
                <a:schemeClr val="tx1"/>
              </a:buClr>
            </a:pPr>
            <a:endParaRPr lang="en-US" altLang="zh-CN" sz="2800" b="1" dirty="0" smtClean="0"/>
          </a:p>
          <a:p>
            <a:pPr marL="342900" lvl="2" indent="-342900" algn="just" eaLnBrk="1" hangingPunct="1">
              <a:buClr>
                <a:schemeClr val="tx1"/>
              </a:buClr>
              <a:buFont typeface="Wingdings" pitchFamily="2" charset="2"/>
              <a:buChar char="Ø"/>
            </a:pPr>
            <a:r>
              <a:rPr lang="zh-CN" altLang="en-US" sz="3200" b="1" dirty="0" smtClean="0">
                <a:solidFill>
                  <a:srgbClr val="C00000"/>
                </a:solidFill>
              </a:rPr>
              <a:t>数字数据编码</a:t>
            </a:r>
            <a:endParaRPr lang="zh-CN" altLang="en-US" sz="3200" b="1" dirty="0" smtClean="0"/>
          </a:p>
          <a:p>
            <a:pPr marL="400050" lvl="1" indent="0" algn="just">
              <a:buClr>
                <a:schemeClr val="tx1"/>
              </a:buClr>
            </a:pPr>
            <a:r>
              <a:rPr lang="zh-CN" altLang="en-US" sz="2400" b="1" dirty="0" smtClean="0">
                <a:solidFill>
                  <a:srgbClr val="C00000"/>
                </a:solidFill>
                <a:latin typeface="楷体_GB2312" pitchFamily="49" charset="-122"/>
              </a:rPr>
              <a:t>单极性码</a:t>
            </a:r>
            <a:endParaRPr lang="zh-CN" altLang="en-US" sz="2400" b="1" dirty="0" smtClean="0">
              <a:latin typeface="楷体_GB2312" pitchFamily="49" charset="-122"/>
            </a:endParaRPr>
          </a:p>
          <a:p>
            <a:pPr marL="400050" lvl="1" indent="0" algn="just">
              <a:buClr>
                <a:schemeClr val="tx1"/>
              </a:buClr>
            </a:pPr>
            <a:r>
              <a:rPr lang="zh-CN" altLang="en-US" sz="2400" b="1" dirty="0" smtClean="0">
                <a:solidFill>
                  <a:srgbClr val="C00000"/>
                </a:solidFill>
                <a:latin typeface="楷体_GB2312" pitchFamily="49" charset="-122"/>
              </a:rPr>
              <a:t>双极性编码</a:t>
            </a:r>
            <a:endParaRPr lang="en-US" altLang="zh-CN" sz="2400" b="1" dirty="0" smtClean="0">
              <a:latin typeface="楷体_GB2312" pitchFamily="49" charset="-122"/>
            </a:endParaRPr>
          </a:p>
          <a:p>
            <a:pPr marL="400050" lvl="1" indent="0" algn="just">
              <a:buClr>
                <a:schemeClr val="tx1"/>
              </a:buClr>
            </a:pPr>
            <a:r>
              <a:rPr lang="zh-CN" altLang="en-US" sz="2400" b="1" dirty="0" smtClean="0">
                <a:solidFill>
                  <a:srgbClr val="C00000"/>
                </a:solidFill>
                <a:latin typeface="楷体_GB2312" pitchFamily="49" charset="-122"/>
              </a:rPr>
              <a:t>归零码</a:t>
            </a:r>
            <a:endParaRPr lang="zh-CN" altLang="en-US" sz="2400" b="1" dirty="0" smtClean="0">
              <a:latin typeface="楷体_GB2312" pitchFamily="49" charset="-122"/>
            </a:endParaRPr>
          </a:p>
          <a:p>
            <a:pPr marL="400050" lvl="1" indent="0" algn="just">
              <a:buClr>
                <a:schemeClr val="tx1"/>
              </a:buClr>
            </a:pPr>
            <a:r>
              <a:rPr lang="zh-CN" altLang="en-US" sz="2400" b="1" dirty="0" smtClean="0">
                <a:solidFill>
                  <a:srgbClr val="C00000"/>
                </a:solidFill>
                <a:latin typeface="楷体_GB2312" pitchFamily="49" charset="-122"/>
              </a:rPr>
              <a:t>非归零码</a:t>
            </a:r>
            <a:endParaRPr lang="zh-CN" altLang="en-US" sz="2400" b="1" dirty="0" smtClean="0">
              <a:latin typeface="楷体_GB2312" pitchFamily="49" charset="-122"/>
            </a:endParaRPr>
          </a:p>
          <a:p>
            <a:pPr marL="914400" lvl="3" indent="-457200" algn="just" eaLnBrk="1" hangingPunct="1">
              <a:buClr>
                <a:schemeClr val="tx1"/>
              </a:buClr>
              <a:buFont typeface="Wingdings" pitchFamily="2" charset="2"/>
              <a:buChar char="ü"/>
            </a:pPr>
            <a:endParaRPr lang="zh-CN" altLang="en-US" b="1" dirty="0" smtClean="0"/>
          </a:p>
        </p:txBody>
      </p:sp>
      <p:sp>
        <p:nvSpPr>
          <p:cNvPr id="4" name="灯片编号占位符 3"/>
          <p:cNvSpPr>
            <a:spLocks noGrp="1"/>
          </p:cNvSpPr>
          <p:nvPr>
            <p:ph type="sldNum" sz="quarter" idx="12"/>
          </p:nvPr>
        </p:nvSpPr>
        <p:spPr/>
        <p:txBody>
          <a:bodyPr/>
          <a:lstStyle/>
          <a:p>
            <a:pPr>
              <a:defRPr/>
            </a:pPr>
            <a:fld id="{143018D0-56A9-4919-AC93-A99ECBFBD92F}" type="slidenum">
              <a:rPr lang="zh-CN" altLang="en-US" smtClean="0"/>
              <a:pPr>
                <a:defRPr/>
              </a:pPr>
              <a:t>7</a:t>
            </a:fld>
            <a:endParaRPr lang="zh-CN" altLang="en-US"/>
          </a:p>
        </p:txBody>
      </p:sp>
    </p:spTree>
  </p:cSld>
  <p:clrMapOvr>
    <a:masterClrMapping/>
  </p:clrMapOvr>
  <p:transition spd="slow">
    <p:push dir="u"/>
  </p:transition>
  <p:timing>
    <p:tnLst>
      <p:par>
        <p:cTn id="1" dur="indefinite" restart="never" nodeType="tmRoot"/>
      </p:par>
    </p:tn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266" name="标题 1"/>
          <p:cNvSpPr>
            <a:spLocks noGrp="1"/>
          </p:cNvSpPr>
          <p:nvPr>
            <p:ph type="title"/>
          </p:nvPr>
        </p:nvSpPr>
        <p:spPr>
          <a:xfrm>
            <a:off x="107950" y="44450"/>
            <a:ext cx="7343775" cy="792163"/>
          </a:xfrm>
        </p:spPr>
        <p:txBody>
          <a:bodyPr/>
          <a:lstStyle/>
          <a:p>
            <a:r>
              <a:rPr lang="en-US" altLang="zh-CN" smtClean="0"/>
              <a:t>2.2 </a:t>
            </a:r>
            <a:r>
              <a:rPr lang="zh-CN" altLang="en-US" smtClean="0"/>
              <a:t>数据编码</a:t>
            </a:r>
          </a:p>
        </p:txBody>
      </p:sp>
      <p:sp>
        <p:nvSpPr>
          <p:cNvPr id="4" name="灯片编号占位符 3"/>
          <p:cNvSpPr>
            <a:spLocks noGrp="1"/>
          </p:cNvSpPr>
          <p:nvPr>
            <p:ph type="sldNum" sz="quarter" idx="12"/>
          </p:nvPr>
        </p:nvSpPr>
        <p:spPr/>
        <p:txBody>
          <a:bodyPr/>
          <a:lstStyle/>
          <a:p>
            <a:pPr>
              <a:defRPr/>
            </a:pPr>
            <a:fld id="{947E798D-CC5D-4F12-8151-5C3F902462C2}" type="slidenum">
              <a:rPr lang="zh-CN" altLang="en-US" smtClean="0"/>
              <a:pPr>
                <a:defRPr/>
              </a:pPr>
              <a:t>8</a:t>
            </a:fld>
            <a:endParaRPr lang="zh-CN" altLang="en-US"/>
          </a:p>
        </p:txBody>
      </p:sp>
      <p:pic>
        <p:nvPicPr>
          <p:cNvPr id="11268" name="Picture 3"/>
          <p:cNvPicPr>
            <a:picLocks noChangeAspect="1" noChangeArrowheads="1"/>
          </p:cNvPicPr>
          <p:nvPr/>
        </p:nvPicPr>
        <p:blipFill>
          <a:blip r:embed="rId2">
            <a:grayscl/>
            <a:extLst>
              <a:ext uri="{28A0092B-C50C-407E-A947-70E740481C1C}">
                <a14:useLocalDpi xmlns:a14="http://schemas.microsoft.com/office/drawing/2010/main" val="0"/>
              </a:ext>
            </a:extLst>
          </a:blip>
          <a:srcRect b="9975"/>
          <a:stretch>
            <a:fillRect/>
          </a:stretch>
        </p:blipFill>
        <p:spPr bwMode="auto">
          <a:xfrm>
            <a:off x="250825" y="1196975"/>
            <a:ext cx="8513763" cy="46021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cSld>
  <p:clrMapOvr>
    <a:masterClrMapping/>
  </p:clrMapOvr>
  <p:transition spd="slow">
    <p:push dir="u"/>
  </p:transition>
  <p:timing>
    <p:tnLst>
      <p:par>
        <p:cTn id="1" dur="indefinite" restart="never" nodeType="tmRoot"/>
      </p:par>
    </p:tn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290" name="标题 1"/>
          <p:cNvSpPr>
            <a:spLocks noGrp="1"/>
          </p:cNvSpPr>
          <p:nvPr>
            <p:ph type="title"/>
          </p:nvPr>
        </p:nvSpPr>
        <p:spPr>
          <a:xfrm>
            <a:off x="107950" y="44450"/>
            <a:ext cx="7343775" cy="792163"/>
          </a:xfrm>
        </p:spPr>
        <p:txBody>
          <a:bodyPr/>
          <a:lstStyle/>
          <a:p>
            <a:r>
              <a:rPr lang="en-US" altLang="zh-CN" smtClean="0"/>
              <a:t>2.2 </a:t>
            </a:r>
            <a:r>
              <a:rPr lang="zh-CN" altLang="en-US" smtClean="0"/>
              <a:t>数据编码</a:t>
            </a:r>
          </a:p>
        </p:txBody>
      </p:sp>
      <p:sp>
        <p:nvSpPr>
          <p:cNvPr id="12291" name="内容占位符 2"/>
          <p:cNvSpPr>
            <a:spLocks noGrp="1"/>
          </p:cNvSpPr>
          <p:nvPr>
            <p:ph idx="1"/>
          </p:nvPr>
        </p:nvSpPr>
        <p:spPr>
          <a:xfrm>
            <a:off x="107950" y="981075"/>
            <a:ext cx="8928100" cy="5102225"/>
          </a:xfrm>
        </p:spPr>
        <p:txBody>
          <a:bodyPr/>
          <a:lstStyle/>
          <a:p>
            <a:pPr algn="just">
              <a:lnSpc>
                <a:spcPct val="130000"/>
              </a:lnSpc>
              <a:buClr>
                <a:schemeClr val="tx1"/>
              </a:buClr>
              <a:buFont typeface="Wingdings" pitchFamily="2" charset="2"/>
              <a:buChar char="ü"/>
            </a:pPr>
            <a:r>
              <a:rPr lang="zh-CN" altLang="en-US" sz="2400" b="1" dirty="0" smtClean="0">
                <a:solidFill>
                  <a:srgbClr val="C00000"/>
                </a:solidFill>
                <a:latin typeface="楷体_GB2312" pitchFamily="49" charset="-122"/>
              </a:rPr>
              <a:t>差分码</a:t>
            </a:r>
            <a:endParaRPr lang="zh-CN" altLang="en-US" sz="2400" dirty="0" smtClean="0"/>
          </a:p>
          <a:p>
            <a:endParaRPr lang="zh-CN" altLang="en-US" dirty="0" smtClean="0"/>
          </a:p>
        </p:txBody>
      </p:sp>
      <p:sp>
        <p:nvSpPr>
          <p:cNvPr id="4" name="灯片编号占位符 3"/>
          <p:cNvSpPr>
            <a:spLocks noGrp="1"/>
          </p:cNvSpPr>
          <p:nvPr>
            <p:ph type="sldNum" sz="quarter" idx="12"/>
          </p:nvPr>
        </p:nvSpPr>
        <p:spPr/>
        <p:txBody>
          <a:bodyPr/>
          <a:lstStyle/>
          <a:p>
            <a:pPr>
              <a:defRPr/>
            </a:pPr>
            <a:fld id="{DF3E525E-D7B8-45B0-9549-67127ED0A897}" type="slidenum">
              <a:rPr lang="zh-CN" altLang="en-US" smtClean="0"/>
              <a:pPr>
                <a:defRPr/>
              </a:pPr>
              <a:t>9</a:t>
            </a:fld>
            <a:endParaRPr lang="zh-CN" altLang="en-US"/>
          </a:p>
        </p:txBody>
      </p:sp>
      <p:pic>
        <p:nvPicPr>
          <p:cNvPr id="12293" name="Picture 2"/>
          <p:cNvPicPr>
            <a:picLocks noChangeAspect="1" noChangeArrowheads="1"/>
          </p:cNvPicPr>
          <p:nvPr/>
        </p:nvPicPr>
        <p:blipFill>
          <a:blip r:embed="rId3">
            <a:extLst>
              <a:ext uri="{28A0092B-C50C-407E-A947-70E740481C1C}">
                <a14:useLocalDpi xmlns:a14="http://schemas.microsoft.com/office/drawing/2010/main" val="0"/>
              </a:ext>
            </a:extLst>
          </a:blip>
          <a:srcRect b="11830"/>
          <a:stretch>
            <a:fillRect/>
          </a:stretch>
        </p:blipFill>
        <p:spPr bwMode="auto">
          <a:xfrm>
            <a:off x="2555776" y="1916832"/>
            <a:ext cx="3240088" cy="3836988"/>
          </a:xfrm>
          <a:prstGeom prst="rect">
            <a:avLst/>
          </a:prstGeom>
          <a:noFill/>
          <a:ln>
            <a:noFill/>
          </a:ln>
          <a:effectLst/>
          <a:extLst>
            <a:ext uri="{909E8E84-426E-40DD-AFC4-6F175D3DCCD1}">
              <a14:hiddenFill xmlns:a14="http://schemas.microsoft.com/office/drawing/2010/main">
                <a:solidFill>
                  <a:schemeClr val="tx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Tree>
  </p:cSld>
  <p:clrMapOvr>
    <a:masterClrMapping/>
  </p:clrMapOvr>
  <p:transition spd="slow">
    <p:push dir="u"/>
  </p:transition>
  <p:timing>
    <p:tnLst>
      <p:par>
        <p:cTn id="1" dur="indefinite" restart="never" nodeType="tmRoot"/>
      </p:par>
    </p:tnLst>
  </p:timing>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314" name="标题 1"/>
          <p:cNvSpPr>
            <a:spLocks noGrp="1"/>
          </p:cNvSpPr>
          <p:nvPr>
            <p:ph type="title"/>
          </p:nvPr>
        </p:nvSpPr>
        <p:spPr>
          <a:xfrm>
            <a:off x="107950" y="44450"/>
            <a:ext cx="7343775" cy="792163"/>
          </a:xfrm>
        </p:spPr>
        <p:txBody>
          <a:bodyPr/>
          <a:lstStyle/>
          <a:p>
            <a:r>
              <a:rPr lang="en-US" altLang="zh-CN" smtClean="0"/>
              <a:t>2.2 </a:t>
            </a:r>
            <a:r>
              <a:rPr lang="zh-CN" altLang="en-US" smtClean="0"/>
              <a:t>数据编码</a:t>
            </a:r>
          </a:p>
        </p:txBody>
      </p:sp>
      <p:sp>
        <p:nvSpPr>
          <p:cNvPr id="13315" name="内容占位符 2"/>
          <p:cNvSpPr>
            <a:spLocks noGrp="1"/>
          </p:cNvSpPr>
          <p:nvPr>
            <p:ph idx="1"/>
          </p:nvPr>
        </p:nvSpPr>
        <p:spPr>
          <a:xfrm>
            <a:off x="107950" y="981075"/>
            <a:ext cx="8928100" cy="5102225"/>
          </a:xfrm>
        </p:spPr>
        <p:txBody>
          <a:bodyPr/>
          <a:lstStyle/>
          <a:p>
            <a:pPr algn="just">
              <a:lnSpc>
                <a:spcPct val="130000"/>
              </a:lnSpc>
              <a:buClr>
                <a:schemeClr val="tx1"/>
              </a:buClr>
              <a:buFont typeface="Wingdings" pitchFamily="2" charset="2"/>
              <a:buChar char="ü"/>
            </a:pPr>
            <a:r>
              <a:rPr lang="zh-CN" altLang="en-US" sz="2400" b="1" dirty="0" smtClean="0">
                <a:solidFill>
                  <a:srgbClr val="C00000"/>
                </a:solidFill>
                <a:latin typeface="楷体_GB2312" pitchFamily="49" charset="-122"/>
              </a:rPr>
              <a:t>曼彻斯特编码</a:t>
            </a:r>
            <a:r>
              <a:rPr lang="zh-CN" altLang="en-US" sz="2400" dirty="0" smtClean="0">
                <a:latin typeface="楷体_GB2312" pitchFamily="49" charset="-122"/>
              </a:rPr>
              <a:t>：</a:t>
            </a:r>
            <a:endParaRPr lang="zh-CN" altLang="en-US" sz="2400" dirty="0" smtClean="0"/>
          </a:p>
        </p:txBody>
      </p:sp>
      <p:sp>
        <p:nvSpPr>
          <p:cNvPr id="4" name="灯片编号占位符 3"/>
          <p:cNvSpPr>
            <a:spLocks noGrp="1"/>
          </p:cNvSpPr>
          <p:nvPr>
            <p:ph type="sldNum" sz="quarter" idx="12"/>
          </p:nvPr>
        </p:nvSpPr>
        <p:spPr/>
        <p:txBody>
          <a:bodyPr/>
          <a:lstStyle/>
          <a:p>
            <a:pPr>
              <a:defRPr/>
            </a:pPr>
            <a:fld id="{67E2A377-051F-416E-832E-855E16990745}" type="slidenum">
              <a:rPr lang="zh-CN" altLang="en-US" smtClean="0"/>
              <a:pPr>
                <a:defRPr/>
              </a:pPr>
              <a:t>10</a:t>
            </a:fld>
            <a:endParaRPr lang="zh-CN" altLang="en-US"/>
          </a:p>
        </p:txBody>
      </p:sp>
      <p:pic>
        <p:nvPicPr>
          <p:cNvPr id="13317" name="Picture 3"/>
          <p:cNvPicPr>
            <a:picLocks noChangeAspect="1" noChangeArrowheads="1"/>
          </p:cNvPicPr>
          <p:nvPr/>
        </p:nvPicPr>
        <p:blipFill>
          <a:blip r:embed="rId2">
            <a:extLst>
              <a:ext uri="{28A0092B-C50C-407E-A947-70E740481C1C}">
                <a14:useLocalDpi xmlns:a14="http://schemas.microsoft.com/office/drawing/2010/main" val="0"/>
              </a:ext>
            </a:extLst>
          </a:blip>
          <a:srcRect b="9784"/>
          <a:stretch>
            <a:fillRect/>
          </a:stretch>
        </p:blipFill>
        <p:spPr bwMode="auto">
          <a:xfrm>
            <a:off x="827584" y="1772816"/>
            <a:ext cx="6719888" cy="37163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cSld>
  <p:clrMapOvr>
    <a:masterClrMapping/>
  </p:clrMapOvr>
  <p:transition spd="slow">
    <p:push dir="u"/>
  </p:transition>
  <p:timing>
    <p:tnLst>
      <p:par>
        <p:cTn id="1" dur="indefinite" restart="never" nodeType="tmRoot"/>
      </p:par>
    </p:tnLst>
  </p:timing>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338" name="标题 1"/>
          <p:cNvSpPr>
            <a:spLocks noGrp="1"/>
          </p:cNvSpPr>
          <p:nvPr>
            <p:ph type="title"/>
          </p:nvPr>
        </p:nvSpPr>
        <p:spPr>
          <a:xfrm>
            <a:off x="107950" y="44450"/>
            <a:ext cx="7343775" cy="792163"/>
          </a:xfrm>
        </p:spPr>
        <p:txBody>
          <a:bodyPr/>
          <a:lstStyle/>
          <a:p>
            <a:r>
              <a:rPr lang="en-US" altLang="zh-CN" smtClean="0"/>
              <a:t>2.2 </a:t>
            </a:r>
            <a:r>
              <a:rPr lang="zh-CN" altLang="en-US" smtClean="0"/>
              <a:t>数据编码</a:t>
            </a:r>
          </a:p>
        </p:txBody>
      </p:sp>
      <p:sp>
        <p:nvSpPr>
          <p:cNvPr id="14339" name="内容占位符 2"/>
          <p:cNvSpPr>
            <a:spLocks noGrp="1"/>
          </p:cNvSpPr>
          <p:nvPr>
            <p:ph idx="1"/>
          </p:nvPr>
        </p:nvSpPr>
        <p:spPr>
          <a:xfrm>
            <a:off x="107950" y="981075"/>
            <a:ext cx="8928100" cy="5102225"/>
          </a:xfrm>
        </p:spPr>
        <p:txBody>
          <a:bodyPr/>
          <a:lstStyle/>
          <a:p>
            <a:pPr>
              <a:lnSpc>
                <a:spcPct val="140000"/>
              </a:lnSpc>
              <a:spcBef>
                <a:spcPct val="0"/>
              </a:spcBef>
            </a:pPr>
            <a:r>
              <a:rPr lang="zh-CN" altLang="en-US" dirty="0" smtClean="0">
                <a:solidFill>
                  <a:srgbClr val="C00000"/>
                </a:solidFill>
                <a:latin typeface="楷体_GB2312" pitchFamily="49" charset="-122"/>
              </a:rPr>
              <a:t>模拟数据编码：</a:t>
            </a:r>
            <a:r>
              <a:rPr lang="zh-CN" altLang="en-US" dirty="0" smtClean="0">
                <a:latin typeface="楷体_GB2312" pitchFamily="49" charset="-122"/>
              </a:rPr>
              <a:t>有以下三种编码方法：</a:t>
            </a:r>
          </a:p>
          <a:p>
            <a:pPr lvl="1">
              <a:lnSpc>
                <a:spcPct val="140000"/>
              </a:lnSpc>
              <a:spcBef>
                <a:spcPct val="0"/>
              </a:spcBef>
              <a:buClr>
                <a:srgbClr val="CC00CC"/>
              </a:buClr>
            </a:pPr>
            <a:r>
              <a:rPr lang="zh-CN" altLang="en-US" dirty="0" smtClean="0">
                <a:latin typeface="楷体_GB2312" pitchFamily="49" charset="-122"/>
              </a:rPr>
              <a:t> </a:t>
            </a:r>
            <a:r>
              <a:rPr lang="zh-CN" altLang="en-US" dirty="0" smtClean="0">
                <a:solidFill>
                  <a:srgbClr val="C00000"/>
                </a:solidFill>
                <a:latin typeface="楷体_GB2312" pitchFamily="49" charset="-122"/>
              </a:rPr>
              <a:t>幅移键控</a:t>
            </a:r>
            <a:r>
              <a:rPr lang="en-US" altLang="zh-CN" dirty="0" smtClean="0">
                <a:solidFill>
                  <a:srgbClr val="C00000"/>
                </a:solidFill>
                <a:latin typeface="楷体_GB2312" pitchFamily="49" charset="-122"/>
              </a:rPr>
              <a:t>ASK</a:t>
            </a:r>
            <a:r>
              <a:rPr lang="zh-CN" altLang="en-US" dirty="0" smtClean="0">
                <a:latin typeface="楷体_GB2312" pitchFamily="49" charset="-122"/>
              </a:rPr>
              <a:t>（</a:t>
            </a:r>
            <a:r>
              <a:rPr lang="en-US" altLang="zh-CN" dirty="0" smtClean="0">
                <a:latin typeface="楷体_GB2312" pitchFamily="49" charset="-122"/>
              </a:rPr>
              <a:t>amplitude-shift keying</a:t>
            </a:r>
            <a:r>
              <a:rPr lang="zh-CN" altLang="en-US" dirty="0" smtClean="0">
                <a:latin typeface="楷体_GB2312" pitchFamily="49" charset="-122"/>
              </a:rPr>
              <a:t>）</a:t>
            </a:r>
          </a:p>
          <a:p>
            <a:pPr lvl="1">
              <a:lnSpc>
                <a:spcPct val="140000"/>
              </a:lnSpc>
              <a:spcBef>
                <a:spcPct val="0"/>
              </a:spcBef>
              <a:buClr>
                <a:srgbClr val="CC00CC"/>
              </a:buClr>
            </a:pPr>
            <a:r>
              <a:rPr lang="zh-CN" altLang="en-US" dirty="0" smtClean="0">
                <a:latin typeface="楷体_GB2312" pitchFamily="49" charset="-122"/>
              </a:rPr>
              <a:t> </a:t>
            </a:r>
            <a:r>
              <a:rPr lang="zh-CN" altLang="en-US" dirty="0" smtClean="0">
                <a:solidFill>
                  <a:srgbClr val="C00000"/>
                </a:solidFill>
                <a:latin typeface="楷体_GB2312" pitchFamily="49" charset="-122"/>
              </a:rPr>
              <a:t>频移键控</a:t>
            </a:r>
            <a:r>
              <a:rPr lang="en-US" altLang="zh-CN" dirty="0" smtClean="0">
                <a:solidFill>
                  <a:srgbClr val="C00000"/>
                </a:solidFill>
                <a:latin typeface="楷体_GB2312" pitchFamily="49" charset="-122"/>
              </a:rPr>
              <a:t>FSK</a:t>
            </a:r>
            <a:r>
              <a:rPr lang="zh-CN" altLang="en-US" dirty="0" smtClean="0">
                <a:latin typeface="楷体_GB2312" pitchFamily="49" charset="-122"/>
              </a:rPr>
              <a:t>（</a:t>
            </a:r>
            <a:r>
              <a:rPr lang="en-US" altLang="zh-CN" dirty="0" smtClean="0">
                <a:latin typeface="楷体_GB2312" pitchFamily="49" charset="-122"/>
              </a:rPr>
              <a:t>frequency-shift keying</a:t>
            </a:r>
            <a:r>
              <a:rPr lang="zh-CN" altLang="en-US" dirty="0" smtClean="0">
                <a:latin typeface="楷体_GB2312" pitchFamily="49" charset="-122"/>
              </a:rPr>
              <a:t>）</a:t>
            </a:r>
          </a:p>
          <a:p>
            <a:pPr lvl="1">
              <a:lnSpc>
                <a:spcPct val="140000"/>
              </a:lnSpc>
              <a:spcBef>
                <a:spcPct val="0"/>
              </a:spcBef>
              <a:buClr>
                <a:srgbClr val="CC00CC"/>
              </a:buClr>
            </a:pPr>
            <a:r>
              <a:rPr lang="zh-CN" altLang="en-US" dirty="0" smtClean="0">
                <a:latin typeface="楷体_GB2312" pitchFamily="49" charset="-122"/>
              </a:rPr>
              <a:t> </a:t>
            </a:r>
            <a:r>
              <a:rPr lang="zh-CN" altLang="en-US" dirty="0" smtClean="0">
                <a:solidFill>
                  <a:srgbClr val="C00000"/>
                </a:solidFill>
                <a:latin typeface="楷体_GB2312" pitchFamily="49" charset="-122"/>
              </a:rPr>
              <a:t>相移键控</a:t>
            </a:r>
            <a:r>
              <a:rPr lang="en-US" altLang="zh-CN" dirty="0" smtClean="0">
                <a:solidFill>
                  <a:srgbClr val="C00000"/>
                </a:solidFill>
                <a:latin typeface="楷体_GB2312" pitchFamily="49" charset="-122"/>
              </a:rPr>
              <a:t>PSK</a:t>
            </a:r>
            <a:r>
              <a:rPr lang="zh-CN" altLang="en-US" dirty="0" smtClean="0">
                <a:latin typeface="楷体_GB2312" pitchFamily="49" charset="-122"/>
              </a:rPr>
              <a:t>（</a:t>
            </a:r>
            <a:r>
              <a:rPr lang="en-US" altLang="zh-CN" dirty="0" smtClean="0">
                <a:latin typeface="楷体_GB2312" pitchFamily="49" charset="-122"/>
              </a:rPr>
              <a:t>phase-shift keying</a:t>
            </a:r>
            <a:r>
              <a:rPr lang="zh-CN" altLang="en-US" dirty="0" smtClean="0">
                <a:latin typeface="楷体_GB2312" pitchFamily="49" charset="-122"/>
              </a:rPr>
              <a:t>）</a:t>
            </a:r>
          </a:p>
          <a:p>
            <a:endParaRPr lang="zh-CN" altLang="en-US" dirty="0" smtClean="0"/>
          </a:p>
        </p:txBody>
      </p:sp>
      <p:sp>
        <p:nvSpPr>
          <p:cNvPr id="4" name="灯片编号占位符 3"/>
          <p:cNvSpPr>
            <a:spLocks noGrp="1"/>
          </p:cNvSpPr>
          <p:nvPr>
            <p:ph type="sldNum" sz="quarter" idx="12"/>
          </p:nvPr>
        </p:nvSpPr>
        <p:spPr/>
        <p:txBody>
          <a:bodyPr/>
          <a:lstStyle/>
          <a:p>
            <a:pPr>
              <a:defRPr/>
            </a:pPr>
            <a:fld id="{7727EFE7-47CD-4973-8A82-DBCB0DA02861}" type="slidenum">
              <a:rPr lang="zh-CN" altLang="en-US" smtClean="0"/>
              <a:pPr>
                <a:defRPr/>
              </a:pPr>
              <a:t>11</a:t>
            </a:fld>
            <a:endParaRPr lang="zh-CN" altLang="en-US"/>
          </a:p>
        </p:txBody>
      </p:sp>
    </p:spTree>
  </p:cSld>
  <p:clrMapOvr>
    <a:masterClrMapping/>
  </p:clrMapOvr>
  <p:transition spd="slow">
    <p:push dir="u"/>
  </p:transition>
  <p:timing>
    <p:tnLst>
      <p:par>
        <p:cTn id="1" dur="indefinite" restart="never" nodeType="tmRoot"/>
      </p:par>
    </p:tnLst>
  </p:timing>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5362" name="标题 1"/>
          <p:cNvSpPr>
            <a:spLocks noGrp="1"/>
          </p:cNvSpPr>
          <p:nvPr>
            <p:ph type="title"/>
          </p:nvPr>
        </p:nvSpPr>
        <p:spPr>
          <a:xfrm>
            <a:off x="107950" y="44450"/>
            <a:ext cx="7343775" cy="792163"/>
          </a:xfrm>
        </p:spPr>
        <p:txBody>
          <a:bodyPr/>
          <a:lstStyle/>
          <a:p>
            <a:r>
              <a:rPr lang="en-US" altLang="zh-CN" smtClean="0"/>
              <a:t>2.2 </a:t>
            </a:r>
            <a:r>
              <a:rPr lang="zh-CN" altLang="en-US" smtClean="0"/>
              <a:t>数据编码</a:t>
            </a:r>
          </a:p>
        </p:txBody>
      </p:sp>
      <p:sp>
        <p:nvSpPr>
          <p:cNvPr id="4" name="灯片编号占位符 3"/>
          <p:cNvSpPr>
            <a:spLocks noGrp="1"/>
          </p:cNvSpPr>
          <p:nvPr>
            <p:ph type="sldNum" sz="quarter" idx="12"/>
          </p:nvPr>
        </p:nvSpPr>
        <p:spPr/>
        <p:txBody>
          <a:bodyPr/>
          <a:lstStyle/>
          <a:p>
            <a:pPr>
              <a:defRPr/>
            </a:pPr>
            <a:fld id="{A19E355E-513B-484D-A32F-583D77B24613}" type="slidenum">
              <a:rPr lang="zh-CN" altLang="en-US" smtClean="0"/>
              <a:pPr>
                <a:defRPr/>
              </a:pPr>
              <a:t>12</a:t>
            </a:fld>
            <a:endParaRPr lang="zh-CN" altLang="en-US"/>
          </a:p>
        </p:txBody>
      </p:sp>
      <p:pic>
        <p:nvPicPr>
          <p:cNvPr id="15364" name="图片 6"/>
          <p:cNvPicPr>
            <a:picLocks noChangeAspect="1"/>
          </p:cNvPicPr>
          <p:nvPr/>
        </p:nvPicPr>
        <p:blipFill>
          <a:blip r:embed="rId2">
            <a:extLst>
              <a:ext uri="{28A0092B-C50C-407E-A947-70E740481C1C}">
                <a14:useLocalDpi xmlns:a14="http://schemas.microsoft.com/office/drawing/2010/main" val="0"/>
              </a:ext>
            </a:extLst>
          </a:blip>
          <a:srcRect/>
          <a:stretch>
            <a:fillRect/>
          </a:stretch>
        </p:blipFill>
        <p:spPr bwMode="auto">
          <a:xfrm>
            <a:off x="1476375" y="854075"/>
            <a:ext cx="5227638" cy="57689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8" name="圆角矩形标注 7"/>
          <p:cNvSpPr/>
          <p:nvPr/>
        </p:nvSpPr>
        <p:spPr>
          <a:xfrm>
            <a:off x="322263" y="2924175"/>
            <a:ext cx="7345362" cy="842963"/>
          </a:xfrm>
          <a:prstGeom prst="wedgeRoundRectCallout">
            <a:avLst>
              <a:gd name="adj1" fmla="val 12111"/>
              <a:gd name="adj2" fmla="val -109478"/>
              <a:gd name="adj3" fmla="val 16667"/>
            </a:avLst>
          </a:prstGeom>
          <a:solidFill>
            <a:schemeClr val="accent1">
              <a:lumMod val="40000"/>
              <a:lumOff val="60000"/>
            </a:schemeClr>
          </a:solidFill>
        </p:spPr>
        <p:style>
          <a:lnRef idx="2">
            <a:schemeClr val="accent1">
              <a:shade val="50000"/>
            </a:schemeClr>
          </a:lnRef>
          <a:fillRef idx="1">
            <a:schemeClr val="accent1"/>
          </a:fillRef>
          <a:effectRef idx="0">
            <a:schemeClr val="accent1"/>
          </a:effectRef>
          <a:fontRef idx="minor">
            <a:schemeClr val="lt1"/>
          </a:fontRef>
        </p:style>
        <p:txBody>
          <a:bodyPr anchor="ctr"/>
          <a:lstStyle/>
          <a:p>
            <a:pPr algn="just">
              <a:defRPr/>
            </a:pPr>
            <a:r>
              <a:rPr lang="zh-CN" altLang="en-US" sz="2400" dirty="0">
                <a:solidFill>
                  <a:schemeClr val="tx1"/>
                </a:solidFill>
                <a:latin typeface="楷体_GB2312" panose="02010609030101010101" pitchFamily="49" charset="-122"/>
                <a:ea typeface="楷体_GB2312" panose="02010609030101010101" pitchFamily="49" charset="-122"/>
              </a:rPr>
              <a:t>载波信号的频率、相位不变，幅度随调制信号变化</a:t>
            </a:r>
          </a:p>
        </p:txBody>
      </p:sp>
      <p:sp>
        <p:nvSpPr>
          <p:cNvPr id="9" name="圆角矩形标注 8"/>
          <p:cNvSpPr/>
          <p:nvPr/>
        </p:nvSpPr>
        <p:spPr>
          <a:xfrm>
            <a:off x="322263" y="5013325"/>
            <a:ext cx="7345362" cy="841375"/>
          </a:xfrm>
          <a:prstGeom prst="wedgeRoundRectCallout">
            <a:avLst>
              <a:gd name="adj1" fmla="val 12111"/>
              <a:gd name="adj2" fmla="val -109478"/>
              <a:gd name="adj3" fmla="val 16667"/>
            </a:avLst>
          </a:prstGeom>
          <a:solidFill>
            <a:schemeClr val="accent3">
              <a:lumMod val="40000"/>
              <a:lumOff val="60000"/>
            </a:schemeClr>
          </a:solidFill>
        </p:spPr>
        <p:style>
          <a:lnRef idx="2">
            <a:schemeClr val="accent1">
              <a:shade val="50000"/>
            </a:schemeClr>
          </a:lnRef>
          <a:fillRef idx="1">
            <a:schemeClr val="accent1"/>
          </a:fillRef>
          <a:effectRef idx="0">
            <a:schemeClr val="accent1"/>
          </a:effectRef>
          <a:fontRef idx="minor">
            <a:schemeClr val="lt1"/>
          </a:fontRef>
        </p:style>
        <p:txBody>
          <a:bodyPr anchor="ctr"/>
          <a:lstStyle/>
          <a:p>
            <a:pPr algn="just">
              <a:defRPr/>
            </a:pPr>
            <a:r>
              <a:rPr lang="zh-CN" altLang="en-US" sz="2400" dirty="0">
                <a:solidFill>
                  <a:schemeClr val="tx1"/>
                </a:solidFill>
                <a:latin typeface="楷体_GB2312" panose="02010609030101010101" pitchFamily="49" charset="-122"/>
                <a:ea typeface="楷体_GB2312" panose="02010609030101010101" pitchFamily="49" charset="-122"/>
              </a:rPr>
              <a:t>载波信号的频率随调制信号变化，而载波信号的幅度、相位不变。</a:t>
            </a:r>
          </a:p>
        </p:txBody>
      </p:sp>
      <p:sp>
        <p:nvSpPr>
          <p:cNvPr id="10" name="圆角矩形标注 9"/>
          <p:cNvSpPr/>
          <p:nvPr/>
        </p:nvSpPr>
        <p:spPr>
          <a:xfrm>
            <a:off x="322263" y="3068638"/>
            <a:ext cx="7345362" cy="842962"/>
          </a:xfrm>
          <a:prstGeom prst="wedgeRoundRectCallout">
            <a:avLst>
              <a:gd name="adj1" fmla="val 19197"/>
              <a:gd name="adj2" fmla="val 132764"/>
              <a:gd name="adj3" fmla="val 16667"/>
            </a:avLst>
          </a:prstGeom>
          <a:solidFill>
            <a:schemeClr val="accent3">
              <a:lumMod val="40000"/>
              <a:lumOff val="60000"/>
            </a:schemeClr>
          </a:solidFill>
        </p:spPr>
        <p:style>
          <a:lnRef idx="2">
            <a:schemeClr val="accent1">
              <a:shade val="50000"/>
            </a:schemeClr>
          </a:lnRef>
          <a:fillRef idx="1">
            <a:schemeClr val="accent1"/>
          </a:fillRef>
          <a:effectRef idx="0">
            <a:schemeClr val="accent1"/>
          </a:effectRef>
          <a:fontRef idx="minor">
            <a:schemeClr val="lt1"/>
          </a:fontRef>
        </p:style>
        <p:txBody>
          <a:bodyPr anchor="ctr"/>
          <a:lstStyle/>
          <a:p>
            <a:pPr algn="just">
              <a:defRPr/>
            </a:pPr>
            <a:r>
              <a:rPr lang="zh-CN" altLang="en-US" sz="2400" dirty="0">
                <a:solidFill>
                  <a:schemeClr val="tx1"/>
                </a:solidFill>
                <a:latin typeface="楷体_GB2312" panose="02010609030101010101" pitchFamily="49" charset="-122"/>
                <a:ea typeface="楷体_GB2312" panose="02010609030101010101" pitchFamily="49" charset="-122"/>
              </a:rPr>
              <a:t>载波信号的相位随调制信号变化，而载波信号的幅度、频率不变。</a:t>
            </a:r>
          </a:p>
        </p:txBody>
      </p:sp>
    </p:spTree>
  </p:cSld>
  <p:clrMapOvr>
    <a:masterClrMapping/>
  </p:clrMapOvr>
  <p:transition spd="slow">
    <p:push dir="u"/>
  </p:transition>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2" presetClass="entr" presetSubtype="4" fill="hold" grpId="0" nodeType="clickEffect">
                                  <p:stCondLst>
                                    <p:cond delay="0"/>
                                  </p:stCondLst>
                                  <p:childTnLst>
                                    <p:set>
                                      <p:cBhvr>
                                        <p:cTn id="6" dur="1" fill="hold">
                                          <p:stCondLst>
                                            <p:cond delay="0"/>
                                          </p:stCondLst>
                                        </p:cTn>
                                        <p:tgtEl>
                                          <p:spTgt spid="8"/>
                                        </p:tgtEl>
                                        <p:attrNameLst>
                                          <p:attrName>style.visibility</p:attrName>
                                        </p:attrNameLst>
                                      </p:cBhvr>
                                      <p:to>
                                        <p:strVal val="visible"/>
                                      </p:to>
                                    </p:set>
                                    <p:anim calcmode="lin" valueType="num">
                                      <p:cBhvr additive="base">
                                        <p:cTn id="7" dur="500" fill="hold"/>
                                        <p:tgtEl>
                                          <p:spTgt spid="8"/>
                                        </p:tgtEl>
                                        <p:attrNameLst>
                                          <p:attrName>ppt_x</p:attrName>
                                        </p:attrNameLst>
                                      </p:cBhvr>
                                      <p:tavLst>
                                        <p:tav tm="0">
                                          <p:val>
                                            <p:strVal val="#ppt_x"/>
                                          </p:val>
                                        </p:tav>
                                        <p:tav tm="100000">
                                          <p:val>
                                            <p:strVal val="#ppt_x"/>
                                          </p:val>
                                        </p:tav>
                                      </p:tavLst>
                                    </p:anim>
                                    <p:anim calcmode="lin" valueType="num">
                                      <p:cBhvr additive="base">
                                        <p:cTn id="8" dur="500" fill="hold"/>
                                        <p:tgtEl>
                                          <p:spTgt spid="8"/>
                                        </p:tgtEl>
                                        <p:attrNameLst>
                                          <p:attrName>ppt_y</p:attrName>
                                        </p:attrNameLst>
                                      </p:cBhvr>
                                      <p:tavLst>
                                        <p:tav tm="0">
                                          <p:val>
                                            <p:strVal val="1+#ppt_h/2"/>
                                          </p:val>
                                        </p:tav>
                                        <p:tav tm="100000">
                                          <p:val>
                                            <p:strVal val="#ppt_y"/>
                                          </p:val>
                                        </p:tav>
                                      </p:tavLst>
                                    </p:anim>
                                  </p:childTnLst>
                                </p:cTn>
                              </p:par>
                            </p:childTnLst>
                          </p:cTn>
                        </p:par>
                      </p:childTnLst>
                    </p:cTn>
                  </p:par>
                  <p:par>
                    <p:cTn id="9" fill="hold" nodeType="clickPar">
                      <p:stCondLst>
                        <p:cond delay="indefinite"/>
                      </p:stCondLst>
                      <p:childTnLst>
                        <p:par>
                          <p:cTn id="10" fill="hold" nodeType="withGroup">
                            <p:stCondLst>
                              <p:cond delay="0"/>
                            </p:stCondLst>
                            <p:childTnLst>
                              <p:par>
                                <p:cTn id="11" presetID="2" presetClass="exit" presetSubtype="4" fill="hold" grpId="1" nodeType="clickEffect">
                                  <p:stCondLst>
                                    <p:cond delay="0"/>
                                  </p:stCondLst>
                                  <p:childTnLst>
                                    <p:anim calcmode="lin" valueType="num">
                                      <p:cBhvr additive="base">
                                        <p:cTn id="12" dur="500"/>
                                        <p:tgtEl>
                                          <p:spTgt spid="8"/>
                                        </p:tgtEl>
                                        <p:attrNameLst>
                                          <p:attrName>ppt_x</p:attrName>
                                        </p:attrNameLst>
                                      </p:cBhvr>
                                      <p:tavLst>
                                        <p:tav tm="0">
                                          <p:val>
                                            <p:strVal val="ppt_x"/>
                                          </p:val>
                                        </p:tav>
                                        <p:tav tm="100000">
                                          <p:val>
                                            <p:strVal val="ppt_x"/>
                                          </p:val>
                                        </p:tav>
                                      </p:tavLst>
                                    </p:anim>
                                    <p:anim calcmode="lin" valueType="num">
                                      <p:cBhvr additive="base">
                                        <p:cTn id="13" dur="500"/>
                                        <p:tgtEl>
                                          <p:spTgt spid="8"/>
                                        </p:tgtEl>
                                        <p:attrNameLst>
                                          <p:attrName>ppt_y</p:attrName>
                                        </p:attrNameLst>
                                      </p:cBhvr>
                                      <p:tavLst>
                                        <p:tav tm="0">
                                          <p:val>
                                            <p:strVal val="ppt_y"/>
                                          </p:val>
                                        </p:tav>
                                        <p:tav tm="100000">
                                          <p:val>
                                            <p:strVal val="1+ppt_h/2"/>
                                          </p:val>
                                        </p:tav>
                                      </p:tavLst>
                                    </p:anim>
                                    <p:set>
                                      <p:cBhvr>
                                        <p:cTn id="14" dur="1" fill="hold">
                                          <p:stCondLst>
                                            <p:cond delay="499"/>
                                          </p:stCondLst>
                                        </p:cTn>
                                        <p:tgtEl>
                                          <p:spTgt spid="8"/>
                                        </p:tgtEl>
                                        <p:attrNameLst>
                                          <p:attrName>style.visibility</p:attrName>
                                        </p:attrNameLst>
                                      </p:cBhvr>
                                      <p:to>
                                        <p:strVal val="hidden"/>
                                      </p:to>
                                    </p:set>
                                  </p:childTnLst>
                                </p:cTn>
                              </p:par>
                              <p:par>
                                <p:cTn id="15" presetID="42" presetClass="entr" presetSubtype="0" fill="hold" grpId="0" nodeType="withEffect">
                                  <p:stCondLst>
                                    <p:cond delay="0"/>
                                  </p:stCondLst>
                                  <p:childTnLst>
                                    <p:set>
                                      <p:cBhvr>
                                        <p:cTn id="16" dur="1" fill="hold">
                                          <p:stCondLst>
                                            <p:cond delay="0"/>
                                          </p:stCondLst>
                                        </p:cTn>
                                        <p:tgtEl>
                                          <p:spTgt spid="9"/>
                                        </p:tgtEl>
                                        <p:attrNameLst>
                                          <p:attrName>style.visibility</p:attrName>
                                        </p:attrNameLst>
                                      </p:cBhvr>
                                      <p:to>
                                        <p:strVal val="visible"/>
                                      </p:to>
                                    </p:set>
                                    <p:animEffect transition="in" filter="fade">
                                      <p:cBhvr>
                                        <p:cTn id="17" dur="1000"/>
                                        <p:tgtEl>
                                          <p:spTgt spid="9"/>
                                        </p:tgtEl>
                                      </p:cBhvr>
                                    </p:animEffect>
                                    <p:anim calcmode="lin" valueType="num">
                                      <p:cBhvr>
                                        <p:cTn id="18" dur="1000" fill="hold"/>
                                        <p:tgtEl>
                                          <p:spTgt spid="9"/>
                                        </p:tgtEl>
                                        <p:attrNameLst>
                                          <p:attrName>ppt_x</p:attrName>
                                        </p:attrNameLst>
                                      </p:cBhvr>
                                      <p:tavLst>
                                        <p:tav tm="0">
                                          <p:val>
                                            <p:strVal val="#ppt_x"/>
                                          </p:val>
                                        </p:tav>
                                        <p:tav tm="100000">
                                          <p:val>
                                            <p:strVal val="#ppt_x"/>
                                          </p:val>
                                        </p:tav>
                                      </p:tavLst>
                                    </p:anim>
                                    <p:anim calcmode="lin" valueType="num">
                                      <p:cBhvr>
                                        <p:cTn id="19" dur="1000" fill="hold"/>
                                        <p:tgtEl>
                                          <p:spTgt spid="9"/>
                                        </p:tgtEl>
                                        <p:attrNameLst>
                                          <p:attrName>ppt_y</p:attrName>
                                        </p:attrNameLst>
                                      </p:cBhvr>
                                      <p:tavLst>
                                        <p:tav tm="0">
                                          <p:val>
                                            <p:strVal val="#ppt_y+.1"/>
                                          </p:val>
                                        </p:tav>
                                        <p:tav tm="100000">
                                          <p:val>
                                            <p:strVal val="#ppt_y"/>
                                          </p:val>
                                        </p:tav>
                                      </p:tavLst>
                                    </p:anim>
                                  </p:childTnLst>
                                </p:cTn>
                              </p:par>
                            </p:childTnLst>
                          </p:cTn>
                        </p:par>
                      </p:childTnLst>
                    </p:cTn>
                  </p:par>
                  <p:par>
                    <p:cTn id="20" fill="hold" nodeType="clickPar">
                      <p:stCondLst>
                        <p:cond delay="indefinite"/>
                      </p:stCondLst>
                      <p:childTnLst>
                        <p:par>
                          <p:cTn id="21" fill="hold" nodeType="withGroup">
                            <p:stCondLst>
                              <p:cond delay="0"/>
                            </p:stCondLst>
                            <p:childTnLst>
                              <p:par>
                                <p:cTn id="22" presetID="42" presetClass="exit" presetSubtype="0" fill="hold" grpId="1" nodeType="clickEffect">
                                  <p:stCondLst>
                                    <p:cond delay="0"/>
                                  </p:stCondLst>
                                  <p:childTnLst>
                                    <p:animEffect transition="out" filter="fade">
                                      <p:cBhvr>
                                        <p:cTn id="23" dur="1000"/>
                                        <p:tgtEl>
                                          <p:spTgt spid="9"/>
                                        </p:tgtEl>
                                      </p:cBhvr>
                                    </p:animEffect>
                                    <p:anim calcmode="lin" valueType="num">
                                      <p:cBhvr>
                                        <p:cTn id="24" dur="1000"/>
                                        <p:tgtEl>
                                          <p:spTgt spid="9"/>
                                        </p:tgtEl>
                                        <p:attrNameLst>
                                          <p:attrName>ppt_x</p:attrName>
                                        </p:attrNameLst>
                                      </p:cBhvr>
                                      <p:tavLst>
                                        <p:tav tm="0">
                                          <p:val>
                                            <p:strVal val="ppt_x"/>
                                          </p:val>
                                        </p:tav>
                                        <p:tav tm="100000">
                                          <p:val>
                                            <p:strVal val="ppt_x"/>
                                          </p:val>
                                        </p:tav>
                                      </p:tavLst>
                                    </p:anim>
                                    <p:anim calcmode="lin" valueType="num">
                                      <p:cBhvr>
                                        <p:cTn id="25" dur="1000"/>
                                        <p:tgtEl>
                                          <p:spTgt spid="9"/>
                                        </p:tgtEl>
                                        <p:attrNameLst>
                                          <p:attrName>ppt_y</p:attrName>
                                        </p:attrNameLst>
                                      </p:cBhvr>
                                      <p:tavLst>
                                        <p:tav tm="0">
                                          <p:val>
                                            <p:strVal val="ppt_y"/>
                                          </p:val>
                                        </p:tav>
                                        <p:tav tm="100000">
                                          <p:val>
                                            <p:strVal val="ppt_y+.1"/>
                                          </p:val>
                                        </p:tav>
                                      </p:tavLst>
                                    </p:anim>
                                    <p:set>
                                      <p:cBhvr>
                                        <p:cTn id="26" dur="1" fill="hold">
                                          <p:stCondLst>
                                            <p:cond delay="999"/>
                                          </p:stCondLst>
                                        </p:cTn>
                                        <p:tgtEl>
                                          <p:spTgt spid="9"/>
                                        </p:tgtEl>
                                        <p:attrNameLst>
                                          <p:attrName>style.visibility</p:attrName>
                                        </p:attrNameLst>
                                      </p:cBhvr>
                                      <p:to>
                                        <p:strVal val="hidden"/>
                                      </p:to>
                                    </p:set>
                                  </p:childTnLst>
                                </p:cTn>
                              </p:par>
                              <p:par>
                                <p:cTn id="27" presetID="2" presetClass="entr" presetSubtype="4" fill="hold" grpId="0" nodeType="withEffect">
                                  <p:stCondLst>
                                    <p:cond delay="0"/>
                                  </p:stCondLst>
                                  <p:childTnLst>
                                    <p:set>
                                      <p:cBhvr>
                                        <p:cTn id="28" dur="1" fill="hold">
                                          <p:stCondLst>
                                            <p:cond delay="0"/>
                                          </p:stCondLst>
                                        </p:cTn>
                                        <p:tgtEl>
                                          <p:spTgt spid="10"/>
                                        </p:tgtEl>
                                        <p:attrNameLst>
                                          <p:attrName>style.visibility</p:attrName>
                                        </p:attrNameLst>
                                      </p:cBhvr>
                                      <p:to>
                                        <p:strVal val="visible"/>
                                      </p:to>
                                    </p:set>
                                    <p:anim calcmode="lin" valueType="num">
                                      <p:cBhvr additive="base">
                                        <p:cTn id="29" dur="500" fill="hold"/>
                                        <p:tgtEl>
                                          <p:spTgt spid="10"/>
                                        </p:tgtEl>
                                        <p:attrNameLst>
                                          <p:attrName>ppt_x</p:attrName>
                                        </p:attrNameLst>
                                      </p:cBhvr>
                                      <p:tavLst>
                                        <p:tav tm="0">
                                          <p:val>
                                            <p:strVal val="#ppt_x"/>
                                          </p:val>
                                        </p:tav>
                                        <p:tav tm="100000">
                                          <p:val>
                                            <p:strVal val="#ppt_x"/>
                                          </p:val>
                                        </p:tav>
                                      </p:tavLst>
                                    </p:anim>
                                    <p:anim calcmode="lin" valueType="num">
                                      <p:cBhvr additive="base">
                                        <p:cTn id="30" dur="500" fill="hold"/>
                                        <p:tgtEl>
                                          <p:spTgt spid="10"/>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8" grpId="0" animBg="1"/>
      <p:bldP spid="8" grpId="1" animBg="1"/>
      <p:bldP spid="9" grpId="0" animBg="1"/>
      <p:bldP spid="9" grpId="1" animBg="1"/>
      <p:bldP spid="10" grpId="0" animBg="1"/>
    </p:bldLst>
  </p:timing>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6386" name="标题 1"/>
          <p:cNvSpPr>
            <a:spLocks noGrp="1"/>
          </p:cNvSpPr>
          <p:nvPr>
            <p:ph type="title"/>
          </p:nvPr>
        </p:nvSpPr>
        <p:spPr>
          <a:xfrm>
            <a:off x="107950" y="44450"/>
            <a:ext cx="7343775" cy="792163"/>
          </a:xfrm>
        </p:spPr>
        <p:txBody>
          <a:bodyPr/>
          <a:lstStyle/>
          <a:p>
            <a:pPr eaLnBrk="1" hangingPunct="1"/>
            <a:r>
              <a:rPr lang="zh-CN" altLang="en-US" smtClean="0"/>
              <a:t>第</a:t>
            </a:r>
            <a:r>
              <a:rPr lang="en-US" altLang="zh-CN" smtClean="0"/>
              <a:t>2</a:t>
            </a:r>
            <a:r>
              <a:rPr lang="zh-CN" altLang="en-US" smtClean="0"/>
              <a:t>章 数据通信与网络基础</a:t>
            </a:r>
          </a:p>
        </p:txBody>
      </p:sp>
      <p:sp>
        <p:nvSpPr>
          <p:cNvPr id="16387" name="内容占位符 2"/>
          <p:cNvSpPr>
            <a:spLocks noGrp="1"/>
          </p:cNvSpPr>
          <p:nvPr>
            <p:ph idx="1"/>
          </p:nvPr>
        </p:nvSpPr>
        <p:spPr>
          <a:xfrm>
            <a:off x="107950" y="981075"/>
            <a:ext cx="8928100" cy="5102225"/>
          </a:xfrm>
        </p:spPr>
        <p:txBody>
          <a:bodyPr/>
          <a:lstStyle/>
          <a:p>
            <a:pPr eaLnBrk="1" hangingPunct="1"/>
            <a:r>
              <a:rPr lang="en-US" altLang="zh-CN" smtClean="0"/>
              <a:t>2.1 </a:t>
            </a:r>
            <a:r>
              <a:rPr lang="zh-CN" altLang="en-US" smtClean="0"/>
              <a:t>基本术语</a:t>
            </a:r>
            <a:endParaRPr lang="en-US" altLang="zh-CN" smtClean="0"/>
          </a:p>
          <a:p>
            <a:pPr eaLnBrk="1" hangingPunct="1"/>
            <a:r>
              <a:rPr lang="en-US" altLang="zh-CN" smtClean="0"/>
              <a:t>2.2 </a:t>
            </a:r>
            <a:r>
              <a:rPr lang="zh-CN" altLang="en-US" smtClean="0"/>
              <a:t>数据编码</a:t>
            </a:r>
            <a:endParaRPr lang="en-US" altLang="zh-CN" smtClean="0"/>
          </a:p>
          <a:p>
            <a:pPr eaLnBrk="1" hangingPunct="1"/>
            <a:r>
              <a:rPr lang="en-US" altLang="zh-CN" smtClean="0">
                <a:solidFill>
                  <a:srgbClr val="FF0000"/>
                </a:solidFill>
              </a:rPr>
              <a:t>2.3 </a:t>
            </a:r>
            <a:r>
              <a:rPr lang="zh-CN" altLang="en-US" smtClean="0">
                <a:solidFill>
                  <a:srgbClr val="FF0000"/>
                </a:solidFill>
              </a:rPr>
              <a:t>数据传输方式</a:t>
            </a:r>
            <a:endParaRPr lang="en-US" altLang="zh-CN" smtClean="0">
              <a:solidFill>
                <a:srgbClr val="FF0000"/>
              </a:solidFill>
            </a:endParaRPr>
          </a:p>
        </p:txBody>
      </p:sp>
      <p:sp>
        <p:nvSpPr>
          <p:cNvPr id="3" name="灯片编号占位符 2"/>
          <p:cNvSpPr>
            <a:spLocks noGrp="1"/>
          </p:cNvSpPr>
          <p:nvPr>
            <p:ph type="sldNum" sz="quarter" idx="12"/>
          </p:nvPr>
        </p:nvSpPr>
        <p:spPr/>
        <p:txBody>
          <a:bodyPr/>
          <a:lstStyle/>
          <a:p>
            <a:pPr>
              <a:defRPr/>
            </a:pPr>
            <a:fld id="{B1EF4387-853F-4A1F-91E2-B02BE6AA5957}" type="slidenum">
              <a:rPr lang="zh-CN" altLang="en-US" smtClean="0"/>
              <a:pPr>
                <a:defRPr/>
              </a:pPr>
              <a:t>13</a:t>
            </a:fld>
            <a:endParaRPr lang="zh-CN" altLang="en-US"/>
          </a:p>
        </p:txBody>
      </p:sp>
    </p:spTree>
  </p:cSld>
  <p:clrMapOvr>
    <a:masterClrMapping/>
  </p:clrMapOvr>
  <p:transition spd="slow">
    <p:push dir="u"/>
  </p:transition>
  <p:timing>
    <p:tnLst>
      <p:par>
        <p:cTn id="1" dur="indefinite" restart="never" nodeType="tmRoot"/>
      </p:par>
    </p:tnLst>
  </p:timing>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7410" name="标题 1"/>
          <p:cNvSpPr>
            <a:spLocks noGrp="1"/>
          </p:cNvSpPr>
          <p:nvPr>
            <p:ph type="title"/>
          </p:nvPr>
        </p:nvSpPr>
        <p:spPr>
          <a:xfrm>
            <a:off x="107950" y="44450"/>
            <a:ext cx="7343775" cy="792163"/>
          </a:xfrm>
        </p:spPr>
        <p:txBody>
          <a:bodyPr/>
          <a:lstStyle/>
          <a:p>
            <a:r>
              <a:rPr lang="en-US" altLang="zh-CN" dirty="0" smtClean="0"/>
              <a:t>2.3 </a:t>
            </a:r>
            <a:r>
              <a:rPr lang="zh-CN" altLang="en-US" dirty="0" smtClean="0"/>
              <a:t>数据传输方式</a:t>
            </a:r>
          </a:p>
        </p:txBody>
      </p:sp>
      <p:sp>
        <p:nvSpPr>
          <p:cNvPr id="3" name="内容占位符 2"/>
          <p:cNvSpPr>
            <a:spLocks noGrp="1"/>
          </p:cNvSpPr>
          <p:nvPr>
            <p:ph idx="1"/>
          </p:nvPr>
        </p:nvSpPr>
        <p:spPr>
          <a:xfrm>
            <a:off x="107950" y="981075"/>
            <a:ext cx="8928100" cy="5102225"/>
          </a:xfrm>
        </p:spPr>
        <p:txBody>
          <a:bodyPr/>
          <a:lstStyle/>
          <a:p>
            <a:pPr>
              <a:defRPr/>
            </a:pPr>
            <a:r>
              <a:rPr lang="zh-CN" altLang="en-US" dirty="0"/>
              <a:t>依照</a:t>
            </a:r>
            <a:r>
              <a:rPr lang="zh-CN" altLang="en-US" dirty="0" smtClean="0"/>
              <a:t>数据的</a:t>
            </a:r>
            <a:r>
              <a:rPr lang="zh-CN" altLang="en-US" dirty="0" smtClean="0">
                <a:solidFill>
                  <a:srgbClr val="C00000"/>
                </a:solidFill>
              </a:rPr>
              <a:t>传输顺序</a:t>
            </a:r>
            <a:r>
              <a:rPr lang="zh-CN" altLang="en-US" dirty="0" smtClean="0"/>
              <a:t>区分</a:t>
            </a:r>
            <a:endParaRPr lang="en-US" altLang="zh-CN" dirty="0" smtClean="0"/>
          </a:p>
          <a:p>
            <a:pPr marL="400050" lvl="1" indent="0" algn="just">
              <a:buClr>
                <a:srgbClr val="FF3300"/>
              </a:buClr>
              <a:buSzPct val="85000"/>
              <a:defRPr/>
            </a:pPr>
            <a:r>
              <a:rPr lang="zh-CN" altLang="en-US" sz="2400" b="1" dirty="0">
                <a:solidFill>
                  <a:srgbClr val="C00000"/>
                </a:solidFill>
                <a:latin typeface="楷体_GB2312" pitchFamily="49" charset="-122"/>
              </a:rPr>
              <a:t>串行传</a:t>
            </a:r>
            <a:r>
              <a:rPr lang="zh-CN" altLang="en-US" sz="2400" b="1" dirty="0" smtClean="0">
                <a:solidFill>
                  <a:srgbClr val="C00000"/>
                </a:solidFill>
                <a:latin typeface="楷体_GB2312" pitchFamily="49" charset="-122"/>
              </a:rPr>
              <a:t>输</a:t>
            </a:r>
            <a:endParaRPr lang="en-US" altLang="zh-CN" sz="2400" dirty="0" smtClean="0">
              <a:latin typeface="楷体_GB2312" pitchFamily="49" charset="-122"/>
            </a:endParaRPr>
          </a:p>
          <a:p>
            <a:pPr marL="400050" lvl="1" indent="0" algn="just">
              <a:buClr>
                <a:srgbClr val="FF3300"/>
              </a:buClr>
              <a:buSzPct val="85000"/>
              <a:defRPr/>
            </a:pPr>
            <a:r>
              <a:rPr lang="zh-CN" altLang="en-US" sz="2400" b="1" dirty="0" smtClean="0">
                <a:solidFill>
                  <a:srgbClr val="C00000"/>
                </a:solidFill>
                <a:latin typeface="楷体_GB2312" pitchFamily="49" charset="-122"/>
              </a:rPr>
              <a:t>并行传输</a:t>
            </a:r>
            <a:endParaRPr lang="en-US" altLang="zh-CN" sz="2400" b="1" dirty="0" smtClean="0">
              <a:solidFill>
                <a:srgbClr val="C00000"/>
              </a:solidFill>
              <a:latin typeface="楷体_GB2312" pitchFamily="49" charset="-122"/>
            </a:endParaRPr>
          </a:p>
          <a:p>
            <a:pPr marL="400050" lvl="1" indent="0" algn="just">
              <a:buClr>
                <a:srgbClr val="FF3300"/>
              </a:buClr>
              <a:buSzPct val="85000"/>
              <a:buNone/>
              <a:defRPr/>
            </a:pPr>
            <a:endParaRPr lang="en-US" altLang="zh-CN" sz="2400" dirty="0">
              <a:latin typeface="楷体_GB2312" pitchFamily="49" charset="-122"/>
            </a:endParaRPr>
          </a:p>
          <a:p>
            <a:r>
              <a:rPr lang="zh-CN" altLang="en-US" dirty="0"/>
              <a:t>依照数据传</a:t>
            </a:r>
            <a:r>
              <a:rPr lang="zh-CN" altLang="en-US" dirty="0" smtClean="0"/>
              <a:t>输的</a:t>
            </a:r>
            <a:r>
              <a:rPr lang="zh-CN" altLang="en-US" dirty="0">
                <a:solidFill>
                  <a:srgbClr val="C00000"/>
                </a:solidFill>
              </a:rPr>
              <a:t>同步方式</a:t>
            </a:r>
            <a:r>
              <a:rPr lang="zh-CN" altLang="en-US" dirty="0"/>
              <a:t>区</a:t>
            </a:r>
            <a:r>
              <a:rPr lang="zh-CN" altLang="en-US" dirty="0" smtClean="0"/>
              <a:t>分（</a:t>
            </a:r>
            <a:r>
              <a:rPr lang="zh-CN" altLang="en-US" dirty="0" smtClean="0">
                <a:latin typeface="楷体_GB2312" pitchFamily="49" charset="-122"/>
              </a:rPr>
              <a:t>使</a:t>
            </a:r>
            <a:r>
              <a:rPr lang="zh-CN" altLang="en-US" dirty="0">
                <a:latin typeface="楷体_GB2312" pitchFamily="49" charset="-122"/>
              </a:rPr>
              <a:t>用时钟信号的方</a:t>
            </a:r>
            <a:r>
              <a:rPr lang="zh-CN" altLang="en-US" dirty="0" smtClean="0">
                <a:latin typeface="楷体_GB2312" pitchFamily="49" charset="-122"/>
              </a:rPr>
              <a:t>式）</a:t>
            </a:r>
            <a:endParaRPr lang="en-US" altLang="zh-CN" dirty="0"/>
          </a:p>
          <a:p>
            <a:pPr lvl="1"/>
            <a:r>
              <a:rPr lang="zh-CN" altLang="en-US" sz="2400" b="1" dirty="0">
                <a:solidFill>
                  <a:srgbClr val="C00000"/>
                </a:solidFill>
                <a:latin typeface="楷体_GB2312" pitchFamily="49" charset="-122"/>
              </a:rPr>
              <a:t>同步传</a:t>
            </a:r>
            <a:r>
              <a:rPr lang="zh-CN" altLang="en-US" sz="2400" b="1" dirty="0" smtClean="0">
                <a:solidFill>
                  <a:srgbClr val="C00000"/>
                </a:solidFill>
                <a:latin typeface="楷体_GB2312" pitchFamily="49" charset="-122"/>
              </a:rPr>
              <a:t>输</a:t>
            </a:r>
            <a:endParaRPr lang="en-US" altLang="zh-CN" sz="2400" b="1" dirty="0" smtClean="0">
              <a:solidFill>
                <a:srgbClr val="C00000"/>
              </a:solidFill>
              <a:latin typeface="楷体_GB2312" pitchFamily="49" charset="-122"/>
            </a:endParaRPr>
          </a:p>
          <a:p>
            <a:pPr lvl="1"/>
            <a:r>
              <a:rPr lang="zh-CN" altLang="en-US" sz="2400" b="1" dirty="0" smtClean="0">
                <a:solidFill>
                  <a:srgbClr val="C00000"/>
                </a:solidFill>
                <a:latin typeface="楷体_GB2312" pitchFamily="49" charset="-122"/>
              </a:rPr>
              <a:t>异</a:t>
            </a:r>
            <a:r>
              <a:rPr lang="zh-CN" altLang="en-US" sz="2400" b="1" dirty="0">
                <a:solidFill>
                  <a:srgbClr val="C00000"/>
                </a:solidFill>
                <a:latin typeface="楷体_GB2312" pitchFamily="49" charset="-122"/>
              </a:rPr>
              <a:t>步传</a:t>
            </a:r>
            <a:r>
              <a:rPr lang="zh-CN" altLang="en-US" sz="2400" b="1" dirty="0" smtClean="0">
                <a:solidFill>
                  <a:srgbClr val="C00000"/>
                </a:solidFill>
                <a:latin typeface="楷体_GB2312" pitchFamily="49" charset="-122"/>
              </a:rPr>
              <a:t>输</a:t>
            </a:r>
            <a:endParaRPr lang="en-US" altLang="zh-CN" sz="2400" dirty="0" smtClean="0">
              <a:latin typeface="楷体_GB2312" pitchFamily="49" charset="-122"/>
            </a:endParaRPr>
          </a:p>
          <a:p>
            <a:pPr marL="0" indent="0" algn="just">
              <a:buClr>
                <a:srgbClr val="FF3300"/>
              </a:buClr>
              <a:buSzPct val="85000"/>
              <a:buNone/>
              <a:defRPr/>
            </a:pPr>
            <a:endParaRPr lang="en-US" altLang="zh-CN" b="1" dirty="0" smtClean="0">
              <a:solidFill>
                <a:srgbClr val="C00000"/>
              </a:solidFill>
              <a:latin typeface="楷体_GB2312" pitchFamily="49" charset="-122"/>
            </a:endParaRPr>
          </a:p>
        </p:txBody>
      </p:sp>
      <p:sp>
        <p:nvSpPr>
          <p:cNvPr id="4" name="灯片编号占位符 3"/>
          <p:cNvSpPr>
            <a:spLocks noGrp="1"/>
          </p:cNvSpPr>
          <p:nvPr>
            <p:ph type="sldNum" sz="quarter" idx="12"/>
          </p:nvPr>
        </p:nvSpPr>
        <p:spPr/>
        <p:txBody>
          <a:bodyPr/>
          <a:lstStyle/>
          <a:p>
            <a:pPr>
              <a:defRPr/>
            </a:pPr>
            <a:fld id="{C2061F88-186B-46A8-9E9B-84DAA1F72FEF}" type="slidenum">
              <a:rPr lang="zh-CN" altLang="en-US" smtClean="0"/>
              <a:pPr>
                <a:defRPr/>
              </a:pPr>
              <a:t>14</a:t>
            </a:fld>
            <a:endParaRPr lang="zh-CN" altLang="en-US"/>
          </a:p>
        </p:txBody>
      </p:sp>
    </p:spTree>
  </p:cSld>
  <p:clrMapOvr>
    <a:masterClrMapping/>
  </p:clrMapOvr>
  <p:transition spd="slow">
    <p:push dir="u"/>
  </p:transition>
  <p:timing>
    <p:tnLst>
      <p:par>
        <p:cTn id="1" dur="indefinite" restart="never" nodeType="tmRoot"/>
      </p:par>
    </p:tnLst>
  </p:timing>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0482" name="标题 1"/>
          <p:cNvSpPr>
            <a:spLocks noGrp="1"/>
          </p:cNvSpPr>
          <p:nvPr>
            <p:ph type="title"/>
          </p:nvPr>
        </p:nvSpPr>
        <p:spPr>
          <a:xfrm>
            <a:off x="107950" y="44450"/>
            <a:ext cx="7343775" cy="792163"/>
          </a:xfrm>
        </p:spPr>
        <p:txBody>
          <a:bodyPr/>
          <a:lstStyle/>
          <a:p>
            <a:r>
              <a:rPr lang="en-US" altLang="zh-CN" smtClean="0"/>
              <a:t>2.3 </a:t>
            </a:r>
            <a:r>
              <a:rPr lang="zh-CN" altLang="en-US" smtClean="0"/>
              <a:t>数据传输方式</a:t>
            </a:r>
          </a:p>
        </p:txBody>
      </p:sp>
      <p:sp>
        <p:nvSpPr>
          <p:cNvPr id="20483" name="内容占位符 2"/>
          <p:cNvSpPr>
            <a:spLocks noGrp="1"/>
          </p:cNvSpPr>
          <p:nvPr>
            <p:ph idx="1"/>
          </p:nvPr>
        </p:nvSpPr>
        <p:spPr>
          <a:xfrm>
            <a:off x="107950" y="981075"/>
            <a:ext cx="8928100" cy="5102225"/>
          </a:xfrm>
        </p:spPr>
        <p:txBody>
          <a:bodyPr/>
          <a:lstStyle/>
          <a:p>
            <a:r>
              <a:rPr lang="zh-CN" altLang="en-US" dirty="0" smtClean="0"/>
              <a:t>数据传输时的</a:t>
            </a:r>
            <a:r>
              <a:rPr lang="zh-CN" altLang="en-US" b="1" dirty="0" smtClean="0">
                <a:solidFill>
                  <a:srgbClr val="C00000"/>
                </a:solidFill>
              </a:rPr>
              <a:t>同步</a:t>
            </a:r>
            <a:endParaRPr lang="en-US" altLang="zh-CN" b="1" dirty="0" smtClean="0">
              <a:solidFill>
                <a:srgbClr val="C00000"/>
              </a:solidFill>
            </a:endParaRPr>
          </a:p>
          <a:p>
            <a:pPr lvl="1"/>
            <a:r>
              <a:rPr lang="zh-CN" altLang="en-US" b="1" dirty="0" smtClean="0">
                <a:solidFill>
                  <a:srgbClr val="C00000"/>
                </a:solidFill>
              </a:rPr>
              <a:t>同步</a:t>
            </a:r>
            <a:endParaRPr lang="en-US" altLang="zh-CN" b="1" dirty="0">
              <a:solidFill>
                <a:srgbClr val="C00000"/>
              </a:solidFill>
            </a:endParaRPr>
          </a:p>
          <a:p>
            <a:pPr lvl="2"/>
            <a:r>
              <a:rPr lang="zh-CN" altLang="en-US" b="1" dirty="0" smtClean="0">
                <a:solidFill>
                  <a:srgbClr val="C00000"/>
                </a:solidFill>
              </a:rPr>
              <a:t>位同步</a:t>
            </a:r>
            <a:endParaRPr lang="en-US" altLang="zh-CN" b="1" dirty="0" smtClean="0">
              <a:solidFill>
                <a:srgbClr val="C00000"/>
              </a:solidFill>
            </a:endParaRPr>
          </a:p>
          <a:p>
            <a:pPr lvl="2"/>
            <a:r>
              <a:rPr lang="zh-CN" altLang="en-US" b="1" dirty="0">
                <a:solidFill>
                  <a:srgbClr val="C00000"/>
                </a:solidFill>
              </a:rPr>
              <a:t>字符同</a:t>
            </a:r>
            <a:r>
              <a:rPr lang="zh-CN" altLang="en-US" b="1" dirty="0" smtClean="0">
                <a:solidFill>
                  <a:srgbClr val="C00000"/>
                </a:solidFill>
              </a:rPr>
              <a:t>步</a:t>
            </a:r>
            <a:endParaRPr lang="zh-CN" altLang="en-US" dirty="0" smtClean="0"/>
          </a:p>
        </p:txBody>
      </p:sp>
      <p:sp>
        <p:nvSpPr>
          <p:cNvPr id="4" name="灯片编号占位符 3"/>
          <p:cNvSpPr>
            <a:spLocks noGrp="1"/>
          </p:cNvSpPr>
          <p:nvPr>
            <p:ph type="sldNum" sz="quarter" idx="12"/>
          </p:nvPr>
        </p:nvSpPr>
        <p:spPr/>
        <p:txBody>
          <a:bodyPr/>
          <a:lstStyle/>
          <a:p>
            <a:pPr>
              <a:defRPr/>
            </a:pPr>
            <a:fld id="{98BF5ED7-6F70-4EBA-920E-2C1591CDE416}" type="slidenum">
              <a:rPr lang="zh-CN" altLang="en-US" smtClean="0"/>
              <a:pPr>
                <a:defRPr/>
              </a:pPr>
              <a:t>15</a:t>
            </a:fld>
            <a:endParaRPr lang="zh-CN" altLang="en-US"/>
          </a:p>
        </p:txBody>
      </p:sp>
      <p:pic>
        <p:nvPicPr>
          <p:cNvPr id="5" name="Picture 5"/>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701552" y="3284984"/>
            <a:ext cx="7883525" cy="192246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cSld>
  <p:clrMapOvr>
    <a:masterClrMapping/>
  </p:clrMapOvr>
  <p:transition spd="slow">
    <p:push dir="u"/>
  </p:transition>
  <p:timing>
    <p:tnLst>
      <p:par>
        <p:cTn id="1" dur="indefinite" restart="never" nodeType="tmRoot"/>
      </p:par>
    </p:tnLst>
  </p:timing>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2530" name="标题 1"/>
          <p:cNvSpPr>
            <a:spLocks noGrp="1"/>
          </p:cNvSpPr>
          <p:nvPr>
            <p:ph type="title"/>
          </p:nvPr>
        </p:nvSpPr>
        <p:spPr>
          <a:xfrm>
            <a:off x="107950" y="44450"/>
            <a:ext cx="7343775" cy="792163"/>
          </a:xfrm>
        </p:spPr>
        <p:txBody>
          <a:bodyPr/>
          <a:lstStyle/>
          <a:p>
            <a:r>
              <a:rPr lang="en-US" altLang="zh-CN" smtClean="0"/>
              <a:t>2.3 </a:t>
            </a:r>
            <a:r>
              <a:rPr lang="zh-CN" altLang="en-US" smtClean="0"/>
              <a:t>数据传输方式</a:t>
            </a:r>
          </a:p>
        </p:txBody>
      </p:sp>
      <p:sp>
        <p:nvSpPr>
          <p:cNvPr id="22531" name="内容占位符 2"/>
          <p:cNvSpPr>
            <a:spLocks noGrp="1"/>
          </p:cNvSpPr>
          <p:nvPr>
            <p:ph idx="1"/>
          </p:nvPr>
        </p:nvSpPr>
        <p:spPr>
          <a:xfrm>
            <a:off x="107950" y="1125538"/>
            <a:ext cx="8928100" cy="2016125"/>
          </a:xfrm>
        </p:spPr>
        <p:txBody>
          <a:bodyPr/>
          <a:lstStyle/>
          <a:p>
            <a:pPr lvl="2"/>
            <a:r>
              <a:rPr lang="zh-CN" altLang="en-US" b="1" dirty="0" smtClean="0">
                <a:solidFill>
                  <a:srgbClr val="C00000"/>
                </a:solidFill>
              </a:rPr>
              <a:t>帧同步</a:t>
            </a:r>
            <a:endParaRPr lang="zh-CN" altLang="en-US" dirty="0" smtClean="0"/>
          </a:p>
        </p:txBody>
      </p:sp>
      <p:sp>
        <p:nvSpPr>
          <p:cNvPr id="4" name="灯片编号占位符 3"/>
          <p:cNvSpPr>
            <a:spLocks noGrp="1"/>
          </p:cNvSpPr>
          <p:nvPr>
            <p:ph type="sldNum" sz="quarter" idx="12"/>
          </p:nvPr>
        </p:nvSpPr>
        <p:spPr>
          <a:xfrm>
            <a:off x="6553200" y="5463679"/>
            <a:ext cx="2133600" cy="365125"/>
          </a:xfrm>
        </p:spPr>
        <p:txBody>
          <a:bodyPr/>
          <a:lstStyle/>
          <a:p>
            <a:pPr>
              <a:defRPr/>
            </a:pPr>
            <a:fld id="{B95E912A-D905-4DD3-B312-D0A64BB6F96E}" type="slidenum">
              <a:rPr lang="zh-CN" altLang="en-US" smtClean="0"/>
              <a:pPr>
                <a:defRPr/>
              </a:pPr>
              <a:t>16</a:t>
            </a:fld>
            <a:endParaRPr lang="zh-CN" altLang="en-US"/>
          </a:p>
        </p:txBody>
      </p:sp>
      <p:grpSp>
        <p:nvGrpSpPr>
          <p:cNvPr id="18" name="组合 17"/>
          <p:cNvGrpSpPr>
            <a:grpSpLocks/>
          </p:cNvGrpSpPr>
          <p:nvPr/>
        </p:nvGrpSpPr>
        <p:grpSpPr bwMode="auto">
          <a:xfrm>
            <a:off x="250825" y="2564904"/>
            <a:ext cx="8642350" cy="835025"/>
            <a:chOff x="107504" y="3429000"/>
            <a:chExt cx="8640960" cy="835190"/>
          </a:xfrm>
        </p:grpSpPr>
        <p:sp>
          <p:nvSpPr>
            <p:cNvPr id="13" name="矩形 12"/>
            <p:cNvSpPr/>
            <p:nvPr/>
          </p:nvSpPr>
          <p:spPr>
            <a:xfrm>
              <a:off x="107504" y="3429000"/>
              <a:ext cx="1728510" cy="835190"/>
            </a:xfrm>
            <a:prstGeom prst="rect">
              <a:avLst/>
            </a:prstGeom>
            <a:solidFill>
              <a:schemeClr val="accent3">
                <a:lumMod val="20000"/>
                <a:lumOff val="80000"/>
              </a:schemeClr>
            </a:solidFill>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r>
                <a:rPr lang="zh-CN" altLang="en-US" sz="2400" dirty="0">
                  <a:solidFill>
                    <a:srgbClr val="C00000"/>
                  </a:solidFill>
                  <a:latin typeface="楷体_GB2312" panose="02010609030101010101" pitchFamily="49" charset="-122"/>
                  <a:ea typeface="楷体_GB2312" panose="02010609030101010101" pitchFamily="49" charset="-122"/>
                </a:rPr>
                <a:t>帧头</a:t>
              </a:r>
              <a:endParaRPr lang="en-US" altLang="zh-CN" sz="2400" dirty="0">
                <a:solidFill>
                  <a:srgbClr val="C00000"/>
                </a:solidFill>
                <a:latin typeface="楷体_GB2312" panose="02010609030101010101" pitchFamily="49" charset="-122"/>
                <a:ea typeface="楷体_GB2312" panose="02010609030101010101" pitchFamily="49" charset="-122"/>
              </a:endParaRPr>
            </a:p>
            <a:p>
              <a:pPr algn="ctr">
                <a:defRPr/>
              </a:pPr>
              <a:r>
                <a:rPr lang="zh-CN" altLang="en-US" sz="2400" dirty="0">
                  <a:solidFill>
                    <a:srgbClr val="C00000"/>
                  </a:solidFill>
                  <a:latin typeface="楷体_GB2312" panose="02010609030101010101" pitchFamily="49" charset="-122"/>
                  <a:ea typeface="楷体_GB2312" panose="02010609030101010101" pitchFamily="49" charset="-122"/>
                </a:rPr>
                <a:t>（起始标志）</a:t>
              </a:r>
            </a:p>
          </p:txBody>
        </p:sp>
        <p:sp>
          <p:nvSpPr>
            <p:cNvPr id="14" name="矩形 13"/>
            <p:cNvSpPr/>
            <p:nvPr/>
          </p:nvSpPr>
          <p:spPr>
            <a:xfrm>
              <a:off x="1836014" y="3429000"/>
              <a:ext cx="1728509" cy="835190"/>
            </a:xfrm>
            <a:prstGeom prst="rect">
              <a:avLst/>
            </a:prstGeom>
            <a:solidFill>
              <a:schemeClr val="accent3">
                <a:lumMod val="20000"/>
                <a:lumOff val="80000"/>
              </a:schemeClr>
            </a:solidFill>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r>
                <a:rPr lang="zh-CN" altLang="en-US" sz="2400" dirty="0">
                  <a:solidFill>
                    <a:srgbClr val="C00000"/>
                  </a:solidFill>
                  <a:latin typeface="楷体_GB2312" panose="02010609030101010101" pitchFamily="49" charset="-122"/>
                  <a:ea typeface="楷体_GB2312" panose="02010609030101010101" pitchFamily="49" charset="-122"/>
                </a:rPr>
                <a:t>控制域</a:t>
              </a:r>
            </a:p>
          </p:txBody>
        </p:sp>
        <p:sp>
          <p:nvSpPr>
            <p:cNvPr id="15" name="矩形 14"/>
            <p:cNvSpPr/>
            <p:nvPr/>
          </p:nvSpPr>
          <p:spPr>
            <a:xfrm>
              <a:off x="3564523" y="3429000"/>
              <a:ext cx="1726922" cy="835190"/>
            </a:xfrm>
            <a:prstGeom prst="rect">
              <a:avLst/>
            </a:prstGeom>
            <a:solidFill>
              <a:schemeClr val="accent3">
                <a:lumMod val="20000"/>
                <a:lumOff val="80000"/>
              </a:schemeClr>
            </a:solidFill>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r>
                <a:rPr lang="zh-CN" altLang="en-US" sz="2400" dirty="0">
                  <a:solidFill>
                    <a:srgbClr val="C00000"/>
                  </a:solidFill>
                  <a:latin typeface="楷体_GB2312" panose="02010609030101010101" pitchFamily="49" charset="-122"/>
                  <a:ea typeface="楷体_GB2312" panose="02010609030101010101" pitchFamily="49" charset="-122"/>
                </a:rPr>
                <a:t>数据域</a:t>
              </a:r>
            </a:p>
          </p:txBody>
        </p:sp>
        <p:sp>
          <p:nvSpPr>
            <p:cNvPr id="16" name="矩形 15"/>
            <p:cNvSpPr/>
            <p:nvPr/>
          </p:nvSpPr>
          <p:spPr>
            <a:xfrm>
              <a:off x="5291445" y="3429000"/>
              <a:ext cx="1728510" cy="835190"/>
            </a:xfrm>
            <a:prstGeom prst="rect">
              <a:avLst/>
            </a:prstGeom>
            <a:solidFill>
              <a:schemeClr val="accent3">
                <a:lumMod val="20000"/>
                <a:lumOff val="80000"/>
              </a:schemeClr>
            </a:solidFill>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r>
                <a:rPr lang="zh-CN" altLang="en-US" sz="2400" dirty="0">
                  <a:solidFill>
                    <a:srgbClr val="C00000"/>
                  </a:solidFill>
                  <a:latin typeface="楷体_GB2312" panose="02010609030101010101" pitchFamily="49" charset="-122"/>
                  <a:ea typeface="楷体_GB2312" panose="02010609030101010101" pitchFamily="49" charset="-122"/>
                </a:rPr>
                <a:t>校验域</a:t>
              </a:r>
            </a:p>
          </p:txBody>
        </p:sp>
        <p:sp>
          <p:nvSpPr>
            <p:cNvPr id="17" name="矩形 16"/>
            <p:cNvSpPr/>
            <p:nvPr/>
          </p:nvSpPr>
          <p:spPr>
            <a:xfrm>
              <a:off x="7019955" y="3429000"/>
              <a:ext cx="1728509" cy="835190"/>
            </a:xfrm>
            <a:prstGeom prst="rect">
              <a:avLst/>
            </a:prstGeom>
            <a:solidFill>
              <a:schemeClr val="accent3">
                <a:lumMod val="20000"/>
                <a:lumOff val="80000"/>
              </a:schemeClr>
            </a:solidFill>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r>
                <a:rPr lang="zh-CN" altLang="en-US" sz="2400" dirty="0">
                  <a:solidFill>
                    <a:srgbClr val="C00000"/>
                  </a:solidFill>
                  <a:latin typeface="楷体_GB2312" panose="02010609030101010101" pitchFamily="49" charset="-122"/>
                  <a:ea typeface="楷体_GB2312" panose="02010609030101010101" pitchFamily="49" charset="-122"/>
                </a:rPr>
                <a:t>帧尾</a:t>
              </a:r>
              <a:endParaRPr lang="en-US" altLang="zh-CN" sz="2400" dirty="0">
                <a:solidFill>
                  <a:srgbClr val="C00000"/>
                </a:solidFill>
                <a:latin typeface="楷体_GB2312" panose="02010609030101010101" pitchFamily="49" charset="-122"/>
                <a:ea typeface="楷体_GB2312" panose="02010609030101010101" pitchFamily="49" charset="-122"/>
              </a:endParaRPr>
            </a:p>
            <a:p>
              <a:pPr algn="ctr">
                <a:defRPr/>
              </a:pPr>
              <a:r>
                <a:rPr lang="zh-CN" altLang="en-US" sz="2400" dirty="0">
                  <a:solidFill>
                    <a:srgbClr val="C00000"/>
                  </a:solidFill>
                  <a:latin typeface="楷体_GB2312" panose="02010609030101010101" pitchFamily="49" charset="-122"/>
                  <a:ea typeface="楷体_GB2312" panose="02010609030101010101" pitchFamily="49" charset="-122"/>
                </a:rPr>
                <a:t>（结束标志）</a:t>
              </a:r>
            </a:p>
          </p:txBody>
        </p:sp>
      </p:grpSp>
      <p:sp>
        <p:nvSpPr>
          <p:cNvPr id="19" name="圆角矩形标注 18"/>
          <p:cNvSpPr/>
          <p:nvPr/>
        </p:nvSpPr>
        <p:spPr>
          <a:xfrm>
            <a:off x="1087438" y="3726954"/>
            <a:ext cx="7959725" cy="1271588"/>
          </a:xfrm>
          <a:prstGeom prst="wedgeRoundRectCallout">
            <a:avLst>
              <a:gd name="adj1" fmla="val 34361"/>
              <a:gd name="adj2" fmla="val -73873"/>
              <a:gd name="adj3" fmla="val 16667"/>
            </a:avLst>
          </a:prstGeom>
          <a:solidFill>
            <a:schemeClr val="accent1">
              <a:lumMod val="20000"/>
              <a:lumOff val="80000"/>
            </a:schemeClr>
          </a:solidFill>
        </p:spPr>
        <p:style>
          <a:lnRef idx="2">
            <a:schemeClr val="accent1">
              <a:shade val="50000"/>
            </a:schemeClr>
          </a:lnRef>
          <a:fillRef idx="1">
            <a:schemeClr val="accent1"/>
          </a:fillRef>
          <a:effectRef idx="0">
            <a:schemeClr val="accent1"/>
          </a:effectRef>
          <a:fontRef idx="minor">
            <a:schemeClr val="lt1"/>
          </a:fontRef>
        </p:style>
        <p:txBody>
          <a:bodyPr anchor="ctr"/>
          <a:lstStyle/>
          <a:p>
            <a:pPr algn="just">
              <a:defRPr/>
            </a:pPr>
            <a:r>
              <a:rPr lang="zh-CN" altLang="en-US" sz="2400" dirty="0">
                <a:solidFill>
                  <a:schemeClr val="tx1">
                    <a:lumMod val="85000"/>
                    <a:lumOff val="15000"/>
                  </a:schemeClr>
                </a:solidFill>
                <a:latin typeface="楷体_GB2312" panose="02010609030101010101" pitchFamily="49" charset="-122"/>
                <a:ea typeface="楷体_GB2312" panose="02010609030101010101" pitchFamily="49" charset="-122"/>
              </a:rPr>
              <a:t>帧的最后一部分是帧结束标记，它和起始标志一样，是一个独特的位串组合，用于标志该帧传输过程的结束。 </a:t>
            </a:r>
          </a:p>
        </p:txBody>
      </p:sp>
      <p:sp>
        <p:nvSpPr>
          <p:cNvPr id="22" name="圆角矩形标注 21"/>
          <p:cNvSpPr/>
          <p:nvPr/>
        </p:nvSpPr>
        <p:spPr>
          <a:xfrm>
            <a:off x="827088" y="4038104"/>
            <a:ext cx="7345362" cy="649288"/>
          </a:xfrm>
          <a:prstGeom prst="wedgeRoundRectCallout">
            <a:avLst>
              <a:gd name="adj1" fmla="val -9670"/>
              <a:gd name="adj2" fmla="val -37352"/>
              <a:gd name="adj3" fmla="val 16667"/>
            </a:avLst>
          </a:prstGeom>
          <a:solidFill>
            <a:schemeClr val="bg1">
              <a:lumMod val="85000"/>
            </a:schemeClr>
          </a:solidFill>
        </p:spPr>
        <p:style>
          <a:lnRef idx="2">
            <a:schemeClr val="accent1">
              <a:shade val="50000"/>
            </a:schemeClr>
          </a:lnRef>
          <a:fillRef idx="1">
            <a:schemeClr val="accent1"/>
          </a:fillRef>
          <a:effectRef idx="0">
            <a:schemeClr val="accent1"/>
          </a:effectRef>
          <a:fontRef idx="minor">
            <a:schemeClr val="lt1"/>
          </a:fontRef>
        </p:style>
        <p:txBody>
          <a:bodyPr anchor="ctr"/>
          <a:lstStyle/>
          <a:p>
            <a:pPr algn="just">
              <a:defRPr/>
            </a:pPr>
            <a:r>
              <a:rPr lang="zh-CN" altLang="en-US" sz="2400" dirty="0">
                <a:solidFill>
                  <a:schemeClr val="tx1">
                    <a:lumMod val="85000"/>
                    <a:lumOff val="15000"/>
                  </a:schemeClr>
                </a:solidFill>
                <a:latin typeface="楷体_GB2312" panose="02010609030101010101" pitchFamily="49" charset="-122"/>
                <a:ea typeface="楷体_GB2312" panose="02010609030101010101" pitchFamily="49" charset="-122"/>
              </a:rPr>
              <a:t>数据帧是一种按协议约定将数据信息组织成组的形式</a:t>
            </a:r>
            <a:endParaRPr lang="zh-CN" altLang="en-US" sz="2400" dirty="0"/>
          </a:p>
        </p:txBody>
      </p:sp>
      <p:sp>
        <p:nvSpPr>
          <p:cNvPr id="23" name="圆角矩形标注 22"/>
          <p:cNvSpPr/>
          <p:nvPr/>
        </p:nvSpPr>
        <p:spPr>
          <a:xfrm>
            <a:off x="900113" y="3726954"/>
            <a:ext cx="5111750" cy="2155825"/>
          </a:xfrm>
          <a:prstGeom prst="wedgeRoundRectCallout">
            <a:avLst>
              <a:gd name="adj1" fmla="val -40399"/>
              <a:gd name="adj2" fmla="val -71893"/>
              <a:gd name="adj3" fmla="val 16667"/>
            </a:avLst>
          </a:prstGeom>
          <a:solidFill>
            <a:schemeClr val="bg1">
              <a:lumMod val="85000"/>
            </a:schemeClr>
          </a:solidFill>
        </p:spPr>
        <p:style>
          <a:lnRef idx="2">
            <a:schemeClr val="accent1">
              <a:shade val="50000"/>
            </a:schemeClr>
          </a:lnRef>
          <a:fillRef idx="1">
            <a:schemeClr val="accent1"/>
          </a:fillRef>
          <a:effectRef idx="0">
            <a:schemeClr val="accent1"/>
          </a:effectRef>
          <a:fontRef idx="minor">
            <a:schemeClr val="lt1"/>
          </a:fontRef>
        </p:style>
        <p:txBody>
          <a:bodyPr anchor="ctr"/>
          <a:lstStyle/>
          <a:p>
            <a:pPr algn="just">
              <a:defRPr/>
            </a:pPr>
            <a:r>
              <a:rPr lang="zh-CN" altLang="en-US" sz="2400" dirty="0">
                <a:solidFill>
                  <a:schemeClr val="tx1">
                    <a:lumMod val="85000"/>
                    <a:lumOff val="15000"/>
                  </a:schemeClr>
                </a:solidFill>
                <a:latin typeface="楷体_GB2312" panose="02010609030101010101" pitchFamily="49" charset="-122"/>
                <a:ea typeface="楷体_GB2312" panose="02010609030101010101" pitchFamily="49" charset="-122"/>
              </a:rPr>
              <a:t>它的第一部分是用于实现收发双方同步的一个独特的字符段或数据位的组合，称之为起始标志或帧头，其作用是通知接收方有一个通信帧已经到达。</a:t>
            </a:r>
            <a:endParaRPr lang="zh-CN" altLang="en-US" sz="2400" dirty="0"/>
          </a:p>
        </p:txBody>
      </p:sp>
      <p:sp>
        <p:nvSpPr>
          <p:cNvPr id="24" name="圆角矩形标注 23"/>
          <p:cNvSpPr/>
          <p:nvPr/>
        </p:nvSpPr>
        <p:spPr>
          <a:xfrm>
            <a:off x="1052513" y="3879354"/>
            <a:ext cx="5391150" cy="925513"/>
          </a:xfrm>
          <a:prstGeom prst="wedgeRoundRectCallout">
            <a:avLst>
              <a:gd name="adj1" fmla="val 15829"/>
              <a:gd name="adj2" fmla="val -93993"/>
              <a:gd name="adj3" fmla="val 16667"/>
            </a:avLst>
          </a:prstGeom>
          <a:solidFill>
            <a:schemeClr val="tx2">
              <a:lumMod val="40000"/>
              <a:lumOff val="60000"/>
            </a:schemeClr>
          </a:solidFill>
        </p:spPr>
        <p:style>
          <a:lnRef idx="2">
            <a:schemeClr val="accent1">
              <a:shade val="50000"/>
            </a:schemeClr>
          </a:lnRef>
          <a:fillRef idx="1">
            <a:schemeClr val="accent1"/>
          </a:fillRef>
          <a:effectRef idx="0">
            <a:schemeClr val="accent1"/>
          </a:effectRef>
          <a:fontRef idx="minor">
            <a:schemeClr val="lt1"/>
          </a:fontRef>
        </p:style>
        <p:txBody>
          <a:bodyPr anchor="ctr"/>
          <a:lstStyle/>
          <a:p>
            <a:pPr algn="just">
              <a:defRPr/>
            </a:pPr>
            <a:r>
              <a:rPr lang="zh-CN" altLang="en-US" sz="2400" dirty="0">
                <a:solidFill>
                  <a:schemeClr val="tx1">
                    <a:lumMod val="85000"/>
                    <a:lumOff val="15000"/>
                  </a:schemeClr>
                </a:solidFill>
                <a:latin typeface="楷体_GB2312" panose="02010609030101010101" pitchFamily="49" charset="-122"/>
                <a:ea typeface="楷体_GB2312" panose="02010609030101010101" pitchFamily="49" charset="-122"/>
              </a:rPr>
              <a:t>中间是通信控制域、数据域和校验域。</a:t>
            </a:r>
            <a:endParaRPr lang="zh-CN" altLang="en-US" sz="2400" dirty="0"/>
          </a:p>
        </p:txBody>
      </p:sp>
      <p:sp>
        <p:nvSpPr>
          <p:cNvPr id="25" name="TextBox 24"/>
          <p:cNvSpPr txBox="1">
            <a:spLocks noChangeArrowheads="1"/>
          </p:cNvSpPr>
          <p:nvPr/>
        </p:nvSpPr>
        <p:spPr bwMode="auto">
          <a:xfrm>
            <a:off x="250825" y="3726954"/>
            <a:ext cx="7416800" cy="4619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spcBef>
                <a:spcPct val="20000"/>
              </a:spcBef>
              <a:buFont typeface="Wingdings" pitchFamily="2" charset="2"/>
              <a:buChar char="Ø"/>
              <a:defRPr sz="3200">
                <a:solidFill>
                  <a:srgbClr val="4F6228"/>
                </a:solidFill>
                <a:latin typeface="Calibri" pitchFamily="34" charset="0"/>
                <a:ea typeface="楷体_GB2312" pitchFamily="49" charset="-122"/>
              </a:defRPr>
            </a:lvl1pPr>
            <a:lvl2pPr marL="742950" indent="-285750" eaLnBrk="0" hangingPunct="0">
              <a:spcBef>
                <a:spcPct val="20000"/>
              </a:spcBef>
              <a:buFont typeface="Wingdings" pitchFamily="2" charset="2"/>
              <a:buChar char="ü"/>
              <a:defRPr sz="2800">
                <a:solidFill>
                  <a:srgbClr val="4F6228"/>
                </a:solidFill>
                <a:latin typeface="Calibri" pitchFamily="34" charset="0"/>
                <a:ea typeface="楷体_GB2312" pitchFamily="49" charset="-122"/>
              </a:defRPr>
            </a:lvl2pPr>
            <a:lvl3pPr marL="1143000" indent="-228600" eaLnBrk="0" hangingPunct="0">
              <a:spcBef>
                <a:spcPct val="20000"/>
              </a:spcBef>
              <a:buFont typeface="Arial" charset="0"/>
              <a:buChar char="•"/>
              <a:defRPr sz="2400">
                <a:solidFill>
                  <a:srgbClr val="4F6228"/>
                </a:solidFill>
                <a:latin typeface="Calibri" pitchFamily="34" charset="0"/>
                <a:ea typeface="楷体_GB2312" pitchFamily="49" charset="-122"/>
              </a:defRPr>
            </a:lvl3pPr>
            <a:lvl4pPr marL="1600200" indent="-228600" eaLnBrk="0" hangingPunct="0">
              <a:spcBef>
                <a:spcPct val="20000"/>
              </a:spcBef>
              <a:buFont typeface="Arial" charset="0"/>
              <a:buChar char="–"/>
              <a:defRPr sz="2000">
                <a:solidFill>
                  <a:schemeClr val="tx1"/>
                </a:solidFill>
                <a:latin typeface="Calibri" pitchFamily="34" charset="0"/>
                <a:ea typeface="宋体" pitchFamily="2" charset="-122"/>
              </a:defRPr>
            </a:lvl4pPr>
            <a:lvl5pPr marL="2057400" indent="-228600" eaLnBrk="0" hangingPunct="0">
              <a:spcBef>
                <a:spcPct val="20000"/>
              </a:spcBef>
              <a:buFont typeface="Arial" charset="0"/>
              <a:buChar char="»"/>
              <a:defRPr sz="2000">
                <a:solidFill>
                  <a:schemeClr val="tx1"/>
                </a:solidFill>
                <a:latin typeface="Calibri" pitchFamily="34" charset="0"/>
                <a:ea typeface="宋体" pitchFamily="2" charset="-122"/>
              </a:defRPr>
            </a:lvl5pPr>
            <a:lvl6pPr marL="2514600" indent="-228600" eaLnBrk="0" fontAlgn="base" hangingPunct="0">
              <a:spcBef>
                <a:spcPct val="20000"/>
              </a:spcBef>
              <a:spcAft>
                <a:spcPct val="0"/>
              </a:spcAft>
              <a:buFont typeface="Arial" charset="0"/>
              <a:buChar char="»"/>
              <a:defRPr sz="2000">
                <a:solidFill>
                  <a:schemeClr val="tx1"/>
                </a:solidFill>
                <a:latin typeface="Calibri" pitchFamily="34" charset="0"/>
                <a:ea typeface="宋体" pitchFamily="2" charset="-122"/>
              </a:defRPr>
            </a:lvl6pPr>
            <a:lvl7pPr marL="2971800" indent="-228600" eaLnBrk="0" fontAlgn="base" hangingPunct="0">
              <a:spcBef>
                <a:spcPct val="20000"/>
              </a:spcBef>
              <a:spcAft>
                <a:spcPct val="0"/>
              </a:spcAft>
              <a:buFont typeface="Arial" charset="0"/>
              <a:buChar char="»"/>
              <a:defRPr sz="2000">
                <a:solidFill>
                  <a:schemeClr val="tx1"/>
                </a:solidFill>
                <a:latin typeface="Calibri" pitchFamily="34" charset="0"/>
                <a:ea typeface="宋体" pitchFamily="2" charset="-122"/>
              </a:defRPr>
            </a:lvl7pPr>
            <a:lvl8pPr marL="3429000" indent="-228600" eaLnBrk="0" fontAlgn="base" hangingPunct="0">
              <a:spcBef>
                <a:spcPct val="20000"/>
              </a:spcBef>
              <a:spcAft>
                <a:spcPct val="0"/>
              </a:spcAft>
              <a:buFont typeface="Arial" charset="0"/>
              <a:buChar char="»"/>
              <a:defRPr sz="2000">
                <a:solidFill>
                  <a:schemeClr val="tx1"/>
                </a:solidFill>
                <a:latin typeface="Calibri" pitchFamily="34" charset="0"/>
                <a:ea typeface="宋体" pitchFamily="2" charset="-122"/>
              </a:defRPr>
            </a:lvl8pPr>
            <a:lvl9pPr marL="3886200" indent="-228600" eaLnBrk="0" fontAlgn="base" hangingPunct="0">
              <a:spcBef>
                <a:spcPct val="20000"/>
              </a:spcBef>
              <a:spcAft>
                <a:spcPct val="0"/>
              </a:spcAft>
              <a:buFont typeface="Arial" charset="0"/>
              <a:buChar char="»"/>
              <a:defRPr sz="2000">
                <a:solidFill>
                  <a:schemeClr val="tx1"/>
                </a:solidFill>
                <a:latin typeface="Calibri" pitchFamily="34" charset="0"/>
                <a:ea typeface="宋体" pitchFamily="2" charset="-122"/>
              </a:defRPr>
            </a:lvl9pPr>
          </a:lstStyle>
          <a:p>
            <a:pPr eaLnBrk="1" hangingPunct="1">
              <a:spcBef>
                <a:spcPct val="0"/>
              </a:spcBef>
              <a:buFontTx/>
              <a:buNone/>
            </a:pPr>
            <a:r>
              <a:rPr lang="zh-CN" altLang="en-US" sz="2400">
                <a:solidFill>
                  <a:srgbClr val="FF0000"/>
                </a:solidFill>
                <a:latin typeface="楷体_GB2312" pitchFamily="49" charset="-122"/>
              </a:rPr>
              <a:t>帧同步是现场总线系统通信中主要采用的同步方式</a:t>
            </a:r>
          </a:p>
        </p:txBody>
      </p:sp>
    </p:spTree>
  </p:cSld>
  <p:clrMapOvr>
    <a:masterClrMapping/>
  </p:clrMapOvr>
  <p:transition spd="slow">
    <p:push dir="u"/>
  </p:transition>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2" presetClass="entr" presetSubtype="4" fill="hold" nodeType="clickEffect">
                                  <p:stCondLst>
                                    <p:cond delay="0"/>
                                  </p:stCondLst>
                                  <p:childTnLst>
                                    <p:set>
                                      <p:cBhvr>
                                        <p:cTn id="6" dur="1" fill="hold">
                                          <p:stCondLst>
                                            <p:cond delay="0"/>
                                          </p:stCondLst>
                                        </p:cTn>
                                        <p:tgtEl>
                                          <p:spTgt spid="18"/>
                                        </p:tgtEl>
                                        <p:attrNameLst>
                                          <p:attrName>style.visibility</p:attrName>
                                        </p:attrNameLst>
                                      </p:cBhvr>
                                      <p:to>
                                        <p:strVal val="visible"/>
                                      </p:to>
                                    </p:set>
                                    <p:anim calcmode="lin" valueType="num">
                                      <p:cBhvr additive="base">
                                        <p:cTn id="7" dur="500" fill="hold"/>
                                        <p:tgtEl>
                                          <p:spTgt spid="18"/>
                                        </p:tgtEl>
                                        <p:attrNameLst>
                                          <p:attrName>ppt_x</p:attrName>
                                        </p:attrNameLst>
                                      </p:cBhvr>
                                      <p:tavLst>
                                        <p:tav tm="0">
                                          <p:val>
                                            <p:strVal val="#ppt_x"/>
                                          </p:val>
                                        </p:tav>
                                        <p:tav tm="100000">
                                          <p:val>
                                            <p:strVal val="#ppt_x"/>
                                          </p:val>
                                        </p:tav>
                                      </p:tavLst>
                                    </p:anim>
                                    <p:anim calcmode="lin" valueType="num">
                                      <p:cBhvr additive="base">
                                        <p:cTn id="8" dur="500" fill="hold"/>
                                        <p:tgtEl>
                                          <p:spTgt spid="18"/>
                                        </p:tgtEl>
                                        <p:attrNameLst>
                                          <p:attrName>ppt_y</p:attrName>
                                        </p:attrNameLst>
                                      </p:cBhvr>
                                      <p:tavLst>
                                        <p:tav tm="0">
                                          <p:val>
                                            <p:strVal val="1+#ppt_h/2"/>
                                          </p:val>
                                        </p:tav>
                                        <p:tav tm="100000">
                                          <p:val>
                                            <p:strVal val="#ppt_y"/>
                                          </p:val>
                                        </p:tav>
                                      </p:tavLst>
                                    </p:anim>
                                  </p:childTnLst>
                                </p:cTn>
                              </p:par>
                            </p:childTnLst>
                          </p:cTn>
                        </p:par>
                      </p:childTnLst>
                    </p:cTn>
                  </p:par>
                  <p:par>
                    <p:cTn id="9" fill="hold" nodeType="clickPar">
                      <p:stCondLst>
                        <p:cond delay="indefinite"/>
                      </p:stCondLst>
                      <p:childTnLst>
                        <p:par>
                          <p:cTn id="10" fill="hold" nodeType="withGroup">
                            <p:stCondLst>
                              <p:cond delay="0"/>
                            </p:stCondLst>
                            <p:childTnLst>
                              <p:par>
                                <p:cTn id="11" presetID="2" presetClass="entr" presetSubtype="4" fill="hold" grpId="0" nodeType="clickEffect">
                                  <p:stCondLst>
                                    <p:cond delay="0"/>
                                  </p:stCondLst>
                                  <p:childTnLst>
                                    <p:set>
                                      <p:cBhvr>
                                        <p:cTn id="12" dur="1" fill="hold">
                                          <p:stCondLst>
                                            <p:cond delay="0"/>
                                          </p:stCondLst>
                                        </p:cTn>
                                        <p:tgtEl>
                                          <p:spTgt spid="22"/>
                                        </p:tgtEl>
                                        <p:attrNameLst>
                                          <p:attrName>style.visibility</p:attrName>
                                        </p:attrNameLst>
                                      </p:cBhvr>
                                      <p:to>
                                        <p:strVal val="visible"/>
                                      </p:to>
                                    </p:set>
                                    <p:anim calcmode="lin" valueType="num">
                                      <p:cBhvr additive="base">
                                        <p:cTn id="13" dur="500" fill="hold"/>
                                        <p:tgtEl>
                                          <p:spTgt spid="22"/>
                                        </p:tgtEl>
                                        <p:attrNameLst>
                                          <p:attrName>ppt_x</p:attrName>
                                        </p:attrNameLst>
                                      </p:cBhvr>
                                      <p:tavLst>
                                        <p:tav tm="0">
                                          <p:val>
                                            <p:strVal val="#ppt_x"/>
                                          </p:val>
                                        </p:tav>
                                        <p:tav tm="100000">
                                          <p:val>
                                            <p:strVal val="#ppt_x"/>
                                          </p:val>
                                        </p:tav>
                                      </p:tavLst>
                                    </p:anim>
                                    <p:anim calcmode="lin" valueType="num">
                                      <p:cBhvr additive="base">
                                        <p:cTn id="14" dur="500" fill="hold"/>
                                        <p:tgtEl>
                                          <p:spTgt spid="22"/>
                                        </p:tgtEl>
                                        <p:attrNameLst>
                                          <p:attrName>ppt_y</p:attrName>
                                        </p:attrNameLst>
                                      </p:cBhvr>
                                      <p:tavLst>
                                        <p:tav tm="0">
                                          <p:val>
                                            <p:strVal val="1+#ppt_h/2"/>
                                          </p:val>
                                        </p:tav>
                                        <p:tav tm="100000">
                                          <p:val>
                                            <p:strVal val="#ppt_y"/>
                                          </p:val>
                                        </p:tav>
                                      </p:tavLst>
                                    </p:anim>
                                  </p:childTnLst>
                                </p:cTn>
                              </p:par>
                            </p:childTnLst>
                          </p:cTn>
                        </p:par>
                      </p:childTnLst>
                    </p:cTn>
                  </p:par>
                  <p:par>
                    <p:cTn id="15" fill="hold" nodeType="clickPar">
                      <p:stCondLst>
                        <p:cond delay="indefinite"/>
                      </p:stCondLst>
                      <p:childTnLst>
                        <p:par>
                          <p:cTn id="16" fill="hold" nodeType="withGroup">
                            <p:stCondLst>
                              <p:cond delay="0"/>
                            </p:stCondLst>
                            <p:childTnLst>
                              <p:par>
                                <p:cTn id="17" presetID="2" presetClass="exit" presetSubtype="4" fill="hold" grpId="1" nodeType="clickEffect">
                                  <p:stCondLst>
                                    <p:cond delay="0"/>
                                  </p:stCondLst>
                                  <p:childTnLst>
                                    <p:anim calcmode="lin" valueType="num">
                                      <p:cBhvr additive="base">
                                        <p:cTn id="18" dur="500"/>
                                        <p:tgtEl>
                                          <p:spTgt spid="22"/>
                                        </p:tgtEl>
                                        <p:attrNameLst>
                                          <p:attrName>ppt_x</p:attrName>
                                        </p:attrNameLst>
                                      </p:cBhvr>
                                      <p:tavLst>
                                        <p:tav tm="0">
                                          <p:val>
                                            <p:strVal val="ppt_x"/>
                                          </p:val>
                                        </p:tav>
                                        <p:tav tm="100000">
                                          <p:val>
                                            <p:strVal val="ppt_x"/>
                                          </p:val>
                                        </p:tav>
                                      </p:tavLst>
                                    </p:anim>
                                    <p:anim calcmode="lin" valueType="num">
                                      <p:cBhvr additive="base">
                                        <p:cTn id="19" dur="500"/>
                                        <p:tgtEl>
                                          <p:spTgt spid="22"/>
                                        </p:tgtEl>
                                        <p:attrNameLst>
                                          <p:attrName>ppt_y</p:attrName>
                                        </p:attrNameLst>
                                      </p:cBhvr>
                                      <p:tavLst>
                                        <p:tav tm="0">
                                          <p:val>
                                            <p:strVal val="ppt_y"/>
                                          </p:val>
                                        </p:tav>
                                        <p:tav tm="100000">
                                          <p:val>
                                            <p:strVal val="1+ppt_h/2"/>
                                          </p:val>
                                        </p:tav>
                                      </p:tavLst>
                                    </p:anim>
                                    <p:set>
                                      <p:cBhvr>
                                        <p:cTn id="20" dur="1" fill="hold">
                                          <p:stCondLst>
                                            <p:cond delay="499"/>
                                          </p:stCondLst>
                                        </p:cTn>
                                        <p:tgtEl>
                                          <p:spTgt spid="22"/>
                                        </p:tgtEl>
                                        <p:attrNameLst>
                                          <p:attrName>style.visibility</p:attrName>
                                        </p:attrNameLst>
                                      </p:cBhvr>
                                      <p:to>
                                        <p:strVal val="hidden"/>
                                      </p:to>
                                    </p:set>
                                  </p:childTnLst>
                                </p:cTn>
                              </p:par>
                              <p:par>
                                <p:cTn id="21" presetID="42" presetClass="entr" presetSubtype="0" fill="hold" grpId="0" nodeType="withEffect">
                                  <p:stCondLst>
                                    <p:cond delay="0"/>
                                  </p:stCondLst>
                                  <p:childTnLst>
                                    <p:set>
                                      <p:cBhvr>
                                        <p:cTn id="22" dur="1" fill="hold">
                                          <p:stCondLst>
                                            <p:cond delay="0"/>
                                          </p:stCondLst>
                                        </p:cTn>
                                        <p:tgtEl>
                                          <p:spTgt spid="23"/>
                                        </p:tgtEl>
                                        <p:attrNameLst>
                                          <p:attrName>style.visibility</p:attrName>
                                        </p:attrNameLst>
                                      </p:cBhvr>
                                      <p:to>
                                        <p:strVal val="visible"/>
                                      </p:to>
                                    </p:set>
                                    <p:animEffect transition="in" filter="fade">
                                      <p:cBhvr>
                                        <p:cTn id="23" dur="1000"/>
                                        <p:tgtEl>
                                          <p:spTgt spid="23"/>
                                        </p:tgtEl>
                                      </p:cBhvr>
                                    </p:animEffect>
                                    <p:anim calcmode="lin" valueType="num">
                                      <p:cBhvr>
                                        <p:cTn id="24" dur="1000" fill="hold"/>
                                        <p:tgtEl>
                                          <p:spTgt spid="23"/>
                                        </p:tgtEl>
                                        <p:attrNameLst>
                                          <p:attrName>ppt_x</p:attrName>
                                        </p:attrNameLst>
                                      </p:cBhvr>
                                      <p:tavLst>
                                        <p:tav tm="0">
                                          <p:val>
                                            <p:strVal val="#ppt_x"/>
                                          </p:val>
                                        </p:tav>
                                        <p:tav tm="100000">
                                          <p:val>
                                            <p:strVal val="#ppt_x"/>
                                          </p:val>
                                        </p:tav>
                                      </p:tavLst>
                                    </p:anim>
                                    <p:anim calcmode="lin" valueType="num">
                                      <p:cBhvr>
                                        <p:cTn id="25" dur="1000" fill="hold"/>
                                        <p:tgtEl>
                                          <p:spTgt spid="23"/>
                                        </p:tgtEl>
                                        <p:attrNameLst>
                                          <p:attrName>ppt_y</p:attrName>
                                        </p:attrNameLst>
                                      </p:cBhvr>
                                      <p:tavLst>
                                        <p:tav tm="0">
                                          <p:val>
                                            <p:strVal val="#ppt_y+.1"/>
                                          </p:val>
                                        </p:tav>
                                        <p:tav tm="100000">
                                          <p:val>
                                            <p:strVal val="#ppt_y"/>
                                          </p:val>
                                        </p:tav>
                                      </p:tavLst>
                                    </p:anim>
                                  </p:childTnLst>
                                </p:cTn>
                              </p:par>
                            </p:childTnLst>
                          </p:cTn>
                        </p:par>
                      </p:childTnLst>
                    </p:cTn>
                  </p:par>
                  <p:par>
                    <p:cTn id="26" fill="hold" nodeType="clickPar">
                      <p:stCondLst>
                        <p:cond delay="indefinite"/>
                      </p:stCondLst>
                      <p:childTnLst>
                        <p:par>
                          <p:cTn id="27" fill="hold" nodeType="withGroup">
                            <p:stCondLst>
                              <p:cond delay="0"/>
                            </p:stCondLst>
                            <p:childTnLst>
                              <p:par>
                                <p:cTn id="28" presetID="42" presetClass="exit" presetSubtype="0" fill="hold" grpId="1" nodeType="clickEffect">
                                  <p:stCondLst>
                                    <p:cond delay="0"/>
                                  </p:stCondLst>
                                  <p:childTnLst>
                                    <p:animEffect transition="out" filter="fade">
                                      <p:cBhvr>
                                        <p:cTn id="29" dur="1000"/>
                                        <p:tgtEl>
                                          <p:spTgt spid="23"/>
                                        </p:tgtEl>
                                      </p:cBhvr>
                                    </p:animEffect>
                                    <p:anim calcmode="lin" valueType="num">
                                      <p:cBhvr>
                                        <p:cTn id="30" dur="1000"/>
                                        <p:tgtEl>
                                          <p:spTgt spid="23"/>
                                        </p:tgtEl>
                                        <p:attrNameLst>
                                          <p:attrName>ppt_x</p:attrName>
                                        </p:attrNameLst>
                                      </p:cBhvr>
                                      <p:tavLst>
                                        <p:tav tm="0">
                                          <p:val>
                                            <p:strVal val="ppt_x"/>
                                          </p:val>
                                        </p:tav>
                                        <p:tav tm="100000">
                                          <p:val>
                                            <p:strVal val="ppt_x"/>
                                          </p:val>
                                        </p:tav>
                                      </p:tavLst>
                                    </p:anim>
                                    <p:anim calcmode="lin" valueType="num">
                                      <p:cBhvr>
                                        <p:cTn id="31" dur="1000"/>
                                        <p:tgtEl>
                                          <p:spTgt spid="23"/>
                                        </p:tgtEl>
                                        <p:attrNameLst>
                                          <p:attrName>ppt_y</p:attrName>
                                        </p:attrNameLst>
                                      </p:cBhvr>
                                      <p:tavLst>
                                        <p:tav tm="0">
                                          <p:val>
                                            <p:strVal val="ppt_y"/>
                                          </p:val>
                                        </p:tav>
                                        <p:tav tm="100000">
                                          <p:val>
                                            <p:strVal val="ppt_y+.1"/>
                                          </p:val>
                                        </p:tav>
                                      </p:tavLst>
                                    </p:anim>
                                    <p:set>
                                      <p:cBhvr>
                                        <p:cTn id="32" dur="1" fill="hold">
                                          <p:stCondLst>
                                            <p:cond delay="999"/>
                                          </p:stCondLst>
                                        </p:cTn>
                                        <p:tgtEl>
                                          <p:spTgt spid="23"/>
                                        </p:tgtEl>
                                        <p:attrNameLst>
                                          <p:attrName>style.visibility</p:attrName>
                                        </p:attrNameLst>
                                      </p:cBhvr>
                                      <p:to>
                                        <p:strVal val="hidden"/>
                                      </p:to>
                                    </p:set>
                                  </p:childTnLst>
                                </p:cTn>
                              </p:par>
                              <p:par>
                                <p:cTn id="33" presetID="2" presetClass="entr" presetSubtype="4" fill="hold" grpId="0" nodeType="withEffect">
                                  <p:stCondLst>
                                    <p:cond delay="0"/>
                                  </p:stCondLst>
                                  <p:childTnLst>
                                    <p:set>
                                      <p:cBhvr>
                                        <p:cTn id="34" dur="1" fill="hold">
                                          <p:stCondLst>
                                            <p:cond delay="0"/>
                                          </p:stCondLst>
                                        </p:cTn>
                                        <p:tgtEl>
                                          <p:spTgt spid="24"/>
                                        </p:tgtEl>
                                        <p:attrNameLst>
                                          <p:attrName>style.visibility</p:attrName>
                                        </p:attrNameLst>
                                      </p:cBhvr>
                                      <p:to>
                                        <p:strVal val="visible"/>
                                      </p:to>
                                    </p:set>
                                    <p:anim calcmode="lin" valueType="num">
                                      <p:cBhvr additive="base">
                                        <p:cTn id="35" dur="500" fill="hold"/>
                                        <p:tgtEl>
                                          <p:spTgt spid="24"/>
                                        </p:tgtEl>
                                        <p:attrNameLst>
                                          <p:attrName>ppt_x</p:attrName>
                                        </p:attrNameLst>
                                      </p:cBhvr>
                                      <p:tavLst>
                                        <p:tav tm="0">
                                          <p:val>
                                            <p:strVal val="#ppt_x"/>
                                          </p:val>
                                        </p:tav>
                                        <p:tav tm="100000">
                                          <p:val>
                                            <p:strVal val="#ppt_x"/>
                                          </p:val>
                                        </p:tav>
                                      </p:tavLst>
                                    </p:anim>
                                    <p:anim calcmode="lin" valueType="num">
                                      <p:cBhvr additive="base">
                                        <p:cTn id="36" dur="500" fill="hold"/>
                                        <p:tgtEl>
                                          <p:spTgt spid="24"/>
                                        </p:tgtEl>
                                        <p:attrNameLst>
                                          <p:attrName>ppt_y</p:attrName>
                                        </p:attrNameLst>
                                      </p:cBhvr>
                                      <p:tavLst>
                                        <p:tav tm="0">
                                          <p:val>
                                            <p:strVal val="1+#ppt_h/2"/>
                                          </p:val>
                                        </p:tav>
                                        <p:tav tm="100000">
                                          <p:val>
                                            <p:strVal val="#ppt_y"/>
                                          </p:val>
                                        </p:tav>
                                      </p:tavLst>
                                    </p:anim>
                                  </p:childTnLst>
                                </p:cTn>
                              </p:par>
                            </p:childTnLst>
                          </p:cTn>
                        </p:par>
                      </p:childTnLst>
                    </p:cTn>
                  </p:par>
                  <p:par>
                    <p:cTn id="37" fill="hold" nodeType="clickPar">
                      <p:stCondLst>
                        <p:cond delay="indefinite"/>
                      </p:stCondLst>
                      <p:childTnLst>
                        <p:par>
                          <p:cTn id="38" fill="hold" nodeType="withGroup">
                            <p:stCondLst>
                              <p:cond delay="0"/>
                            </p:stCondLst>
                            <p:childTnLst>
                              <p:par>
                                <p:cTn id="39" presetID="2" presetClass="exit" presetSubtype="4" fill="hold" grpId="1" nodeType="clickEffect">
                                  <p:stCondLst>
                                    <p:cond delay="0"/>
                                  </p:stCondLst>
                                  <p:childTnLst>
                                    <p:anim calcmode="lin" valueType="num">
                                      <p:cBhvr additive="base">
                                        <p:cTn id="40" dur="500"/>
                                        <p:tgtEl>
                                          <p:spTgt spid="24"/>
                                        </p:tgtEl>
                                        <p:attrNameLst>
                                          <p:attrName>ppt_x</p:attrName>
                                        </p:attrNameLst>
                                      </p:cBhvr>
                                      <p:tavLst>
                                        <p:tav tm="0">
                                          <p:val>
                                            <p:strVal val="ppt_x"/>
                                          </p:val>
                                        </p:tav>
                                        <p:tav tm="100000">
                                          <p:val>
                                            <p:strVal val="ppt_x"/>
                                          </p:val>
                                        </p:tav>
                                      </p:tavLst>
                                    </p:anim>
                                    <p:anim calcmode="lin" valueType="num">
                                      <p:cBhvr additive="base">
                                        <p:cTn id="41" dur="500"/>
                                        <p:tgtEl>
                                          <p:spTgt spid="24"/>
                                        </p:tgtEl>
                                        <p:attrNameLst>
                                          <p:attrName>ppt_y</p:attrName>
                                        </p:attrNameLst>
                                      </p:cBhvr>
                                      <p:tavLst>
                                        <p:tav tm="0">
                                          <p:val>
                                            <p:strVal val="ppt_y"/>
                                          </p:val>
                                        </p:tav>
                                        <p:tav tm="100000">
                                          <p:val>
                                            <p:strVal val="1+ppt_h/2"/>
                                          </p:val>
                                        </p:tav>
                                      </p:tavLst>
                                    </p:anim>
                                    <p:set>
                                      <p:cBhvr>
                                        <p:cTn id="42" dur="1" fill="hold">
                                          <p:stCondLst>
                                            <p:cond delay="499"/>
                                          </p:stCondLst>
                                        </p:cTn>
                                        <p:tgtEl>
                                          <p:spTgt spid="24"/>
                                        </p:tgtEl>
                                        <p:attrNameLst>
                                          <p:attrName>style.visibility</p:attrName>
                                        </p:attrNameLst>
                                      </p:cBhvr>
                                      <p:to>
                                        <p:strVal val="hidden"/>
                                      </p:to>
                                    </p:set>
                                  </p:childTnLst>
                                </p:cTn>
                              </p:par>
                              <p:par>
                                <p:cTn id="43" presetID="2" presetClass="entr" presetSubtype="4" fill="hold" grpId="0" nodeType="withEffect">
                                  <p:stCondLst>
                                    <p:cond delay="0"/>
                                  </p:stCondLst>
                                  <p:childTnLst>
                                    <p:set>
                                      <p:cBhvr>
                                        <p:cTn id="44" dur="1" fill="hold">
                                          <p:stCondLst>
                                            <p:cond delay="0"/>
                                          </p:stCondLst>
                                        </p:cTn>
                                        <p:tgtEl>
                                          <p:spTgt spid="19"/>
                                        </p:tgtEl>
                                        <p:attrNameLst>
                                          <p:attrName>style.visibility</p:attrName>
                                        </p:attrNameLst>
                                      </p:cBhvr>
                                      <p:to>
                                        <p:strVal val="visible"/>
                                      </p:to>
                                    </p:set>
                                    <p:anim calcmode="lin" valueType="num">
                                      <p:cBhvr additive="base">
                                        <p:cTn id="45" dur="500" fill="hold"/>
                                        <p:tgtEl>
                                          <p:spTgt spid="19"/>
                                        </p:tgtEl>
                                        <p:attrNameLst>
                                          <p:attrName>ppt_x</p:attrName>
                                        </p:attrNameLst>
                                      </p:cBhvr>
                                      <p:tavLst>
                                        <p:tav tm="0">
                                          <p:val>
                                            <p:strVal val="#ppt_x"/>
                                          </p:val>
                                        </p:tav>
                                        <p:tav tm="100000">
                                          <p:val>
                                            <p:strVal val="#ppt_x"/>
                                          </p:val>
                                        </p:tav>
                                      </p:tavLst>
                                    </p:anim>
                                    <p:anim calcmode="lin" valueType="num">
                                      <p:cBhvr additive="base">
                                        <p:cTn id="46" dur="500" fill="hold"/>
                                        <p:tgtEl>
                                          <p:spTgt spid="19"/>
                                        </p:tgtEl>
                                        <p:attrNameLst>
                                          <p:attrName>ppt_y</p:attrName>
                                        </p:attrNameLst>
                                      </p:cBhvr>
                                      <p:tavLst>
                                        <p:tav tm="0">
                                          <p:val>
                                            <p:strVal val="1+#ppt_h/2"/>
                                          </p:val>
                                        </p:tav>
                                        <p:tav tm="100000">
                                          <p:val>
                                            <p:strVal val="#ppt_y"/>
                                          </p:val>
                                        </p:tav>
                                      </p:tavLst>
                                    </p:anim>
                                  </p:childTnLst>
                                </p:cTn>
                              </p:par>
                            </p:childTnLst>
                          </p:cTn>
                        </p:par>
                      </p:childTnLst>
                    </p:cTn>
                  </p:par>
                  <p:par>
                    <p:cTn id="47" fill="hold" nodeType="clickPar">
                      <p:stCondLst>
                        <p:cond delay="indefinite"/>
                      </p:stCondLst>
                      <p:childTnLst>
                        <p:par>
                          <p:cTn id="48" fill="hold" nodeType="withGroup">
                            <p:stCondLst>
                              <p:cond delay="0"/>
                            </p:stCondLst>
                            <p:childTnLst>
                              <p:par>
                                <p:cTn id="49" presetID="2" presetClass="exit" presetSubtype="4" fill="hold" grpId="1" nodeType="clickEffect">
                                  <p:stCondLst>
                                    <p:cond delay="0"/>
                                  </p:stCondLst>
                                  <p:childTnLst>
                                    <p:anim calcmode="lin" valueType="num">
                                      <p:cBhvr additive="base">
                                        <p:cTn id="50" dur="500"/>
                                        <p:tgtEl>
                                          <p:spTgt spid="19"/>
                                        </p:tgtEl>
                                        <p:attrNameLst>
                                          <p:attrName>ppt_x</p:attrName>
                                        </p:attrNameLst>
                                      </p:cBhvr>
                                      <p:tavLst>
                                        <p:tav tm="0">
                                          <p:val>
                                            <p:strVal val="ppt_x"/>
                                          </p:val>
                                        </p:tav>
                                        <p:tav tm="100000">
                                          <p:val>
                                            <p:strVal val="ppt_x"/>
                                          </p:val>
                                        </p:tav>
                                      </p:tavLst>
                                    </p:anim>
                                    <p:anim calcmode="lin" valueType="num">
                                      <p:cBhvr additive="base">
                                        <p:cTn id="51" dur="500"/>
                                        <p:tgtEl>
                                          <p:spTgt spid="19"/>
                                        </p:tgtEl>
                                        <p:attrNameLst>
                                          <p:attrName>ppt_y</p:attrName>
                                        </p:attrNameLst>
                                      </p:cBhvr>
                                      <p:tavLst>
                                        <p:tav tm="0">
                                          <p:val>
                                            <p:strVal val="ppt_y"/>
                                          </p:val>
                                        </p:tav>
                                        <p:tav tm="100000">
                                          <p:val>
                                            <p:strVal val="1+ppt_h/2"/>
                                          </p:val>
                                        </p:tav>
                                      </p:tavLst>
                                    </p:anim>
                                    <p:set>
                                      <p:cBhvr>
                                        <p:cTn id="52" dur="1" fill="hold">
                                          <p:stCondLst>
                                            <p:cond delay="499"/>
                                          </p:stCondLst>
                                        </p:cTn>
                                        <p:tgtEl>
                                          <p:spTgt spid="19"/>
                                        </p:tgtEl>
                                        <p:attrNameLst>
                                          <p:attrName>style.visibility</p:attrName>
                                        </p:attrNameLst>
                                      </p:cBhvr>
                                      <p:to>
                                        <p:strVal val="hidden"/>
                                      </p:to>
                                    </p:set>
                                  </p:childTnLst>
                                </p:cTn>
                              </p:par>
                              <p:par>
                                <p:cTn id="53" presetID="2" presetClass="entr" presetSubtype="4" fill="hold" nodeType="withEffect">
                                  <p:stCondLst>
                                    <p:cond delay="0"/>
                                  </p:stCondLst>
                                  <p:childTnLst>
                                    <p:set>
                                      <p:cBhvr>
                                        <p:cTn id="54" dur="1" fill="hold">
                                          <p:stCondLst>
                                            <p:cond delay="0"/>
                                          </p:stCondLst>
                                        </p:cTn>
                                        <p:tgtEl>
                                          <p:spTgt spid="25">
                                            <p:txEl>
                                              <p:pRg st="0" end="0"/>
                                            </p:txEl>
                                          </p:spTgt>
                                        </p:tgtEl>
                                        <p:attrNameLst>
                                          <p:attrName>style.visibility</p:attrName>
                                        </p:attrNameLst>
                                      </p:cBhvr>
                                      <p:to>
                                        <p:strVal val="visible"/>
                                      </p:to>
                                    </p:set>
                                    <p:anim calcmode="lin" valueType="num">
                                      <p:cBhvr additive="base">
                                        <p:cTn id="55" dur="500" fill="hold"/>
                                        <p:tgtEl>
                                          <p:spTgt spid="25">
                                            <p:txEl>
                                              <p:pRg st="0" end="0"/>
                                            </p:txEl>
                                          </p:spTgt>
                                        </p:tgtEl>
                                        <p:attrNameLst>
                                          <p:attrName>ppt_x</p:attrName>
                                        </p:attrNameLst>
                                      </p:cBhvr>
                                      <p:tavLst>
                                        <p:tav tm="0">
                                          <p:val>
                                            <p:strVal val="#ppt_x"/>
                                          </p:val>
                                        </p:tav>
                                        <p:tav tm="100000">
                                          <p:val>
                                            <p:strVal val="#ppt_x"/>
                                          </p:val>
                                        </p:tav>
                                      </p:tavLst>
                                    </p:anim>
                                    <p:anim calcmode="lin" valueType="num">
                                      <p:cBhvr additive="base">
                                        <p:cTn id="56" dur="500" fill="hold"/>
                                        <p:tgtEl>
                                          <p:spTgt spid="25">
                                            <p:txEl>
                                              <p:pRg st="0" end="0"/>
                                            </p:txEl>
                                          </p:spTgt>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9" grpId="0" animBg="1"/>
      <p:bldP spid="19" grpId="1" animBg="1"/>
      <p:bldP spid="22" grpId="0" animBg="1"/>
      <p:bldP spid="22" grpId="1" animBg="1"/>
      <p:bldP spid="23" grpId="0" animBg="1"/>
      <p:bldP spid="23" grpId="1" animBg="1"/>
      <p:bldP spid="24" grpId="0" animBg="1"/>
      <p:bldP spid="24" grpId="1" animBg="1"/>
    </p:bldLst>
  </p:timing>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3554" name="标题 1"/>
          <p:cNvSpPr>
            <a:spLocks noGrp="1"/>
          </p:cNvSpPr>
          <p:nvPr>
            <p:ph type="title"/>
          </p:nvPr>
        </p:nvSpPr>
        <p:spPr>
          <a:xfrm>
            <a:off x="107950" y="44450"/>
            <a:ext cx="7343775" cy="792163"/>
          </a:xfrm>
        </p:spPr>
        <p:txBody>
          <a:bodyPr/>
          <a:lstStyle/>
          <a:p>
            <a:pPr eaLnBrk="1" hangingPunct="1"/>
            <a:r>
              <a:rPr lang="zh-CN" altLang="en-US" smtClean="0"/>
              <a:t>第</a:t>
            </a:r>
            <a:r>
              <a:rPr lang="en-US" altLang="zh-CN" smtClean="0"/>
              <a:t>2</a:t>
            </a:r>
            <a:r>
              <a:rPr lang="zh-CN" altLang="en-US" smtClean="0"/>
              <a:t>章 数据通信与网络基础</a:t>
            </a:r>
          </a:p>
        </p:txBody>
      </p:sp>
      <p:sp>
        <p:nvSpPr>
          <p:cNvPr id="23555" name="内容占位符 2"/>
          <p:cNvSpPr>
            <a:spLocks noGrp="1"/>
          </p:cNvSpPr>
          <p:nvPr>
            <p:ph idx="1"/>
          </p:nvPr>
        </p:nvSpPr>
        <p:spPr>
          <a:xfrm>
            <a:off x="107950" y="981075"/>
            <a:ext cx="8928100" cy="5102225"/>
          </a:xfrm>
        </p:spPr>
        <p:txBody>
          <a:bodyPr/>
          <a:lstStyle/>
          <a:p>
            <a:pPr eaLnBrk="1" hangingPunct="1"/>
            <a:r>
              <a:rPr lang="en-US" altLang="zh-CN" smtClean="0"/>
              <a:t>2.1 </a:t>
            </a:r>
            <a:r>
              <a:rPr lang="zh-CN" altLang="en-US" smtClean="0"/>
              <a:t>基本术语</a:t>
            </a:r>
            <a:endParaRPr lang="en-US" altLang="zh-CN" smtClean="0"/>
          </a:p>
          <a:p>
            <a:pPr eaLnBrk="1" hangingPunct="1"/>
            <a:r>
              <a:rPr lang="en-US" altLang="zh-CN" smtClean="0"/>
              <a:t>2.2 </a:t>
            </a:r>
            <a:r>
              <a:rPr lang="zh-CN" altLang="en-US" smtClean="0"/>
              <a:t>数据编码</a:t>
            </a:r>
            <a:endParaRPr lang="en-US" altLang="zh-CN" smtClean="0"/>
          </a:p>
          <a:p>
            <a:pPr eaLnBrk="1" hangingPunct="1"/>
            <a:r>
              <a:rPr lang="en-US" altLang="zh-CN" smtClean="0"/>
              <a:t>2.3 </a:t>
            </a:r>
            <a:r>
              <a:rPr lang="zh-CN" altLang="en-US" smtClean="0"/>
              <a:t>数据传输方式</a:t>
            </a:r>
            <a:endParaRPr lang="en-US" altLang="zh-CN" smtClean="0"/>
          </a:p>
          <a:p>
            <a:pPr eaLnBrk="1" hangingPunct="1"/>
            <a:r>
              <a:rPr lang="en-US" altLang="zh-CN" smtClean="0">
                <a:solidFill>
                  <a:srgbClr val="FF0000"/>
                </a:solidFill>
              </a:rPr>
              <a:t>2.4 </a:t>
            </a:r>
            <a:r>
              <a:rPr lang="zh-CN" altLang="en-US" smtClean="0">
                <a:solidFill>
                  <a:srgbClr val="FF0000"/>
                </a:solidFill>
              </a:rPr>
              <a:t>通信线路工作方式</a:t>
            </a:r>
            <a:endParaRPr lang="en-US" altLang="zh-CN" smtClean="0">
              <a:solidFill>
                <a:srgbClr val="FF0000"/>
              </a:solidFill>
            </a:endParaRPr>
          </a:p>
        </p:txBody>
      </p:sp>
      <p:sp>
        <p:nvSpPr>
          <p:cNvPr id="3" name="灯片编号占位符 2"/>
          <p:cNvSpPr>
            <a:spLocks noGrp="1"/>
          </p:cNvSpPr>
          <p:nvPr>
            <p:ph type="sldNum" sz="quarter" idx="12"/>
          </p:nvPr>
        </p:nvSpPr>
        <p:spPr/>
        <p:txBody>
          <a:bodyPr/>
          <a:lstStyle/>
          <a:p>
            <a:pPr>
              <a:defRPr/>
            </a:pPr>
            <a:fld id="{0B5476EA-1032-4749-A114-0A2E17480705}" type="slidenum">
              <a:rPr lang="zh-CN" altLang="en-US" smtClean="0"/>
              <a:pPr>
                <a:defRPr/>
              </a:pPr>
              <a:t>17</a:t>
            </a:fld>
            <a:endParaRPr lang="zh-CN" altLang="en-US"/>
          </a:p>
        </p:txBody>
      </p:sp>
    </p:spTree>
  </p:cSld>
  <p:clrMapOvr>
    <a:masterClrMapping/>
  </p:clrMapOvr>
  <p:transition spd="slow">
    <p:push dir="u"/>
  </p:transition>
  <p:timing>
    <p:tnLst>
      <p:par>
        <p:cTn id="1" dur="indefinite" restart="never" nodeType="tmRoot"/>
      </p:par>
    </p:tnLst>
  </p:timing>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4578" name="标题 1"/>
          <p:cNvSpPr>
            <a:spLocks noGrp="1"/>
          </p:cNvSpPr>
          <p:nvPr>
            <p:ph type="title"/>
          </p:nvPr>
        </p:nvSpPr>
        <p:spPr>
          <a:xfrm>
            <a:off x="107950" y="44450"/>
            <a:ext cx="7343775" cy="792163"/>
          </a:xfrm>
        </p:spPr>
        <p:txBody>
          <a:bodyPr/>
          <a:lstStyle/>
          <a:p>
            <a:r>
              <a:rPr lang="en-US" altLang="zh-CN" smtClean="0"/>
              <a:t>2.4 </a:t>
            </a:r>
            <a:r>
              <a:rPr lang="zh-CN" altLang="en-US" smtClean="0"/>
              <a:t>通信线路工作方式</a:t>
            </a:r>
          </a:p>
        </p:txBody>
      </p:sp>
      <p:sp>
        <p:nvSpPr>
          <p:cNvPr id="3" name="内容占位符 2"/>
          <p:cNvSpPr>
            <a:spLocks noGrp="1"/>
          </p:cNvSpPr>
          <p:nvPr>
            <p:ph idx="1"/>
          </p:nvPr>
        </p:nvSpPr>
        <p:spPr>
          <a:xfrm>
            <a:off x="107950" y="836713"/>
            <a:ext cx="8928100" cy="5400600"/>
          </a:xfrm>
        </p:spPr>
        <p:txBody>
          <a:bodyPr/>
          <a:lstStyle/>
          <a:p>
            <a:pPr>
              <a:lnSpc>
                <a:spcPct val="115000"/>
              </a:lnSpc>
              <a:defRPr/>
            </a:pPr>
            <a:r>
              <a:rPr lang="zh-CN" altLang="en-US" sz="2800" b="1" dirty="0">
                <a:solidFill>
                  <a:srgbClr val="C00000"/>
                </a:solidFill>
                <a:latin typeface="楷体_GB2312" pitchFamily="49" charset="-122"/>
              </a:rPr>
              <a:t>单工通</a:t>
            </a:r>
            <a:r>
              <a:rPr lang="zh-CN" altLang="en-US" sz="2800" b="1" dirty="0" smtClean="0">
                <a:solidFill>
                  <a:srgbClr val="C00000"/>
                </a:solidFill>
                <a:latin typeface="楷体_GB2312" pitchFamily="49" charset="-122"/>
              </a:rPr>
              <a:t>信</a:t>
            </a:r>
            <a:endParaRPr lang="en-US" altLang="zh-CN" sz="2800" b="1" dirty="0" smtClean="0">
              <a:solidFill>
                <a:srgbClr val="C00000"/>
              </a:solidFill>
              <a:latin typeface="楷体_GB2312" pitchFamily="49" charset="-122"/>
            </a:endParaRPr>
          </a:p>
          <a:p>
            <a:pPr>
              <a:lnSpc>
                <a:spcPct val="115000"/>
              </a:lnSpc>
              <a:defRPr/>
            </a:pPr>
            <a:endParaRPr lang="en-US" altLang="zh-CN" sz="2800" b="1" dirty="0">
              <a:solidFill>
                <a:srgbClr val="C00000"/>
              </a:solidFill>
              <a:latin typeface="楷体_GB2312" pitchFamily="49" charset="-122"/>
            </a:endParaRPr>
          </a:p>
          <a:p>
            <a:pPr>
              <a:lnSpc>
                <a:spcPct val="115000"/>
              </a:lnSpc>
              <a:defRPr/>
            </a:pPr>
            <a:r>
              <a:rPr lang="zh-CN" altLang="en-US" sz="2800" b="1" dirty="0" smtClean="0">
                <a:solidFill>
                  <a:srgbClr val="C00000"/>
                </a:solidFill>
                <a:latin typeface="楷体_GB2312" pitchFamily="49" charset="-122"/>
              </a:rPr>
              <a:t>半</a:t>
            </a:r>
            <a:r>
              <a:rPr lang="zh-CN" altLang="en-US" sz="2800" b="1" dirty="0">
                <a:solidFill>
                  <a:srgbClr val="C00000"/>
                </a:solidFill>
                <a:latin typeface="楷体_GB2312" pitchFamily="49" charset="-122"/>
              </a:rPr>
              <a:t>双工通</a:t>
            </a:r>
            <a:r>
              <a:rPr lang="zh-CN" altLang="en-US" sz="2800" b="1" dirty="0" smtClean="0">
                <a:solidFill>
                  <a:srgbClr val="C00000"/>
                </a:solidFill>
                <a:latin typeface="楷体_GB2312" pitchFamily="49" charset="-122"/>
              </a:rPr>
              <a:t>信</a:t>
            </a:r>
            <a:endParaRPr lang="en-US" altLang="zh-CN" sz="2800" b="1" dirty="0">
              <a:solidFill>
                <a:srgbClr val="C00000"/>
              </a:solidFill>
              <a:latin typeface="楷体_GB2312" pitchFamily="49" charset="-122"/>
            </a:endParaRPr>
          </a:p>
          <a:p>
            <a:pPr>
              <a:lnSpc>
                <a:spcPct val="115000"/>
              </a:lnSpc>
              <a:defRPr/>
            </a:pPr>
            <a:endParaRPr lang="en-US" altLang="zh-CN" sz="2800" b="1" dirty="0" smtClean="0">
              <a:solidFill>
                <a:srgbClr val="C00000"/>
              </a:solidFill>
              <a:latin typeface="楷体_GB2312" pitchFamily="49" charset="-122"/>
            </a:endParaRPr>
          </a:p>
          <a:p>
            <a:pPr>
              <a:lnSpc>
                <a:spcPct val="115000"/>
              </a:lnSpc>
              <a:defRPr/>
            </a:pPr>
            <a:endParaRPr lang="en-US" altLang="zh-CN" sz="2800" b="1" dirty="0">
              <a:solidFill>
                <a:srgbClr val="C00000"/>
              </a:solidFill>
              <a:latin typeface="楷体_GB2312" pitchFamily="49" charset="-122"/>
            </a:endParaRPr>
          </a:p>
          <a:p>
            <a:pPr marL="0" indent="0">
              <a:lnSpc>
                <a:spcPct val="115000"/>
              </a:lnSpc>
              <a:buNone/>
              <a:defRPr/>
            </a:pPr>
            <a:endParaRPr lang="en-US" altLang="zh-CN" sz="1100" b="1" dirty="0" smtClean="0">
              <a:solidFill>
                <a:srgbClr val="C00000"/>
              </a:solidFill>
            </a:endParaRPr>
          </a:p>
          <a:p>
            <a:pPr>
              <a:lnSpc>
                <a:spcPct val="115000"/>
              </a:lnSpc>
              <a:defRPr/>
            </a:pPr>
            <a:r>
              <a:rPr lang="zh-CN" altLang="en-US" sz="2800" b="1" dirty="0" smtClean="0">
                <a:solidFill>
                  <a:srgbClr val="C00000"/>
                </a:solidFill>
              </a:rPr>
              <a:t>全</a:t>
            </a:r>
            <a:r>
              <a:rPr lang="zh-CN" altLang="en-US" sz="2800" b="1" dirty="0">
                <a:solidFill>
                  <a:srgbClr val="C00000"/>
                </a:solidFill>
              </a:rPr>
              <a:t>双工通信</a:t>
            </a:r>
            <a:endParaRPr lang="zh-CN" altLang="en-US" sz="2800" dirty="0">
              <a:latin typeface="楷体_GB2312" pitchFamily="49" charset="-122"/>
            </a:endParaRPr>
          </a:p>
          <a:p>
            <a:pPr>
              <a:lnSpc>
                <a:spcPct val="115000"/>
              </a:lnSpc>
              <a:defRPr/>
            </a:pPr>
            <a:endParaRPr lang="zh-CN" altLang="en-US" sz="2800" dirty="0">
              <a:latin typeface="楷体_GB2312" pitchFamily="49" charset="-122"/>
            </a:endParaRPr>
          </a:p>
          <a:p>
            <a:pPr>
              <a:defRPr/>
            </a:pPr>
            <a:endParaRPr lang="zh-CN" altLang="en-US" dirty="0"/>
          </a:p>
        </p:txBody>
      </p:sp>
      <p:sp>
        <p:nvSpPr>
          <p:cNvPr id="4" name="灯片编号占位符 3"/>
          <p:cNvSpPr>
            <a:spLocks noGrp="1"/>
          </p:cNvSpPr>
          <p:nvPr>
            <p:ph type="sldNum" sz="quarter" idx="12"/>
          </p:nvPr>
        </p:nvSpPr>
        <p:spPr/>
        <p:txBody>
          <a:bodyPr/>
          <a:lstStyle/>
          <a:p>
            <a:pPr>
              <a:defRPr/>
            </a:pPr>
            <a:fld id="{C9D68BD4-CD91-4042-9BA8-CECB3E89CCA1}" type="slidenum">
              <a:rPr lang="zh-CN" altLang="en-US" smtClean="0"/>
              <a:pPr>
                <a:defRPr/>
              </a:pPr>
              <a:t>18</a:t>
            </a:fld>
            <a:endParaRPr lang="zh-CN" altLang="en-US"/>
          </a:p>
        </p:txBody>
      </p:sp>
      <p:graphicFrame>
        <p:nvGraphicFramePr>
          <p:cNvPr id="5" name="对象 4"/>
          <p:cNvGraphicFramePr>
            <a:graphicFrameLocks noGrp="1" noChangeAspect="1"/>
          </p:cNvGraphicFramePr>
          <p:nvPr>
            <p:extLst>
              <p:ext uri="{D42A27DB-BD31-4B8C-83A1-F6EECF244321}">
                <p14:modId xmlns:p14="http://schemas.microsoft.com/office/powerpoint/2010/main" val="3149233343"/>
              </p:ext>
            </p:extLst>
          </p:nvPr>
        </p:nvGraphicFramePr>
        <p:xfrm>
          <a:off x="827584" y="1268760"/>
          <a:ext cx="6840537" cy="788987"/>
        </p:xfrm>
        <a:graphic>
          <a:graphicData uri="http://schemas.openxmlformats.org/presentationml/2006/ole">
            <mc:AlternateContent xmlns:mc="http://schemas.openxmlformats.org/markup-compatibility/2006">
              <mc:Choice xmlns:v="urn:schemas-microsoft-com:vml" Requires="v">
                <p:oleObj spid="_x0000_s25445" name="Visio" r:id="rId3" imgW="2770615" imgH="322511" progId="Visio.Drawing.11">
                  <p:embed/>
                </p:oleObj>
              </mc:Choice>
              <mc:Fallback>
                <p:oleObj name="Visio" r:id="rId3" imgW="2770615" imgH="322511" progId="Visio.Drawing.11">
                  <p:embed/>
                  <p:pic>
                    <p:nvPicPr>
                      <p:cNvPr id="0" name="对象 4"/>
                      <p:cNvPicPr>
                        <a:picLocks noGrp="1" noChangeAspect="1" noChangeArrowheads="1"/>
                      </p:cNvPicPr>
                      <p:nvPr/>
                    </p:nvPicPr>
                    <p:blipFill>
                      <a:blip r:embed="rId4"/>
                      <a:srcRect/>
                      <a:stretch>
                        <a:fillRect/>
                      </a:stretch>
                    </p:blipFill>
                    <p:spPr bwMode="auto">
                      <a:xfrm>
                        <a:off x="827584" y="1268760"/>
                        <a:ext cx="6840537" cy="78898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lgn="ctr">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graphicFrame>
        <p:nvGraphicFramePr>
          <p:cNvPr id="2" name="对象 1"/>
          <p:cNvGraphicFramePr>
            <a:graphicFrameLocks noGrp="1" noChangeAspect="1"/>
          </p:cNvGraphicFramePr>
          <p:nvPr>
            <p:extLst>
              <p:ext uri="{D42A27DB-BD31-4B8C-83A1-F6EECF244321}">
                <p14:modId xmlns:p14="http://schemas.microsoft.com/office/powerpoint/2010/main" val="2688488170"/>
              </p:ext>
            </p:extLst>
          </p:nvPr>
        </p:nvGraphicFramePr>
        <p:xfrm>
          <a:off x="611560" y="2675310"/>
          <a:ext cx="7705725" cy="1401762"/>
        </p:xfrm>
        <a:graphic>
          <a:graphicData uri="http://schemas.openxmlformats.org/presentationml/2006/ole">
            <mc:AlternateContent xmlns:mc="http://schemas.openxmlformats.org/markup-compatibility/2006">
              <mc:Choice xmlns:v="urn:schemas-microsoft-com:vml" Requires="v">
                <p:oleObj spid="_x0000_s25446" name="Visio" r:id="rId5" imgW="3346669" imgH="610617" progId="Visio.Drawing.11">
                  <p:embed/>
                </p:oleObj>
              </mc:Choice>
              <mc:Fallback>
                <p:oleObj name="Visio" r:id="rId5" imgW="3346669" imgH="610617" progId="Visio.Drawing.11">
                  <p:embed/>
                  <p:pic>
                    <p:nvPicPr>
                      <p:cNvPr id="0" name="对象 5"/>
                      <p:cNvPicPr>
                        <a:picLocks noGrp="1" noChangeAspect="1" noChangeArrowheads="1"/>
                      </p:cNvPicPr>
                      <p:nvPr/>
                    </p:nvPicPr>
                    <p:blipFill>
                      <a:blip r:embed="rId6"/>
                      <a:srcRect/>
                      <a:stretch>
                        <a:fillRect/>
                      </a:stretch>
                    </p:blipFill>
                    <p:spPr bwMode="auto">
                      <a:xfrm>
                        <a:off x="611560" y="2675310"/>
                        <a:ext cx="7705725" cy="140176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lgn="ctr">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graphicFrame>
        <p:nvGraphicFramePr>
          <p:cNvPr id="6" name="对象 5"/>
          <p:cNvGraphicFramePr>
            <a:graphicFrameLocks noGrp="1" noChangeAspect="1"/>
          </p:cNvGraphicFramePr>
          <p:nvPr>
            <p:extLst>
              <p:ext uri="{D42A27DB-BD31-4B8C-83A1-F6EECF244321}">
                <p14:modId xmlns:p14="http://schemas.microsoft.com/office/powerpoint/2010/main" val="1566898141"/>
              </p:ext>
            </p:extLst>
          </p:nvPr>
        </p:nvGraphicFramePr>
        <p:xfrm>
          <a:off x="611560" y="4437112"/>
          <a:ext cx="7704137" cy="1700212"/>
        </p:xfrm>
        <a:graphic>
          <a:graphicData uri="http://schemas.openxmlformats.org/presentationml/2006/ole">
            <mc:AlternateContent xmlns:mc="http://schemas.openxmlformats.org/markup-compatibility/2006">
              <mc:Choice xmlns:v="urn:schemas-microsoft-com:vml" Requires="v">
                <p:oleObj spid="_x0000_s25447" name="Visio" r:id="rId7" imgW="3346669" imgH="826435" progId="Visio.Drawing.11">
                  <p:embed/>
                </p:oleObj>
              </mc:Choice>
              <mc:Fallback>
                <p:oleObj name="Visio" r:id="rId7" imgW="3346669" imgH="826435" progId="Visio.Drawing.11">
                  <p:embed/>
                  <p:pic>
                    <p:nvPicPr>
                      <p:cNvPr id="0" name="对象 5"/>
                      <p:cNvPicPr>
                        <a:picLocks noGrp="1" noChangeAspect="1" noChangeArrowheads="1"/>
                      </p:cNvPicPr>
                      <p:nvPr/>
                    </p:nvPicPr>
                    <p:blipFill>
                      <a:blip r:embed="rId8"/>
                      <a:srcRect/>
                      <a:stretch>
                        <a:fillRect/>
                      </a:stretch>
                    </p:blipFill>
                    <p:spPr bwMode="auto">
                      <a:xfrm>
                        <a:off x="611560" y="4437112"/>
                        <a:ext cx="7704137" cy="17002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spTree>
  </p:cSld>
  <p:clrMapOvr>
    <a:masterClrMapping/>
  </p:clrMapOvr>
  <p:transition spd="slow">
    <p:push dir="u"/>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nodeType="clickEffect">
                                  <p:stCondLst>
                                    <p:cond delay="0"/>
                                  </p:stCondLst>
                                  <p:childTnLst>
                                    <p:set>
                                      <p:cBhvr>
                                        <p:cTn id="6" dur="1" fill="hold">
                                          <p:stCondLst>
                                            <p:cond delay="0"/>
                                          </p:stCondLst>
                                        </p:cTn>
                                        <p:tgtEl>
                                          <p:spTgt spid="5"/>
                                        </p:tgtEl>
                                        <p:attrNameLst>
                                          <p:attrName>style.visibility</p:attrName>
                                        </p:attrNameLst>
                                      </p:cBhvr>
                                      <p:to>
                                        <p:strVal val="visible"/>
                                      </p:to>
                                    </p:set>
                                    <p:anim calcmode="lin" valueType="num">
                                      <p:cBhvr additive="base">
                                        <p:cTn id="7" dur="500" fill="hold"/>
                                        <p:tgtEl>
                                          <p:spTgt spid="5"/>
                                        </p:tgtEl>
                                        <p:attrNameLst>
                                          <p:attrName>ppt_x</p:attrName>
                                        </p:attrNameLst>
                                      </p:cBhvr>
                                      <p:tavLst>
                                        <p:tav tm="0">
                                          <p:val>
                                            <p:strVal val="#ppt_x"/>
                                          </p:val>
                                        </p:tav>
                                        <p:tav tm="100000">
                                          <p:val>
                                            <p:strVal val="#ppt_x"/>
                                          </p:val>
                                        </p:tav>
                                      </p:tavLst>
                                    </p:anim>
                                    <p:anim calcmode="lin" valueType="num">
                                      <p:cBhvr additive="base">
                                        <p:cTn id="8" dur="500" fill="hold"/>
                                        <p:tgtEl>
                                          <p:spTgt spid="5"/>
                                        </p:tgtEl>
                                        <p:attrNameLst>
                                          <p:attrName>ppt_y</p:attrName>
                                        </p:attrNameLst>
                                      </p:cBhvr>
                                      <p:tavLst>
                                        <p:tav tm="0">
                                          <p:val>
                                            <p:strVal val="1+#ppt_h/2"/>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2" presetClass="entr" presetSubtype="4" fill="hold" nodeType="clickEffect">
                                  <p:stCondLst>
                                    <p:cond delay="0"/>
                                  </p:stCondLst>
                                  <p:childTnLst>
                                    <p:set>
                                      <p:cBhvr>
                                        <p:cTn id="12" dur="1" fill="hold">
                                          <p:stCondLst>
                                            <p:cond delay="0"/>
                                          </p:stCondLst>
                                        </p:cTn>
                                        <p:tgtEl>
                                          <p:spTgt spid="2"/>
                                        </p:tgtEl>
                                        <p:attrNameLst>
                                          <p:attrName>style.visibility</p:attrName>
                                        </p:attrNameLst>
                                      </p:cBhvr>
                                      <p:to>
                                        <p:strVal val="visible"/>
                                      </p:to>
                                    </p:set>
                                    <p:anim calcmode="lin" valueType="num">
                                      <p:cBhvr additive="base">
                                        <p:cTn id="13" dur="500" fill="hold"/>
                                        <p:tgtEl>
                                          <p:spTgt spid="2"/>
                                        </p:tgtEl>
                                        <p:attrNameLst>
                                          <p:attrName>ppt_x</p:attrName>
                                        </p:attrNameLst>
                                      </p:cBhvr>
                                      <p:tavLst>
                                        <p:tav tm="0">
                                          <p:val>
                                            <p:strVal val="#ppt_x"/>
                                          </p:val>
                                        </p:tav>
                                        <p:tav tm="100000">
                                          <p:val>
                                            <p:strVal val="#ppt_x"/>
                                          </p:val>
                                        </p:tav>
                                      </p:tavLst>
                                    </p:anim>
                                    <p:anim calcmode="lin" valueType="num">
                                      <p:cBhvr additive="base">
                                        <p:cTn id="14" dur="500" fill="hold"/>
                                        <p:tgtEl>
                                          <p:spTgt spid="2"/>
                                        </p:tgtEl>
                                        <p:attrNameLst>
                                          <p:attrName>ppt_y</p:attrName>
                                        </p:attrNameLst>
                                      </p:cBhvr>
                                      <p:tavLst>
                                        <p:tav tm="0">
                                          <p:val>
                                            <p:strVal val="1+#ppt_h/2"/>
                                          </p:val>
                                        </p:tav>
                                        <p:tav tm="100000">
                                          <p:val>
                                            <p:strVal val="#ppt_y"/>
                                          </p:val>
                                        </p:tav>
                                      </p:tavLst>
                                    </p:anim>
                                  </p:childTnLst>
                                </p:cTn>
                              </p:par>
                            </p:childTnLst>
                          </p:cTn>
                        </p:par>
                      </p:childTnLst>
                    </p:cTn>
                  </p:par>
                  <p:par>
                    <p:cTn id="15" fill="hold">
                      <p:stCondLst>
                        <p:cond delay="indefinite"/>
                      </p:stCondLst>
                      <p:childTnLst>
                        <p:par>
                          <p:cTn id="16" fill="hold">
                            <p:stCondLst>
                              <p:cond delay="0"/>
                            </p:stCondLst>
                            <p:childTnLst>
                              <p:par>
                                <p:cTn id="17" presetID="42" presetClass="entr" presetSubtype="0" fill="hold" nodeType="clickEffect">
                                  <p:stCondLst>
                                    <p:cond delay="0"/>
                                  </p:stCondLst>
                                  <p:childTnLst>
                                    <p:set>
                                      <p:cBhvr>
                                        <p:cTn id="18" dur="1" fill="hold">
                                          <p:stCondLst>
                                            <p:cond delay="0"/>
                                          </p:stCondLst>
                                        </p:cTn>
                                        <p:tgtEl>
                                          <p:spTgt spid="6"/>
                                        </p:tgtEl>
                                        <p:attrNameLst>
                                          <p:attrName>style.visibility</p:attrName>
                                        </p:attrNameLst>
                                      </p:cBhvr>
                                      <p:to>
                                        <p:strVal val="visible"/>
                                      </p:to>
                                    </p:set>
                                    <p:animEffect transition="in" filter="fade">
                                      <p:cBhvr>
                                        <p:cTn id="19" dur="1000"/>
                                        <p:tgtEl>
                                          <p:spTgt spid="6"/>
                                        </p:tgtEl>
                                      </p:cBhvr>
                                    </p:animEffect>
                                    <p:anim calcmode="lin" valueType="num">
                                      <p:cBhvr>
                                        <p:cTn id="20" dur="1000" fill="hold"/>
                                        <p:tgtEl>
                                          <p:spTgt spid="6"/>
                                        </p:tgtEl>
                                        <p:attrNameLst>
                                          <p:attrName>ppt_x</p:attrName>
                                        </p:attrNameLst>
                                      </p:cBhvr>
                                      <p:tavLst>
                                        <p:tav tm="0">
                                          <p:val>
                                            <p:strVal val="#ppt_x"/>
                                          </p:val>
                                        </p:tav>
                                        <p:tav tm="100000">
                                          <p:val>
                                            <p:strVal val="#ppt_x"/>
                                          </p:val>
                                        </p:tav>
                                      </p:tavLst>
                                    </p:anim>
                                    <p:anim calcmode="lin" valueType="num">
                                      <p:cBhvr>
                                        <p:cTn id="21" dur="1000" fill="hold"/>
                                        <p:tgtEl>
                                          <p:spTgt spid="6"/>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7650" name="标题 1"/>
          <p:cNvSpPr>
            <a:spLocks noGrp="1"/>
          </p:cNvSpPr>
          <p:nvPr>
            <p:ph type="title"/>
          </p:nvPr>
        </p:nvSpPr>
        <p:spPr>
          <a:xfrm>
            <a:off x="107950" y="44450"/>
            <a:ext cx="7343775" cy="792163"/>
          </a:xfrm>
        </p:spPr>
        <p:txBody>
          <a:bodyPr/>
          <a:lstStyle/>
          <a:p>
            <a:pPr eaLnBrk="1" hangingPunct="1"/>
            <a:r>
              <a:rPr lang="zh-CN" altLang="en-US" smtClean="0"/>
              <a:t>第</a:t>
            </a:r>
            <a:r>
              <a:rPr lang="en-US" altLang="zh-CN" smtClean="0"/>
              <a:t>2</a:t>
            </a:r>
            <a:r>
              <a:rPr lang="zh-CN" altLang="en-US" smtClean="0"/>
              <a:t>章 数据通信与网络基础</a:t>
            </a:r>
          </a:p>
        </p:txBody>
      </p:sp>
      <p:sp>
        <p:nvSpPr>
          <p:cNvPr id="27651" name="内容占位符 2"/>
          <p:cNvSpPr>
            <a:spLocks noGrp="1"/>
          </p:cNvSpPr>
          <p:nvPr>
            <p:ph idx="1"/>
          </p:nvPr>
        </p:nvSpPr>
        <p:spPr>
          <a:xfrm>
            <a:off x="107950" y="981075"/>
            <a:ext cx="8928100" cy="5102225"/>
          </a:xfrm>
        </p:spPr>
        <p:txBody>
          <a:bodyPr/>
          <a:lstStyle/>
          <a:p>
            <a:pPr eaLnBrk="1" hangingPunct="1"/>
            <a:r>
              <a:rPr lang="en-US" altLang="zh-CN" smtClean="0"/>
              <a:t>2.1 </a:t>
            </a:r>
            <a:r>
              <a:rPr lang="zh-CN" altLang="en-US" smtClean="0"/>
              <a:t>基本术语</a:t>
            </a:r>
            <a:endParaRPr lang="en-US" altLang="zh-CN" smtClean="0"/>
          </a:p>
          <a:p>
            <a:pPr eaLnBrk="1" hangingPunct="1"/>
            <a:r>
              <a:rPr lang="en-US" altLang="zh-CN" smtClean="0"/>
              <a:t>2.2 </a:t>
            </a:r>
            <a:r>
              <a:rPr lang="zh-CN" altLang="en-US" smtClean="0"/>
              <a:t>数据编码</a:t>
            </a:r>
            <a:endParaRPr lang="en-US" altLang="zh-CN" smtClean="0"/>
          </a:p>
          <a:p>
            <a:pPr eaLnBrk="1" hangingPunct="1"/>
            <a:r>
              <a:rPr lang="en-US" altLang="zh-CN" smtClean="0"/>
              <a:t>2.3 </a:t>
            </a:r>
            <a:r>
              <a:rPr lang="zh-CN" altLang="en-US" smtClean="0"/>
              <a:t>数据传输方式</a:t>
            </a:r>
            <a:endParaRPr lang="en-US" altLang="zh-CN" smtClean="0"/>
          </a:p>
          <a:p>
            <a:pPr eaLnBrk="1" hangingPunct="1"/>
            <a:r>
              <a:rPr lang="en-US" altLang="zh-CN" smtClean="0"/>
              <a:t>2.4 </a:t>
            </a:r>
            <a:r>
              <a:rPr lang="zh-CN" altLang="en-US" smtClean="0"/>
              <a:t>通信线路工作方式</a:t>
            </a:r>
            <a:endParaRPr lang="en-US" altLang="zh-CN" smtClean="0"/>
          </a:p>
          <a:p>
            <a:pPr eaLnBrk="1" hangingPunct="1"/>
            <a:r>
              <a:rPr lang="en-US" altLang="zh-CN" smtClean="0">
                <a:solidFill>
                  <a:srgbClr val="FF0000"/>
                </a:solidFill>
              </a:rPr>
              <a:t>2.5 </a:t>
            </a:r>
            <a:r>
              <a:rPr lang="zh-CN" altLang="en-US" smtClean="0">
                <a:solidFill>
                  <a:srgbClr val="FF0000"/>
                </a:solidFill>
              </a:rPr>
              <a:t>信号传输模式</a:t>
            </a:r>
            <a:endParaRPr lang="en-US" altLang="zh-CN" smtClean="0">
              <a:solidFill>
                <a:srgbClr val="FF0000"/>
              </a:solidFill>
            </a:endParaRPr>
          </a:p>
        </p:txBody>
      </p:sp>
      <p:sp>
        <p:nvSpPr>
          <p:cNvPr id="3" name="灯片编号占位符 2"/>
          <p:cNvSpPr>
            <a:spLocks noGrp="1"/>
          </p:cNvSpPr>
          <p:nvPr>
            <p:ph type="sldNum" sz="quarter" idx="12"/>
          </p:nvPr>
        </p:nvSpPr>
        <p:spPr/>
        <p:txBody>
          <a:bodyPr/>
          <a:lstStyle/>
          <a:p>
            <a:pPr>
              <a:defRPr/>
            </a:pPr>
            <a:fld id="{9E107CAA-E87B-4AA9-A123-3DA77D6EDB55}" type="slidenum">
              <a:rPr lang="zh-CN" altLang="en-US" smtClean="0"/>
              <a:pPr>
                <a:defRPr/>
              </a:pPr>
              <a:t>19</a:t>
            </a:fld>
            <a:endParaRPr lang="zh-CN" altLang="en-US"/>
          </a:p>
        </p:txBody>
      </p:sp>
    </p:spTree>
  </p:cSld>
  <p:clrMapOvr>
    <a:masterClrMapping/>
  </p:clrMapOvr>
  <p:transition spd="slow">
    <p:push dir="u"/>
  </p:transition>
  <p:timing>
    <p:tnLst>
      <p:par>
        <p:cTn id="1" dur="indefinite" restart="never" nodeType="tmRoot"/>
      </p:par>
    </p:tnLst>
  </p:timing>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8674" name="标题 1"/>
          <p:cNvSpPr>
            <a:spLocks noGrp="1"/>
          </p:cNvSpPr>
          <p:nvPr>
            <p:ph type="title"/>
          </p:nvPr>
        </p:nvSpPr>
        <p:spPr>
          <a:xfrm>
            <a:off x="107950" y="44450"/>
            <a:ext cx="7343775" cy="792163"/>
          </a:xfrm>
        </p:spPr>
        <p:txBody>
          <a:bodyPr/>
          <a:lstStyle/>
          <a:p>
            <a:r>
              <a:rPr lang="en-US" altLang="zh-CN" smtClean="0"/>
              <a:t>2.5 </a:t>
            </a:r>
            <a:r>
              <a:rPr lang="zh-CN" altLang="en-US" smtClean="0"/>
              <a:t>信号传输模式</a:t>
            </a:r>
          </a:p>
        </p:txBody>
      </p:sp>
      <p:sp>
        <p:nvSpPr>
          <p:cNvPr id="3" name="内容占位符 2"/>
          <p:cNvSpPr>
            <a:spLocks noGrp="1"/>
          </p:cNvSpPr>
          <p:nvPr>
            <p:ph idx="1"/>
          </p:nvPr>
        </p:nvSpPr>
        <p:spPr>
          <a:xfrm>
            <a:off x="107950" y="981075"/>
            <a:ext cx="8928100" cy="5102225"/>
          </a:xfrm>
        </p:spPr>
        <p:txBody>
          <a:bodyPr/>
          <a:lstStyle/>
          <a:p>
            <a:pPr>
              <a:defRPr/>
            </a:pPr>
            <a:r>
              <a:rPr lang="zh-CN" altLang="en-US" b="1" dirty="0" smtClean="0">
                <a:solidFill>
                  <a:srgbClr val="C00000"/>
                </a:solidFill>
                <a:latin typeface="楷体_GB2312" pitchFamily="49" charset="-122"/>
              </a:rPr>
              <a:t>基带传输</a:t>
            </a:r>
            <a:endParaRPr lang="en-US" altLang="zh-CN" b="1" dirty="0" smtClean="0">
              <a:solidFill>
                <a:srgbClr val="C00000"/>
              </a:solidFill>
              <a:latin typeface="楷体_GB2312" pitchFamily="49" charset="-122"/>
            </a:endParaRPr>
          </a:p>
          <a:p>
            <a:pPr>
              <a:defRPr/>
            </a:pPr>
            <a:endParaRPr lang="en-US" altLang="zh-CN" b="1" dirty="0" smtClean="0">
              <a:solidFill>
                <a:srgbClr val="C00000"/>
              </a:solidFill>
              <a:latin typeface="楷体_GB2312" pitchFamily="49" charset="-122"/>
            </a:endParaRPr>
          </a:p>
          <a:p>
            <a:pPr>
              <a:defRPr/>
            </a:pPr>
            <a:r>
              <a:rPr lang="zh-CN" altLang="en-US" b="1" dirty="0" smtClean="0">
                <a:solidFill>
                  <a:srgbClr val="C00000"/>
                </a:solidFill>
                <a:latin typeface="楷体_GB2312" pitchFamily="49" charset="-122"/>
              </a:rPr>
              <a:t>载波传输</a:t>
            </a:r>
            <a:endParaRPr lang="en-US" altLang="zh-CN" b="1" dirty="0" smtClean="0">
              <a:solidFill>
                <a:srgbClr val="C00000"/>
              </a:solidFill>
              <a:latin typeface="楷体_GB2312" pitchFamily="49" charset="-122"/>
            </a:endParaRPr>
          </a:p>
          <a:p>
            <a:pPr>
              <a:defRPr/>
            </a:pPr>
            <a:endParaRPr lang="en-US" altLang="zh-CN" b="1" dirty="0" smtClean="0">
              <a:solidFill>
                <a:srgbClr val="C00000"/>
              </a:solidFill>
              <a:latin typeface="楷体_GB2312" pitchFamily="49" charset="-122"/>
            </a:endParaRPr>
          </a:p>
          <a:p>
            <a:pPr>
              <a:defRPr/>
            </a:pPr>
            <a:r>
              <a:rPr lang="zh-CN" altLang="en-US" b="1" dirty="0">
                <a:solidFill>
                  <a:srgbClr val="C00000"/>
                </a:solidFill>
                <a:latin typeface="楷体_GB2312" pitchFamily="49" charset="-122"/>
              </a:rPr>
              <a:t>宽带</a:t>
            </a:r>
            <a:r>
              <a:rPr lang="zh-CN" altLang="en-US" b="1" dirty="0" smtClean="0">
                <a:solidFill>
                  <a:srgbClr val="C00000"/>
                </a:solidFill>
                <a:latin typeface="楷体_GB2312" pitchFamily="49" charset="-122"/>
              </a:rPr>
              <a:t>传输</a:t>
            </a:r>
            <a:endParaRPr lang="en-US" altLang="zh-CN" b="1" dirty="0" smtClean="0">
              <a:solidFill>
                <a:srgbClr val="C00000"/>
              </a:solidFill>
              <a:latin typeface="楷体_GB2312" pitchFamily="49" charset="-122"/>
            </a:endParaRPr>
          </a:p>
          <a:p>
            <a:pPr marL="0" indent="0">
              <a:buNone/>
              <a:defRPr/>
            </a:pPr>
            <a:endParaRPr lang="en-US" altLang="zh-CN" b="1" dirty="0" smtClean="0">
              <a:solidFill>
                <a:srgbClr val="C00000"/>
              </a:solidFill>
              <a:latin typeface="楷体_GB2312" pitchFamily="49" charset="-122"/>
            </a:endParaRPr>
          </a:p>
        </p:txBody>
      </p:sp>
      <p:sp>
        <p:nvSpPr>
          <p:cNvPr id="4" name="灯片编号占位符 3"/>
          <p:cNvSpPr>
            <a:spLocks noGrp="1"/>
          </p:cNvSpPr>
          <p:nvPr>
            <p:ph type="sldNum" sz="quarter" idx="12"/>
          </p:nvPr>
        </p:nvSpPr>
        <p:spPr/>
        <p:txBody>
          <a:bodyPr/>
          <a:lstStyle/>
          <a:p>
            <a:pPr>
              <a:defRPr/>
            </a:pPr>
            <a:fld id="{CCE9792A-B40C-4556-969A-06369AA3532D}" type="slidenum">
              <a:rPr lang="zh-CN" altLang="en-US" smtClean="0"/>
              <a:pPr>
                <a:defRPr/>
              </a:pPr>
              <a:t>20</a:t>
            </a:fld>
            <a:endParaRPr lang="zh-CN" altLang="en-US"/>
          </a:p>
        </p:txBody>
      </p:sp>
    </p:spTree>
  </p:cSld>
  <p:clrMapOvr>
    <a:masterClrMapping/>
  </p:clrMapOvr>
  <p:transition spd="slow">
    <p:push dir="u"/>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grpId="0"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anim calcmode="lin" valueType="num">
                                      <p:cBhvr additive="base">
                                        <p:cTn id="7" dur="500" fill="hold"/>
                                        <p:tgtEl>
                                          <p:spTgt spid="3">
                                            <p:txEl>
                                              <p:pRg st="0" end="0"/>
                                            </p:txEl>
                                          </p:spTgt>
                                        </p:tgtEl>
                                        <p:attrNameLst>
                                          <p:attrName>ppt_x</p:attrName>
                                        </p:attrNameLst>
                                      </p:cBhvr>
                                      <p:tavLst>
                                        <p:tav tm="0">
                                          <p:val>
                                            <p:strVal val="#ppt_x"/>
                                          </p:val>
                                        </p:tav>
                                        <p:tav tm="100000">
                                          <p:val>
                                            <p:strVal val="#ppt_x"/>
                                          </p:val>
                                        </p:tav>
                                      </p:tavLst>
                                    </p:anim>
                                    <p:anim calcmode="lin" valueType="num">
                                      <p:cBhvr additive="base">
                                        <p:cTn id="8" dur="500" fill="hold"/>
                                        <p:tgtEl>
                                          <p:spTgt spid="3">
                                            <p:txEl>
                                              <p:pRg st="0" end="0"/>
                                            </p:txEl>
                                          </p:spTgt>
                                        </p:tgtEl>
                                        <p:attrNameLst>
                                          <p:attrName>ppt_y</p:attrName>
                                        </p:attrNameLst>
                                      </p:cBhvr>
                                      <p:tavLst>
                                        <p:tav tm="0">
                                          <p:val>
                                            <p:strVal val="1+#ppt_h/2"/>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2" presetClass="entr" presetSubtype="4" fill="hold" grpId="0" nodeType="clickEffect">
                                  <p:stCondLst>
                                    <p:cond delay="0"/>
                                  </p:stCondLst>
                                  <p:childTnLst>
                                    <p:set>
                                      <p:cBhvr>
                                        <p:cTn id="12" dur="1" fill="hold">
                                          <p:stCondLst>
                                            <p:cond delay="0"/>
                                          </p:stCondLst>
                                        </p:cTn>
                                        <p:tgtEl>
                                          <p:spTgt spid="3">
                                            <p:txEl>
                                              <p:pRg st="2" end="2"/>
                                            </p:txEl>
                                          </p:spTgt>
                                        </p:tgtEl>
                                        <p:attrNameLst>
                                          <p:attrName>style.visibility</p:attrName>
                                        </p:attrNameLst>
                                      </p:cBhvr>
                                      <p:to>
                                        <p:strVal val="visible"/>
                                      </p:to>
                                    </p:set>
                                    <p:anim calcmode="lin" valueType="num">
                                      <p:cBhvr additive="base">
                                        <p:cTn id="13" dur="500" fill="hold"/>
                                        <p:tgtEl>
                                          <p:spTgt spid="3">
                                            <p:txEl>
                                              <p:pRg st="2" end="2"/>
                                            </p:txEl>
                                          </p:spTgt>
                                        </p:tgtEl>
                                        <p:attrNameLst>
                                          <p:attrName>ppt_x</p:attrName>
                                        </p:attrNameLst>
                                      </p:cBhvr>
                                      <p:tavLst>
                                        <p:tav tm="0">
                                          <p:val>
                                            <p:strVal val="#ppt_x"/>
                                          </p:val>
                                        </p:tav>
                                        <p:tav tm="100000">
                                          <p:val>
                                            <p:strVal val="#ppt_x"/>
                                          </p:val>
                                        </p:tav>
                                      </p:tavLst>
                                    </p:anim>
                                    <p:anim calcmode="lin" valueType="num">
                                      <p:cBhvr additive="base">
                                        <p:cTn id="14" dur="500" fill="hold"/>
                                        <p:tgtEl>
                                          <p:spTgt spid="3">
                                            <p:txEl>
                                              <p:pRg st="2" end="2"/>
                                            </p:txEl>
                                          </p:spTgt>
                                        </p:tgtEl>
                                        <p:attrNameLst>
                                          <p:attrName>ppt_y</p:attrName>
                                        </p:attrNameLst>
                                      </p:cBhvr>
                                      <p:tavLst>
                                        <p:tav tm="0">
                                          <p:val>
                                            <p:strVal val="1+#ppt_h/2"/>
                                          </p:val>
                                        </p:tav>
                                        <p:tav tm="100000">
                                          <p:val>
                                            <p:strVal val="#ppt_y"/>
                                          </p:val>
                                        </p:tav>
                                      </p:tavLst>
                                    </p:anim>
                                  </p:childTnLst>
                                </p:cTn>
                              </p:par>
                            </p:childTnLst>
                          </p:cTn>
                        </p:par>
                      </p:childTnLst>
                    </p:cTn>
                  </p:par>
                  <p:par>
                    <p:cTn id="15" fill="hold">
                      <p:stCondLst>
                        <p:cond delay="indefinite"/>
                      </p:stCondLst>
                      <p:childTnLst>
                        <p:par>
                          <p:cTn id="16" fill="hold">
                            <p:stCondLst>
                              <p:cond delay="0"/>
                            </p:stCondLst>
                            <p:childTnLst>
                              <p:par>
                                <p:cTn id="17" presetID="2" presetClass="entr" presetSubtype="4" fill="hold" grpId="0" nodeType="clickEffect">
                                  <p:stCondLst>
                                    <p:cond delay="0"/>
                                  </p:stCondLst>
                                  <p:childTnLst>
                                    <p:set>
                                      <p:cBhvr>
                                        <p:cTn id="18" dur="1" fill="hold">
                                          <p:stCondLst>
                                            <p:cond delay="0"/>
                                          </p:stCondLst>
                                        </p:cTn>
                                        <p:tgtEl>
                                          <p:spTgt spid="3">
                                            <p:txEl>
                                              <p:pRg st="4" end="4"/>
                                            </p:txEl>
                                          </p:spTgt>
                                        </p:tgtEl>
                                        <p:attrNameLst>
                                          <p:attrName>style.visibility</p:attrName>
                                        </p:attrNameLst>
                                      </p:cBhvr>
                                      <p:to>
                                        <p:strVal val="visible"/>
                                      </p:to>
                                    </p:set>
                                    <p:anim calcmode="lin" valueType="num">
                                      <p:cBhvr additive="base">
                                        <p:cTn id="19" dur="500" fill="hold"/>
                                        <p:tgtEl>
                                          <p:spTgt spid="3">
                                            <p:txEl>
                                              <p:pRg st="4" end="4"/>
                                            </p:txEl>
                                          </p:spTgt>
                                        </p:tgtEl>
                                        <p:attrNameLst>
                                          <p:attrName>ppt_x</p:attrName>
                                        </p:attrNameLst>
                                      </p:cBhvr>
                                      <p:tavLst>
                                        <p:tav tm="0">
                                          <p:val>
                                            <p:strVal val="#ppt_x"/>
                                          </p:val>
                                        </p:tav>
                                        <p:tav tm="100000">
                                          <p:val>
                                            <p:strVal val="#ppt_x"/>
                                          </p:val>
                                        </p:tav>
                                      </p:tavLst>
                                    </p:anim>
                                    <p:anim calcmode="lin" valueType="num">
                                      <p:cBhvr additive="base">
                                        <p:cTn id="20" dur="500" fill="hold"/>
                                        <p:tgtEl>
                                          <p:spTgt spid="3">
                                            <p:txEl>
                                              <p:pRg st="4" end="4"/>
                                            </p:txEl>
                                          </p:spTgt>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build="p"/>
    </p:bldLst>
  </p:timing>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1746" name="标题 1"/>
          <p:cNvSpPr>
            <a:spLocks noGrp="1"/>
          </p:cNvSpPr>
          <p:nvPr>
            <p:ph type="title"/>
          </p:nvPr>
        </p:nvSpPr>
        <p:spPr>
          <a:xfrm>
            <a:off x="107950" y="44450"/>
            <a:ext cx="7343775" cy="792163"/>
          </a:xfrm>
        </p:spPr>
        <p:txBody>
          <a:bodyPr/>
          <a:lstStyle/>
          <a:p>
            <a:pPr eaLnBrk="1" hangingPunct="1"/>
            <a:r>
              <a:rPr lang="zh-CN" altLang="en-US" smtClean="0"/>
              <a:t>第</a:t>
            </a:r>
            <a:r>
              <a:rPr lang="en-US" altLang="zh-CN" smtClean="0"/>
              <a:t>2</a:t>
            </a:r>
            <a:r>
              <a:rPr lang="zh-CN" altLang="en-US" smtClean="0"/>
              <a:t>章 数据通信与网络基础</a:t>
            </a:r>
          </a:p>
        </p:txBody>
      </p:sp>
      <p:sp>
        <p:nvSpPr>
          <p:cNvPr id="31747" name="内容占位符 2"/>
          <p:cNvSpPr>
            <a:spLocks noGrp="1"/>
          </p:cNvSpPr>
          <p:nvPr>
            <p:ph idx="1"/>
          </p:nvPr>
        </p:nvSpPr>
        <p:spPr>
          <a:xfrm>
            <a:off x="107950" y="981075"/>
            <a:ext cx="8928100" cy="5102225"/>
          </a:xfrm>
        </p:spPr>
        <p:txBody>
          <a:bodyPr/>
          <a:lstStyle/>
          <a:p>
            <a:pPr eaLnBrk="1" hangingPunct="1"/>
            <a:r>
              <a:rPr lang="en-US" altLang="zh-CN" smtClean="0"/>
              <a:t>2.1 </a:t>
            </a:r>
            <a:r>
              <a:rPr lang="zh-CN" altLang="en-US" smtClean="0"/>
              <a:t>基本术语</a:t>
            </a:r>
            <a:endParaRPr lang="en-US" altLang="zh-CN" smtClean="0"/>
          </a:p>
          <a:p>
            <a:pPr eaLnBrk="1" hangingPunct="1"/>
            <a:r>
              <a:rPr lang="en-US" altLang="zh-CN" smtClean="0"/>
              <a:t>2.2 </a:t>
            </a:r>
            <a:r>
              <a:rPr lang="zh-CN" altLang="en-US" smtClean="0"/>
              <a:t>数据编码</a:t>
            </a:r>
            <a:endParaRPr lang="en-US" altLang="zh-CN" smtClean="0"/>
          </a:p>
          <a:p>
            <a:pPr eaLnBrk="1" hangingPunct="1"/>
            <a:r>
              <a:rPr lang="en-US" altLang="zh-CN" smtClean="0"/>
              <a:t>2.3 </a:t>
            </a:r>
            <a:r>
              <a:rPr lang="zh-CN" altLang="en-US" smtClean="0"/>
              <a:t>数据传输方式</a:t>
            </a:r>
            <a:endParaRPr lang="en-US" altLang="zh-CN" smtClean="0"/>
          </a:p>
          <a:p>
            <a:pPr eaLnBrk="1" hangingPunct="1"/>
            <a:r>
              <a:rPr lang="en-US" altLang="zh-CN" smtClean="0"/>
              <a:t>2.4 </a:t>
            </a:r>
            <a:r>
              <a:rPr lang="zh-CN" altLang="en-US" smtClean="0"/>
              <a:t>通信线路工作方式</a:t>
            </a:r>
            <a:endParaRPr lang="en-US" altLang="zh-CN" smtClean="0"/>
          </a:p>
          <a:p>
            <a:pPr eaLnBrk="1" hangingPunct="1"/>
            <a:r>
              <a:rPr lang="en-US" altLang="zh-CN" smtClean="0"/>
              <a:t>2.5 </a:t>
            </a:r>
            <a:r>
              <a:rPr lang="zh-CN" altLang="en-US" smtClean="0"/>
              <a:t>信号传输模式</a:t>
            </a:r>
            <a:endParaRPr lang="en-US" altLang="zh-CN" smtClean="0"/>
          </a:p>
          <a:p>
            <a:pPr eaLnBrk="1" hangingPunct="1"/>
            <a:r>
              <a:rPr lang="en-US" altLang="zh-CN" smtClean="0">
                <a:solidFill>
                  <a:srgbClr val="FF0000"/>
                </a:solidFill>
              </a:rPr>
              <a:t>2.6</a:t>
            </a:r>
            <a:r>
              <a:rPr lang="zh-CN" altLang="en-US" smtClean="0">
                <a:solidFill>
                  <a:srgbClr val="FF0000"/>
                </a:solidFill>
              </a:rPr>
              <a:t> 差错检测及校正</a:t>
            </a:r>
            <a:endParaRPr lang="en-US" altLang="zh-CN" smtClean="0">
              <a:solidFill>
                <a:srgbClr val="FF0000"/>
              </a:solidFill>
            </a:endParaRPr>
          </a:p>
        </p:txBody>
      </p:sp>
      <p:sp>
        <p:nvSpPr>
          <p:cNvPr id="3" name="灯片编号占位符 2"/>
          <p:cNvSpPr>
            <a:spLocks noGrp="1"/>
          </p:cNvSpPr>
          <p:nvPr>
            <p:ph type="sldNum" sz="quarter" idx="12"/>
          </p:nvPr>
        </p:nvSpPr>
        <p:spPr/>
        <p:txBody>
          <a:bodyPr/>
          <a:lstStyle/>
          <a:p>
            <a:pPr>
              <a:defRPr/>
            </a:pPr>
            <a:fld id="{4C316B6D-6DC8-48BF-9ADB-C575FF668568}" type="slidenum">
              <a:rPr lang="zh-CN" altLang="en-US" smtClean="0"/>
              <a:pPr>
                <a:defRPr/>
              </a:pPr>
              <a:t>21</a:t>
            </a:fld>
            <a:endParaRPr lang="zh-CN" altLang="en-US"/>
          </a:p>
        </p:txBody>
      </p:sp>
    </p:spTree>
  </p:cSld>
  <p:clrMapOvr>
    <a:masterClrMapping/>
  </p:clrMapOvr>
  <p:transition spd="slow">
    <p:push dir="u"/>
  </p:transition>
  <p:timing>
    <p:tnLst>
      <p:par>
        <p:cTn id="1" dur="indefinite" restart="never" nodeType="tmRoot"/>
      </p:par>
    </p:tnLst>
  </p:timing>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2770" name="标题 1"/>
          <p:cNvSpPr>
            <a:spLocks noGrp="1"/>
          </p:cNvSpPr>
          <p:nvPr>
            <p:ph type="title"/>
          </p:nvPr>
        </p:nvSpPr>
        <p:spPr>
          <a:xfrm>
            <a:off x="107950" y="44450"/>
            <a:ext cx="7343775" cy="792163"/>
          </a:xfrm>
        </p:spPr>
        <p:txBody>
          <a:bodyPr/>
          <a:lstStyle/>
          <a:p>
            <a:r>
              <a:rPr lang="en-US" altLang="zh-CN" smtClean="0"/>
              <a:t>2.6 </a:t>
            </a:r>
            <a:r>
              <a:rPr lang="zh-CN" altLang="en-US" smtClean="0"/>
              <a:t>差错检测及校正</a:t>
            </a:r>
          </a:p>
        </p:txBody>
      </p:sp>
      <p:sp>
        <p:nvSpPr>
          <p:cNvPr id="3" name="内容占位符 2"/>
          <p:cNvSpPr>
            <a:spLocks noGrp="1"/>
          </p:cNvSpPr>
          <p:nvPr>
            <p:ph idx="1"/>
          </p:nvPr>
        </p:nvSpPr>
        <p:spPr>
          <a:xfrm>
            <a:off x="107950" y="981075"/>
            <a:ext cx="8928100" cy="5102225"/>
          </a:xfrm>
        </p:spPr>
        <p:txBody>
          <a:bodyPr/>
          <a:lstStyle/>
          <a:p>
            <a:pPr marL="0" indent="0" algn="just">
              <a:buFont typeface="Wingdings" pitchFamily="2" charset="2"/>
              <a:buNone/>
              <a:defRPr/>
            </a:pPr>
            <a:r>
              <a:rPr lang="zh-CN" altLang="en-US" sz="2400" dirty="0" smtClean="0">
                <a:solidFill>
                  <a:srgbClr val="7030A0"/>
                </a:solidFill>
              </a:rPr>
              <a:t>（</a:t>
            </a:r>
            <a:r>
              <a:rPr lang="zh-CN" altLang="en-US" sz="2400" dirty="0" smtClean="0">
                <a:solidFill>
                  <a:srgbClr val="00B0F0"/>
                </a:solidFill>
              </a:rPr>
              <a:t>目前还不可能做到检测和校正所有的错误</a:t>
            </a:r>
            <a:r>
              <a:rPr lang="zh-CN" altLang="en-US" sz="2400" dirty="0" smtClean="0">
                <a:solidFill>
                  <a:srgbClr val="7030A0"/>
                </a:solidFill>
              </a:rPr>
              <a:t>）</a:t>
            </a:r>
            <a:endParaRPr lang="en-US" altLang="zh-CN" sz="2400" dirty="0" smtClean="0">
              <a:solidFill>
                <a:srgbClr val="7030A0"/>
              </a:solidFill>
            </a:endParaRPr>
          </a:p>
          <a:p>
            <a:pPr algn="just">
              <a:defRPr/>
            </a:pPr>
            <a:r>
              <a:rPr lang="zh-CN" altLang="en-US" dirty="0">
                <a:solidFill>
                  <a:srgbClr val="FF0000"/>
                </a:solidFill>
              </a:rPr>
              <a:t>传输差错的</a:t>
            </a:r>
            <a:r>
              <a:rPr lang="zh-CN" altLang="en-US" dirty="0" smtClean="0">
                <a:solidFill>
                  <a:srgbClr val="FF0000"/>
                </a:solidFill>
              </a:rPr>
              <a:t>类型</a:t>
            </a:r>
            <a:endParaRPr lang="en-US" altLang="zh-CN" dirty="0" smtClean="0">
              <a:solidFill>
                <a:srgbClr val="FF0000"/>
              </a:solidFill>
            </a:endParaRPr>
          </a:p>
          <a:p>
            <a:pPr lvl="1" algn="just"/>
            <a:r>
              <a:rPr lang="zh-CN" altLang="en-US" b="1" dirty="0">
                <a:solidFill>
                  <a:srgbClr val="C00000"/>
                </a:solidFill>
              </a:rPr>
              <a:t>单比特错</a:t>
            </a:r>
            <a:r>
              <a:rPr lang="zh-CN" altLang="en-US" b="1" dirty="0" smtClean="0">
                <a:solidFill>
                  <a:srgbClr val="C00000"/>
                </a:solidFill>
              </a:rPr>
              <a:t>误</a:t>
            </a:r>
            <a:endParaRPr lang="en-US" altLang="zh-CN" b="1" dirty="0" smtClean="0">
              <a:solidFill>
                <a:srgbClr val="C00000"/>
              </a:solidFill>
            </a:endParaRPr>
          </a:p>
          <a:p>
            <a:pPr lvl="1" algn="just"/>
            <a:endParaRPr lang="en-US" altLang="zh-CN" b="1" dirty="0" smtClean="0">
              <a:solidFill>
                <a:srgbClr val="C00000"/>
              </a:solidFill>
            </a:endParaRPr>
          </a:p>
          <a:p>
            <a:pPr lvl="1" algn="just"/>
            <a:r>
              <a:rPr lang="zh-CN" altLang="en-US" b="1" dirty="0" smtClean="0">
                <a:solidFill>
                  <a:srgbClr val="C00000"/>
                </a:solidFill>
              </a:rPr>
              <a:t>多</a:t>
            </a:r>
            <a:r>
              <a:rPr lang="zh-CN" altLang="en-US" b="1" dirty="0">
                <a:solidFill>
                  <a:srgbClr val="C00000"/>
                </a:solidFill>
              </a:rPr>
              <a:t>比特错</a:t>
            </a:r>
            <a:r>
              <a:rPr lang="zh-CN" altLang="en-US" b="1" dirty="0" smtClean="0">
                <a:solidFill>
                  <a:srgbClr val="C00000"/>
                </a:solidFill>
              </a:rPr>
              <a:t>误</a:t>
            </a:r>
            <a:endParaRPr lang="en-US" altLang="zh-CN" b="1" dirty="0" smtClean="0">
              <a:solidFill>
                <a:srgbClr val="C00000"/>
              </a:solidFill>
            </a:endParaRPr>
          </a:p>
          <a:p>
            <a:pPr lvl="1" algn="just"/>
            <a:endParaRPr lang="en-US" altLang="zh-CN" b="1" dirty="0" smtClean="0">
              <a:solidFill>
                <a:srgbClr val="C00000"/>
              </a:solidFill>
            </a:endParaRPr>
          </a:p>
          <a:p>
            <a:pPr lvl="1" algn="just"/>
            <a:r>
              <a:rPr lang="zh-CN" altLang="en-US" b="1" dirty="0" smtClean="0">
                <a:solidFill>
                  <a:srgbClr val="C00000"/>
                </a:solidFill>
              </a:rPr>
              <a:t>突</a:t>
            </a:r>
            <a:r>
              <a:rPr lang="zh-CN" altLang="en-US" b="1" dirty="0">
                <a:solidFill>
                  <a:srgbClr val="C00000"/>
                </a:solidFill>
              </a:rPr>
              <a:t>发错</a:t>
            </a:r>
            <a:r>
              <a:rPr lang="zh-CN" altLang="en-US" b="1" dirty="0" smtClean="0">
                <a:solidFill>
                  <a:srgbClr val="C00000"/>
                </a:solidFill>
              </a:rPr>
              <a:t>误</a:t>
            </a:r>
            <a:endParaRPr lang="en-US" altLang="zh-CN" b="1" dirty="0" smtClean="0">
              <a:solidFill>
                <a:srgbClr val="C00000"/>
              </a:solidFill>
            </a:endParaRPr>
          </a:p>
          <a:p>
            <a:pPr lvl="1" algn="just"/>
            <a:endParaRPr lang="zh-CN" altLang="en-US" dirty="0"/>
          </a:p>
          <a:p>
            <a:pPr algn="just">
              <a:defRPr/>
            </a:pPr>
            <a:endParaRPr lang="en-US" altLang="zh-CN" dirty="0" smtClean="0">
              <a:solidFill>
                <a:srgbClr val="FF0000"/>
              </a:solidFill>
            </a:endParaRPr>
          </a:p>
        </p:txBody>
      </p:sp>
      <p:sp>
        <p:nvSpPr>
          <p:cNvPr id="4" name="灯片编号占位符 3"/>
          <p:cNvSpPr>
            <a:spLocks noGrp="1"/>
          </p:cNvSpPr>
          <p:nvPr>
            <p:ph type="sldNum" sz="quarter" idx="12"/>
          </p:nvPr>
        </p:nvSpPr>
        <p:spPr/>
        <p:txBody>
          <a:bodyPr/>
          <a:lstStyle/>
          <a:p>
            <a:pPr>
              <a:defRPr/>
            </a:pPr>
            <a:fld id="{F71665FE-B350-4899-A0E2-8026CC070D5A}" type="slidenum">
              <a:rPr lang="zh-CN" altLang="en-US" smtClean="0"/>
              <a:pPr>
                <a:defRPr/>
              </a:pPr>
              <a:t>22</a:t>
            </a:fld>
            <a:endParaRPr lang="zh-CN" altLang="en-US"/>
          </a:p>
        </p:txBody>
      </p:sp>
    </p:spTree>
  </p:cSld>
  <p:clrMapOvr>
    <a:masterClrMapping/>
  </p:clrMapOvr>
  <p:transition spd="slow">
    <p:push dir="u"/>
  </p:transition>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42" presetClass="entr" presetSubtype="0" fill="hold" grpId="0"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animEffect transition="in" filter="fade">
                                      <p:cBhvr>
                                        <p:cTn id="7" dur="1000"/>
                                        <p:tgtEl>
                                          <p:spTgt spid="3">
                                            <p:txEl>
                                              <p:pRg st="0" end="0"/>
                                            </p:txEl>
                                          </p:spTgt>
                                        </p:tgtEl>
                                      </p:cBhvr>
                                    </p:animEffect>
                                    <p:anim calcmode="lin" valueType="num">
                                      <p:cBhvr>
                                        <p:cTn id="8" dur="1000" fill="hold"/>
                                        <p:tgtEl>
                                          <p:spTgt spid="3">
                                            <p:txEl>
                                              <p:pRg st="0" end="0"/>
                                            </p:txEl>
                                          </p:spTgt>
                                        </p:tgtEl>
                                        <p:attrNameLst>
                                          <p:attrName>ppt_x</p:attrName>
                                        </p:attrNameLst>
                                      </p:cBhvr>
                                      <p:tavLst>
                                        <p:tav tm="0">
                                          <p:val>
                                            <p:strVal val="#ppt_x"/>
                                          </p:val>
                                        </p:tav>
                                        <p:tav tm="100000">
                                          <p:val>
                                            <p:strVal val="#ppt_x"/>
                                          </p:val>
                                        </p:tav>
                                      </p:tavLst>
                                    </p:anim>
                                    <p:anim calcmode="lin" valueType="num">
                                      <p:cBhvr>
                                        <p:cTn id="9" dur="1000" fill="hold"/>
                                        <p:tgtEl>
                                          <p:spTgt spid="3">
                                            <p:txEl>
                                              <p:pRg st="0" end="0"/>
                                            </p:txEl>
                                          </p:spTgt>
                                        </p:tgtEl>
                                        <p:attrNameLst>
                                          <p:attrName>ppt_y</p:attrName>
                                        </p:attrNameLst>
                                      </p:cBhvr>
                                      <p:tavLst>
                                        <p:tav tm="0">
                                          <p:val>
                                            <p:strVal val="#ppt_y+.1"/>
                                          </p:val>
                                        </p:tav>
                                        <p:tav tm="100000">
                                          <p:val>
                                            <p:strVal val="#ppt_y"/>
                                          </p:val>
                                        </p:tav>
                                      </p:tavLst>
                                    </p:anim>
                                  </p:childTnLst>
                                </p:cTn>
                              </p:par>
                            </p:childTnLst>
                          </p:cTn>
                        </p:par>
                      </p:childTnLst>
                    </p:cTn>
                  </p:par>
                  <p:par>
                    <p:cTn id="10" fill="hold" nodeType="clickPar">
                      <p:stCondLst>
                        <p:cond delay="indefinite"/>
                      </p:stCondLst>
                      <p:childTnLst>
                        <p:par>
                          <p:cTn id="11" fill="hold" nodeType="withGroup">
                            <p:stCondLst>
                              <p:cond delay="0"/>
                            </p:stCondLst>
                            <p:childTnLst>
                              <p:par>
                                <p:cTn id="12" presetID="42" presetClass="entr" presetSubtype="0" fill="hold" grpId="0" nodeType="clickEffect">
                                  <p:stCondLst>
                                    <p:cond delay="0"/>
                                  </p:stCondLst>
                                  <p:childTnLst>
                                    <p:set>
                                      <p:cBhvr>
                                        <p:cTn id="13" dur="1" fill="hold">
                                          <p:stCondLst>
                                            <p:cond delay="0"/>
                                          </p:stCondLst>
                                        </p:cTn>
                                        <p:tgtEl>
                                          <p:spTgt spid="3">
                                            <p:txEl>
                                              <p:pRg st="1" end="1"/>
                                            </p:txEl>
                                          </p:spTgt>
                                        </p:tgtEl>
                                        <p:attrNameLst>
                                          <p:attrName>style.visibility</p:attrName>
                                        </p:attrNameLst>
                                      </p:cBhvr>
                                      <p:to>
                                        <p:strVal val="visible"/>
                                      </p:to>
                                    </p:set>
                                    <p:animEffect transition="in" filter="fade">
                                      <p:cBhvr>
                                        <p:cTn id="14" dur="1000"/>
                                        <p:tgtEl>
                                          <p:spTgt spid="3">
                                            <p:txEl>
                                              <p:pRg st="1" end="1"/>
                                            </p:txEl>
                                          </p:spTgt>
                                        </p:tgtEl>
                                      </p:cBhvr>
                                    </p:animEffect>
                                    <p:anim calcmode="lin" valueType="num">
                                      <p:cBhvr>
                                        <p:cTn id="15" dur="1000" fill="hold"/>
                                        <p:tgtEl>
                                          <p:spTgt spid="3">
                                            <p:txEl>
                                              <p:pRg st="1" end="1"/>
                                            </p:txEl>
                                          </p:spTgt>
                                        </p:tgtEl>
                                        <p:attrNameLst>
                                          <p:attrName>ppt_x</p:attrName>
                                        </p:attrNameLst>
                                      </p:cBhvr>
                                      <p:tavLst>
                                        <p:tav tm="0">
                                          <p:val>
                                            <p:strVal val="#ppt_x"/>
                                          </p:val>
                                        </p:tav>
                                        <p:tav tm="100000">
                                          <p:val>
                                            <p:strVal val="#ppt_x"/>
                                          </p:val>
                                        </p:tav>
                                      </p:tavLst>
                                    </p:anim>
                                    <p:anim calcmode="lin" valueType="num">
                                      <p:cBhvr>
                                        <p:cTn id="16" dur="1000" fill="hold"/>
                                        <p:tgtEl>
                                          <p:spTgt spid="3">
                                            <p:txEl>
                                              <p:pRg st="1" end="1"/>
                                            </p:txEl>
                                          </p:spTgt>
                                        </p:tgtEl>
                                        <p:attrNameLst>
                                          <p:attrName>ppt_y</p:attrName>
                                        </p:attrNameLst>
                                      </p:cBhvr>
                                      <p:tavLst>
                                        <p:tav tm="0">
                                          <p:val>
                                            <p:strVal val="#ppt_y+.1"/>
                                          </p:val>
                                        </p:tav>
                                        <p:tav tm="100000">
                                          <p:val>
                                            <p:strVal val="#ppt_y"/>
                                          </p:val>
                                        </p:tav>
                                      </p:tavLst>
                                    </p:anim>
                                  </p:childTnLst>
                                </p:cTn>
                              </p:par>
                              <p:par>
                                <p:cTn id="17" presetID="42" presetClass="entr" presetSubtype="0" fill="hold" grpId="0" nodeType="withEffect">
                                  <p:stCondLst>
                                    <p:cond delay="0"/>
                                  </p:stCondLst>
                                  <p:childTnLst>
                                    <p:set>
                                      <p:cBhvr>
                                        <p:cTn id="18" dur="1" fill="hold">
                                          <p:stCondLst>
                                            <p:cond delay="0"/>
                                          </p:stCondLst>
                                        </p:cTn>
                                        <p:tgtEl>
                                          <p:spTgt spid="3">
                                            <p:txEl>
                                              <p:pRg st="2" end="2"/>
                                            </p:txEl>
                                          </p:spTgt>
                                        </p:tgtEl>
                                        <p:attrNameLst>
                                          <p:attrName>style.visibility</p:attrName>
                                        </p:attrNameLst>
                                      </p:cBhvr>
                                      <p:to>
                                        <p:strVal val="visible"/>
                                      </p:to>
                                    </p:set>
                                    <p:animEffect transition="in" filter="fade">
                                      <p:cBhvr>
                                        <p:cTn id="19" dur="1000"/>
                                        <p:tgtEl>
                                          <p:spTgt spid="3">
                                            <p:txEl>
                                              <p:pRg st="2" end="2"/>
                                            </p:txEl>
                                          </p:spTgt>
                                        </p:tgtEl>
                                      </p:cBhvr>
                                    </p:animEffect>
                                    <p:anim calcmode="lin" valueType="num">
                                      <p:cBhvr>
                                        <p:cTn id="20" dur="1000" fill="hold"/>
                                        <p:tgtEl>
                                          <p:spTgt spid="3">
                                            <p:txEl>
                                              <p:pRg st="2" end="2"/>
                                            </p:txEl>
                                          </p:spTgt>
                                        </p:tgtEl>
                                        <p:attrNameLst>
                                          <p:attrName>ppt_x</p:attrName>
                                        </p:attrNameLst>
                                      </p:cBhvr>
                                      <p:tavLst>
                                        <p:tav tm="0">
                                          <p:val>
                                            <p:strVal val="#ppt_x"/>
                                          </p:val>
                                        </p:tav>
                                        <p:tav tm="100000">
                                          <p:val>
                                            <p:strVal val="#ppt_x"/>
                                          </p:val>
                                        </p:tav>
                                      </p:tavLst>
                                    </p:anim>
                                    <p:anim calcmode="lin" valueType="num">
                                      <p:cBhvr>
                                        <p:cTn id="21" dur="1000" fill="hold"/>
                                        <p:tgtEl>
                                          <p:spTgt spid="3">
                                            <p:txEl>
                                              <p:pRg st="2" end="2"/>
                                            </p:txEl>
                                          </p:spTgt>
                                        </p:tgtEl>
                                        <p:attrNameLst>
                                          <p:attrName>ppt_y</p:attrName>
                                        </p:attrNameLst>
                                      </p:cBhvr>
                                      <p:tavLst>
                                        <p:tav tm="0">
                                          <p:val>
                                            <p:strVal val="#ppt_y+.1"/>
                                          </p:val>
                                        </p:tav>
                                        <p:tav tm="100000">
                                          <p:val>
                                            <p:strVal val="#ppt_y"/>
                                          </p:val>
                                        </p:tav>
                                      </p:tavLst>
                                    </p:anim>
                                  </p:childTnLst>
                                </p:cTn>
                              </p:par>
                              <p:par>
                                <p:cTn id="22" presetID="42" presetClass="entr" presetSubtype="0" fill="hold" grpId="0" nodeType="withEffect">
                                  <p:stCondLst>
                                    <p:cond delay="0"/>
                                  </p:stCondLst>
                                  <p:childTnLst>
                                    <p:set>
                                      <p:cBhvr>
                                        <p:cTn id="23" dur="1" fill="hold">
                                          <p:stCondLst>
                                            <p:cond delay="0"/>
                                          </p:stCondLst>
                                        </p:cTn>
                                        <p:tgtEl>
                                          <p:spTgt spid="3">
                                            <p:txEl>
                                              <p:pRg st="4" end="4"/>
                                            </p:txEl>
                                          </p:spTgt>
                                        </p:tgtEl>
                                        <p:attrNameLst>
                                          <p:attrName>style.visibility</p:attrName>
                                        </p:attrNameLst>
                                      </p:cBhvr>
                                      <p:to>
                                        <p:strVal val="visible"/>
                                      </p:to>
                                    </p:set>
                                    <p:animEffect transition="in" filter="fade">
                                      <p:cBhvr>
                                        <p:cTn id="24" dur="1000"/>
                                        <p:tgtEl>
                                          <p:spTgt spid="3">
                                            <p:txEl>
                                              <p:pRg st="4" end="4"/>
                                            </p:txEl>
                                          </p:spTgt>
                                        </p:tgtEl>
                                      </p:cBhvr>
                                    </p:animEffect>
                                    <p:anim calcmode="lin" valueType="num">
                                      <p:cBhvr>
                                        <p:cTn id="25" dur="1000" fill="hold"/>
                                        <p:tgtEl>
                                          <p:spTgt spid="3">
                                            <p:txEl>
                                              <p:pRg st="4" end="4"/>
                                            </p:txEl>
                                          </p:spTgt>
                                        </p:tgtEl>
                                        <p:attrNameLst>
                                          <p:attrName>ppt_x</p:attrName>
                                        </p:attrNameLst>
                                      </p:cBhvr>
                                      <p:tavLst>
                                        <p:tav tm="0">
                                          <p:val>
                                            <p:strVal val="#ppt_x"/>
                                          </p:val>
                                        </p:tav>
                                        <p:tav tm="100000">
                                          <p:val>
                                            <p:strVal val="#ppt_x"/>
                                          </p:val>
                                        </p:tav>
                                      </p:tavLst>
                                    </p:anim>
                                    <p:anim calcmode="lin" valueType="num">
                                      <p:cBhvr>
                                        <p:cTn id="26" dur="1000" fill="hold"/>
                                        <p:tgtEl>
                                          <p:spTgt spid="3">
                                            <p:txEl>
                                              <p:pRg st="4" end="4"/>
                                            </p:txEl>
                                          </p:spTgt>
                                        </p:tgtEl>
                                        <p:attrNameLst>
                                          <p:attrName>ppt_y</p:attrName>
                                        </p:attrNameLst>
                                      </p:cBhvr>
                                      <p:tavLst>
                                        <p:tav tm="0">
                                          <p:val>
                                            <p:strVal val="#ppt_y+.1"/>
                                          </p:val>
                                        </p:tav>
                                        <p:tav tm="100000">
                                          <p:val>
                                            <p:strVal val="#ppt_y"/>
                                          </p:val>
                                        </p:tav>
                                      </p:tavLst>
                                    </p:anim>
                                  </p:childTnLst>
                                </p:cTn>
                              </p:par>
                              <p:par>
                                <p:cTn id="27" presetID="42" presetClass="entr" presetSubtype="0" fill="hold" grpId="0" nodeType="withEffect">
                                  <p:stCondLst>
                                    <p:cond delay="0"/>
                                  </p:stCondLst>
                                  <p:childTnLst>
                                    <p:set>
                                      <p:cBhvr>
                                        <p:cTn id="28" dur="1" fill="hold">
                                          <p:stCondLst>
                                            <p:cond delay="0"/>
                                          </p:stCondLst>
                                        </p:cTn>
                                        <p:tgtEl>
                                          <p:spTgt spid="3">
                                            <p:txEl>
                                              <p:pRg st="6" end="6"/>
                                            </p:txEl>
                                          </p:spTgt>
                                        </p:tgtEl>
                                        <p:attrNameLst>
                                          <p:attrName>style.visibility</p:attrName>
                                        </p:attrNameLst>
                                      </p:cBhvr>
                                      <p:to>
                                        <p:strVal val="visible"/>
                                      </p:to>
                                    </p:set>
                                    <p:animEffect transition="in" filter="fade">
                                      <p:cBhvr>
                                        <p:cTn id="29" dur="1000"/>
                                        <p:tgtEl>
                                          <p:spTgt spid="3">
                                            <p:txEl>
                                              <p:pRg st="6" end="6"/>
                                            </p:txEl>
                                          </p:spTgt>
                                        </p:tgtEl>
                                      </p:cBhvr>
                                    </p:animEffect>
                                    <p:anim calcmode="lin" valueType="num">
                                      <p:cBhvr>
                                        <p:cTn id="30" dur="1000" fill="hold"/>
                                        <p:tgtEl>
                                          <p:spTgt spid="3">
                                            <p:txEl>
                                              <p:pRg st="6" end="6"/>
                                            </p:txEl>
                                          </p:spTgt>
                                        </p:tgtEl>
                                        <p:attrNameLst>
                                          <p:attrName>ppt_x</p:attrName>
                                        </p:attrNameLst>
                                      </p:cBhvr>
                                      <p:tavLst>
                                        <p:tav tm="0">
                                          <p:val>
                                            <p:strVal val="#ppt_x"/>
                                          </p:val>
                                        </p:tav>
                                        <p:tav tm="100000">
                                          <p:val>
                                            <p:strVal val="#ppt_x"/>
                                          </p:val>
                                        </p:tav>
                                      </p:tavLst>
                                    </p:anim>
                                    <p:anim calcmode="lin" valueType="num">
                                      <p:cBhvr>
                                        <p:cTn id="31" dur="1000" fill="hold"/>
                                        <p:tgtEl>
                                          <p:spTgt spid="3">
                                            <p:txEl>
                                              <p:pRg st="6" end="6"/>
                                            </p:txEl>
                                          </p:spTgt>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build="p"/>
    </p:bldLst>
  </p:timing>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4818" name="标题 1"/>
          <p:cNvSpPr>
            <a:spLocks noGrp="1"/>
          </p:cNvSpPr>
          <p:nvPr>
            <p:ph type="title"/>
          </p:nvPr>
        </p:nvSpPr>
        <p:spPr>
          <a:xfrm>
            <a:off x="107950" y="44450"/>
            <a:ext cx="7343775" cy="792163"/>
          </a:xfrm>
        </p:spPr>
        <p:txBody>
          <a:bodyPr/>
          <a:lstStyle/>
          <a:p>
            <a:r>
              <a:rPr lang="en-US" altLang="zh-CN" smtClean="0"/>
              <a:t>2.6 </a:t>
            </a:r>
            <a:r>
              <a:rPr lang="zh-CN" altLang="en-US" smtClean="0"/>
              <a:t>差错检测及校正</a:t>
            </a:r>
          </a:p>
        </p:txBody>
      </p:sp>
      <p:sp>
        <p:nvSpPr>
          <p:cNvPr id="3" name="内容占位符 2"/>
          <p:cNvSpPr>
            <a:spLocks noGrp="1"/>
          </p:cNvSpPr>
          <p:nvPr>
            <p:ph idx="1"/>
          </p:nvPr>
        </p:nvSpPr>
        <p:spPr>
          <a:xfrm>
            <a:off x="107950" y="981075"/>
            <a:ext cx="8928100" cy="5102225"/>
          </a:xfrm>
        </p:spPr>
        <p:txBody>
          <a:bodyPr/>
          <a:lstStyle/>
          <a:p>
            <a:pPr>
              <a:defRPr/>
            </a:pPr>
            <a:r>
              <a:rPr lang="zh-CN" altLang="en-US" dirty="0"/>
              <a:t>传输差错的</a:t>
            </a:r>
            <a:r>
              <a:rPr lang="zh-CN" altLang="en-US" dirty="0" smtClean="0">
                <a:solidFill>
                  <a:srgbClr val="FF0000"/>
                </a:solidFill>
              </a:rPr>
              <a:t>检测</a:t>
            </a:r>
            <a:r>
              <a:rPr lang="zh-CN" altLang="en-US" dirty="0">
                <a:solidFill>
                  <a:srgbClr val="FF0000"/>
                </a:solidFill>
              </a:rPr>
              <a:t>原</a:t>
            </a:r>
            <a:r>
              <a:rPr lang="zh-CN" altLang="en-US" dirty="0" smtClean="0">
                <a:solidFill>
                  <a:srgbClr val="FF0000"/>
                </a:solidFill>
              </a:rPr>
              <a:t>理</a:t>
            </a:r>
            <a:endParaRPr lang="en-US" altLang="zh-CN" dirty="0" smtClean="0">
              <a:solidFill>
                <a:srgbClr val="FF0000"/>
              </a:solidFill>
            </a:endParaRPr>
          </a:p>
          <a:p>
            <a:pPr>
              <a:defRPr/>
            </a:pPr>
            <a:r>
              <a:rPr lang="zh-CN" altLang="en-US" dirty="0"/>
              <a:t>差错检测中常用的</a:t>
            </a:r>
            <a:r>
              <a:rPr lang="zh-CN" altLang="en-US" dirty="0">
                <a:solidFill>
                  <a:srgbClr val="FF0000"/>
                </a:solidFill>
              </a:rPr>
              <a:t>冗余校验方法</a:t>
            </a:r>
            <a:r>
              <a:rPr lang="zh-CN" altLang="en-US" dirty="0"/>
              <a:t>：</a:t>
            </a:r>
            <a:endParaRPr lang="en-US" altLang="zh-CN" dirty="0"/>
          </a:p>
          <a:p>
            <a:pPr lvl="1">
              <a:lnSpc>
                <a:spcPct val="135000"/>
              </a:lnSpc>
              <a:defRPr/>
            </a:pPr>
            <a:r>
              <a:rPr lang="zh-CN" altLang="en-US" dirty="0">
                <a:solidFill>
                  <a:srgbClr val="C00000"/>
                </a:solidFill>
                <a:latin typeface="楷体_GB2312" pitchFamily="49" charset="-122"/>
              </a:rPr>
              <a:t>奇偶校验 </a:t>
            </a:r>
          </a:p>
          <a:p>
            <a:pPr lvl="1">
              <a:lnSpc>
                <a:spcPct val="135000"/>
              </a:lnSpc>
              <a:defRPr/>
            </a:pPr>
            <a:r>
              <a:rPr lang="zh-CN" altLang="en-US" dirty="0">
                <a:solidFill>
                  <a:srgbClr val="C00000"/>
                </a:solidFill>
                <a:latin typeface="楷体_GB2312" pitchFamily="49" charset="-122"/>
              </a:rPr>
              <a:t>求和校验</a:t>
            </a:r>
          </a:p>
          <a:p>
            <a:pPr lvl="1">
              <a:lnSpc>
                <a:spcPct val="135000"/>
              </a:lnSpc>
              <a:defRPr/>
            </a:pPr>
            <a:r>
              <a:rPr lang="zh-CN" altLang="en-US" dirty="0">
                <a:solidFill>
                  <a:srgbClr val="C00000"/>
                </a:solidFill>
                <a:latin typeface="楷体_GB2312" pitchFamily="49" charset="-122"/>
              </a:rPr>
              <a:t>纵向冗余校验</a:t>
            </a:r>
          </a:p>
          <a:p>
            <a:pPr lvl="1">
              <a:lnSpc>
                <a:spcPct val="135000"/>
              </a:lnSpc>
              <a:defRPr/>
            </a:pPr>
            <a:r>
              <a:rPr lang="zh-CN" altLang="en-US" dirty="0">
                <a:solidFill>
                  <a:srgbClr val="C00000"/>
                </a:solidFill>
                <a:latin typeface="楷体_GB2312" pitchFamily="49" charset="-122"/>
              </a:rPr>
              <a:t>循环冗余校验</a:t>
            </a:r>
          </a:p>
          <a:p>
            <a:pPr marL="0" indent="0">
              <a:buNone/>
              <a:defRPr/>
            </a:pPr>
            <a:endParaRPr lang="en-US" altLang="zh-CN" dirty="0" smtClean="0">
              <a:solidFill>
                <a:srgbClr val="FF0000"/>
              </a:solidFill>
            </a:endParaRPr>
          </a:p>
        </p:txBody>
      </p:sp>
      <p:sp>
        <p:nvSpPr>
          <p:cNvPr id="4" name="灯片编号占位符 3"/>
          <p:cNvSpPr>
            <a:spLocks noGrp="1"/>
          </p:cNvSpPr>
          <p:nvPr>
            <p:ph type="sldNum" sz="quarter" idx="12"/>
          </p:nvPr>
        </p:nvSpPr>
        <p:spPr/>
        <p:txBody>
          <a:bodyPr/>
          <a:lstStyle/>
          <a:p>
            <a:pPr>
              <a:defRPr/>
            </a:pPr>
            <a:fld id="{DC0BC5DB-16A8-4591-B6E9-F9C93D223CDC}" type="slidenum">
              <a:rPr lang="zh-CN" altLang="en-US" smtClean="0"/>
              <a:pPr>
                <a:defRPr/>
              </a:pPr>
              <a:t>23</a:t>
            </a:fld>
            <a:endParaRPr lang="zh-CN" altLang="en-US"/>
          </a:p>
        </p:txBody>
      </p:sp>
    </p:spTree>
  </p:cSld>
  <p:clrMapOvr>
    <a:masterClrMapping/>
  </p:clrMapOvr>
  <p:transition spd="slow">
    <p:push dir="u"/>
  </p:transition>
  <p:timing>
    <p:tnLst>
      <p:par>
        <p:cTn id="1" dur="indefinite" restart="never" nodeType="tmRoot"/>
      </p:par>
    </p:tnLst>
  </p:timing>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6866" name="标题 1"/>
          <p:cNvSpPr>
            <a:spLocks noGrp="1"/>
          </p:cNvSpPr>
          <p:nvPr>
            <p:ph type="title"/>
          </p:nvPr>
        </p:nvSpPr>
        <p:spPr>
          <a:xfrm>
            <a:off x="107950" y="44450"/>
            <a:ext cx="7343775" cy="792163"/>
          </a:xfrm>
        </p:spPr>
        <p:txBody>
          <a:bodyPr/>
          <a:lstStyle/>
          <a:p>
            <a:r>
              <a:rPr lang="en-US" altLang="zh-CN" smtClean="0"/>
              <a:t>2.6 </a:t>
            </a:r>
            <a:r>
              <a:rPr lang="zh-CN" altLang="en-US" smtClean="0"/>
              <a:t>差错检测及校正</a:t>
            </a:r>
          </a:p>
        </p:txBody>
      </p:sp>
      <p:sp>
        <p:nvSpPr>
          <p:cNvPr id="3" name="内容占位符 2"/>
          <p:cNvSpPr>
            <a:spLocks noGrp="1"/>
          </p:cNvSpPr>
          <p:nvPr>
            <p:ph idx="1"/>
          </p:nvPr>
        </p:nvSpPr>
        <p:spPr>
          <a:xfrm>
            <a:off x="107950" y="981075"/>
            <a:ext cx="8928100" cy="5102225"/>
          </a:xfrm>
        </p:spPr>
        <p:txBody>
          <a:bodyPr/>
          <a:lstStyle/>
          <a:p>
            <a:pPr>
              <a:buFont typeface="Wingdings" pitchFamily="2" charset="2"/>
              <a:buChar char="ü"/>
              <a:defRPr/>
            </a:pPr>
            <a:r>
              <a:rPr lang="zh-CN" altLang="en-US" sz="2800" b="1" dirty="0">
                <a:solidFill>
                  <a:srgbClr val="C00000"/>
                </a:solidFill>
              </a:rPr>
              <a:t>奇偶校验：</a:t>
            </a:r>
            <a:r>
              <a:rPr lang="zh-CN" altLang="en-US" sz="2800" dirty="0"/>
              <a:t>一个单一的</a:t>
            </a:r>
            <a:r>
              <a:rPr lang="zh-CN" altLang="en-US" sz="2800" dirty="0" smtClean="0"/>
              <a:t>校验位（奇偶校验位）被</a:t>
            </a:r>
            <a:r>
              <a:rPr lang="zh-CN" altLang="en-US" sz="2800" dirty="0"/>
              <a:t>加在每个单位数据域上，使得包括该校验位在内</a:t>
            </a:r>
            <a:r>
              <a:rPr lang="zh-CN" altLang="en-US" sz="2800" dirty="0" smtClean="0"/>
              <a:t>的单</a:t>
            </a:r>
            <a:r>
              <a:rPr lang="zh-CN" altLang="en-US" sz="2800" dirty="0"/>
              <a:t>位数据域</a:t>
            </a:r>
            <a:r>
              <a:rPr lang="zh-CN" altLang="en-US" sz="2800" dirty="0" smtClean="0"/>
              <a:t>内，</a:t>
            </a:r>
            <a:r>
              <a:rPr lang="en-US" altLang="zh-CN" sz="2800" dirty="0" smtClean="0"/>
              <a:t>1</a:t>
            </a:r>
            <a:r>
              <a:rPr lang="zh-CN" altLang="en-US" sz="2800" dirty="0"/>
              <a:t>的个数是</a:t>
            </a:r>
            <a:r>
              <a:rPr lang="zh-CN" altLang="en-US" sz="2800" dirty="0" smtClean="0"/>
              <a:t>偶数（偶校验）或奇数（奇校验），</a:t>
            </a:r>
            <a:r>
              <a:rPr lang="zh-CN" altLang="en-US" sz="2800" dirty="0"/>
              <a:t>在接收端采用同一校验方式检查收到的数据和校验位，并判断该传输过程是否出错。</a:t>
            </a:r>
          </a:p>
          <a:p>
            <a:pPr marL="0" indent="0">
              <a:buFont typeface="Wingdings" pitchFamily="2" charset="2"/>
              <a:buNone/>
              <a:defRPr/>
            </a:pPr>
            <a:r>
              <a:rPr lang="zh-CN" altLang="en-US" sz="2800" b="1" dirty="0">
                <a:latin typeface="楷体_GB2312" pitchFamily="49" charset="-122"/>
              </a:rPr>
              <a:t> </a:t>
            </a:r>
            <a:r>
              <a:rPr lang="zh-CN" altLang="en-US" sz="2800" b="1" dirty="0" smtClean="0">
                <a:latin typeface="楷体_GB2312" pitchFamily="49" charset="-122"/>
              </a:rPr>
              <a:t> </a:t>
            </a:r>
            <a:r>
              <a:rPr lang="zh-CN" altLang="en-US" sz="2400" b="1" dirty="0" smtClean="0">
                <a:solidFill>
                  <a:srgbClr val="C00000"/>
                </a:solidFill>
                <a:latin typeface="楷体_GB2312" pitchFamily="49" charset="-122"/>
              </a:rPr>
              <a:t>优点</a:t>
            </a:r>
            <a:r>
              <a:rPr lang="zh-CN" altLang="en-US" sz="2400" dirty="0">
                <a:solidFill>
                  <a:srgbClr val="C00000"/>
                </a:solidFill>
                <a:latin typeface="楷体_GB2312" pitchFamily="49" charset="-122"/>
              </a:rPr>
              <a:t>：</a:t>
            </a:r>
            <a:r>
              <a:rPr lang="zh-CN" altLang="en-US" sz="2400" dirty="0">
                <a:solidFill>
                  <a:srgbClr val="7030A0"/>
                </a:solidFill>
                <a:latin typeface="楷体_GB2312" pitchFamily="49" charset="-122"/>
              </a:rPr>
              <a:t>方法简单，可检测所有单比特</a:t>
            </a:r>
            <a:r>
              <a:rPr lang="zh-CN" altLang="en-US" sz="2400" dirty="0" smtClean="0">
                <a:solidFill>
                  <a:srgbClr val="7030A0"/>
                </a:solidFill>
                <a:latin typeface="楷体_GB2312" pitchFamily="49" charset="-122"/>
              </a:rPr>
              <a:t>错误</a:t>
            </a:r>
            <a:endParaRPr lang="en-US" altLang="zh-CN" sz="2400" dirty="0" smtClean="0">
              <a:solidFill>
                <a:srgbClr val="7030A0"/>
              </a:solidFill>
              <a:latin typeface="楷体_GB2312" pitchFamily="49" charset="-122"/>
            </a:endParaRPr>
          </a:p>
          <a:p>
            <a:pPr marL="0" indent="0">
              <a:buFont typeface="Wingdings" pitchFamily="2" charset="2"/>
              <a:buNone/>
              <a:defRPr/>
            </a:pPr>
            <a:r>
              <a:rPr lang="en-US" altLang="zh-CN" sz="2400" b="1" dirty="0">
                <a:solidFill>
                  <a:srgbClr val="7030A0"/>
                </a:solidFill>
                <a:latin typeface="楷体_GB2312" pitchFamily="49" charset="-122"/>
              </a:rPr>
              <a:t> </a:t>
            </a:r>
            <a:r>
              <a:rPr lang="en-US" altLang="zh-CN" sz="2400" b="1" dirty="0" smtClean="0">
                <a:solidFill>
                  <a:srgbClr val="7030A0"/>
                </a:solidFill>
                <a:latin typeface="楷体_GB2312" pitchFamily="49" charset="-122"/>
              </a:rPr>
              <a:t> </a:t>
            </a:r>
            <a:r>
              <a:rPr lang="zh-CN" altLang="en-US" sz="2400" b="1" dirty="0" smtClean="0">
                <a:solidFill>
                  <a:srgbClr val="C00000"/>
                </a:solidFill>
                <a:latin typeface="楷体_GB2312" pitchFamily="49" charset="-122"/>
              </a:rPr>
              <a:t>缺点</a:t>
            </a:r>
            <a:r>
              <a:rPr lang="zh-CN" altLang="en-US" sz="2400" dirty="0">
                <a:solidFill>
                  <a:srgbClr val="C00000"/>
                </a:solidFill>
                <a:latin typeface="楷体_GB2312" pitchFamily="49" charset="-122"/>
              </a:rPr>
              <a:t>：</a:t>
            </a:r>
            <a:r>
              <a:rPr lang="zh-CN" altLang="en-US" sz="2400" dirty="0">
                <a:solidFill>
                  <a:srgbClr val="7030A0"/>
                </a:solidFill>
                <a:latin typeface="楷体_GB2312" pitchFamily="49" charset="-122"/>
              </a:rPr>
              <a:t>只有当出错的次数是奇数时，才能检测出多比特错误和突发</a:t>
            </a:r>
            <a:r>
              <a:rPr lang="zh-CN" altLang="en-US" sz="2400" dirty="0" smtClean="0">
                <a:solidFill>
                  <a:srgbClr val="7030A0"/>
                </a:solidFill>
                <a:latin typeface="楷体_GB2312" pitchFamily="49" charset="-122"/>
              </a:rPr>
              <a:t>错误（对于偶校验）</a:t>
            </a:r>
            <a:endParaRPr lang="zh-CN" altLang="en-US" sz="2800" dirty="0">
              <a:solidFill>
                <a:srgbClr val="7030A0"/>
              </a:solidFill>
            </a:endParaRPr>
          </a:p>
        </p:txBody>
      </p:sp>
      <p:sp>
        <p:nvSpPr>
          <p:cNvPr id="4" name="灯片编号占位符 3"/>
          <p:cNvSpPr>
            <a:spLocks noGrp="1"/>
          </p:cNvSpPr>
          <p:nvPr>
            <p:ph type="sldNum" sz="quarter" idx="12"/>
          </p:nvPr>
        </p:nvSpPr>
        <p:spPr/>
        <p:txBody>
          <a:bodyPr/>
          <a:lstStyle/>
          <a:p>
            <a:pPr>
              <a:defRPr/>
            </a:pPr>
            <a:fld id="{60BB1F80-9A4A-4996-82C5-3688A8E75447}" type="slidenum">
              <a:rPr lang="zh-CN" altLang="en-US" smtClean="0"/>
              <a:pPr>
                <a:defRPr/>
              </a:pPr>
              <a:t>24</a:t>
            </a:fld>
            <a:endParaRPr lang="zh-CN" altLang="en-US"/>
          </a:p>
        </p:txBody>
      </p:sp>
    </p:spTree>
  </p:cSld>
  <p:clrMapOvr>
    <a:masterClrMapping/>
  </p:clrMapOvr>
  <p:transition spd="slow">
    <p:push dir="u"/>
  </p:transition>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42" presetClass="entr" presetSubtype="0" fill="hold" nodeType="clickEffect">
                                  <p:stCondLst>
                                    <p:cond delay="0"/>
                                  </p:stCondLst>
                                  <p:childTnLst>
                                    <p:set>
                                      <p:cBhvr>
                                        <p:cTn id="6" dur="1" fill="hold">
                                          <p:stCondLst>
                                            <p:cond delay="0"/>
                                          </p:stCondLst>
                                        </p:cTn>
                                        <p:tgtEl>
                                          <p:spTgt spid="3">
                                            <p:txEl>
                                              <p:pRg st="1" end="1"/>
                                            </p:txEl>
                                          </p:spTgt>
                                        </p:tgtEl>
                                        <p:attrNameLst>
                                          <p:attrName>style.visibility</p:attrName>
                                        </p:attrNameLst>
                                      </p:cBhvr>
                                      <p:to>
                                        <p:strVal val="visible"/>
                                      </p:to>
                                    </p:set>
                                    <p:animEffect transition="in" filter="fade">
                                      <p:cBhvr>
                                        <p:cTn id="7" dur="1000"/>
                                        <p:tgtEl>
                                          <p:spTgt spid="3">
                                            <p:txEl>
                                              <p:pRg st="1" end="1"/>
                                            </p:txEl>
                                          </p:spTgt>
                                        </p:tgtEl>
                                      </p:cBhvr>
                                    </p:animEffect>
                                    <p:anim calcmode="lin" valueType="num">
                                      <p:cBhvr>
                                        <p:cTn id="8" dur="1000" fill="hold"/>
                                        <p:tgtEl>
                                          <p:spTgt spid="3">
                                            <p:txEl>
                                              <p:pRg st="1" end="1"/>
                                            </p:txEl>
                                          </p:spTgt>
                                        </p:tgtEl>
                                        <p:attrNameLst>
                                          <p:attrName>ppt_x</p:attrName>
                                        </p:attrNameLst>
                                      </p:cBhvr>
                                      <p:tavLst>
                                        <p:tav tm="0">
                                          <p:val>
                                            <p:strVal val="#ppt_x"/>
                                          </p:val>
                                        </p:tav>
                                        <p:tav tm="100000">
                                          <p:val>
                                            <p:strVal val="#ppt_x"/>
                                          </p:val>
                                        </p:tav>
                                      </p:tavLst>
                                    </p:anim>
                                    <p:anim calcmode="lin" valueType="num">
                                      <p:cBhvr>
                                        <p:cTn id="9" dur="1000" fill="hold"/>
                                        <p:tgtEl>
                                          <p:spTgt spid="3">
                                            <p:txEl>
                                              <p:pRg st="1" end="1"/>
                                            </p:txEl>
                                          </p:spTgt>
                                        </p:tgtEl>
                                        <p:attrNameLst>
                                          <p:attrName>ppt_y</p:attrName>
                                        </p:attrNameLst>
                                      </p:cBhvr>
                                      <p:tavLst>
                                        <p:tav tm="0">
                                          <p:val>
                                            <p:strVal val="#ppt_y+.1"/>
                                          </p:val>
                                        </p:tav>
                                        <p:tav tm="100000">
                                          <p:val>
                                            <p:strVal val="#ppt_y"/>
                                          </p:val>
                                        </p:tav>
                                      </p:tavLst>
                                    </p:anim>
                                  </p:childTnLst>
                                </p:cTn>
                              </p:par>
                              <p:par>
                                <p:cTn id="10" presetID="42" presetClass="entr" presetSubtype="0" fill="hold" nodeType="withEffect">
                                  <p:stCondLst>
                                    <p:cond delay="0"/>
                                  </p:stCondLst>
                                  <p:childTnLst>
                                    <p:set>
                                      <p:cBhvr>
                                        <p:cTn id="11" dur="1" fill="hold">
                                          <p:stCondLst>
                                            <p:cond delay="0"/>
                                          </p:stCondLst>
                                        </p:cTn>
                                        <p:tgtEl>
                                          <p:spTgt spid="3">
                                            <p:txEl>
                                              <p:pRg st="2" end="2"/>
                                            </p:txEl>
                                          </p:spTgt>
                                        </p:tgtEl>
                                        <p:attrNameLst>
                                          <p:attrName>style.visibility</p:attrName>
                                        </p:attrNameLst>
                                      </p:cBhvr>
                                      <p:to>
                                        <p:strVal val="visible"/>
                                      </p:to>
                                    </p:set>
                                    <p:animEffect transition="in" filter="fade">
                                      <p:cBhvr>
                                        <p:cTn id="12" dur="1000"/>
                                        <p:tgtEl>
                                          <p:spTgt spid="3">
                                            <p:txEl>
                                              <p:pRg st="2" end="2"/>
                                            </p:txEl>
                                          </p:spTgt>
                                        </p:tgtEl>
                                      </p:cBhvr>
                                    </p:animEffect>
                                    <p:anim calcmode="lin" valueType="num">
                                      <p:cBhvr>
                                        <p:cTn id="13" dur="1000" fill="hold"/>
                                        <p:tgtEl>
                                          <p:spTgt spid="3">
                                            <p:txEl>
                                              <p:pRg st="2" end="2"/>
                                            </p:txEl>
                                          </p:spTgt>
                                        </p:tgtEl>
                                        <p:attrNameLst>
                                          <p:attrName>ppt_x</p:attrName>
                                        </p:attrNameLst>
                                      </p:cBhvr>
                                      <p:tavLst>
                                        <p:tav tm="0">
                                          <p:val>
                                            <p:strVal val="#ppt_x"/>
                                          </p:val>
                                        </p:tav>
                                        <p:tav tm="100000">
                                          <p:val>
                                            <p:strVal val="#ppt_x"/>
                                          </p:val>
                                        </p:tav>
                                      </p:tavLst>
                                    </p:anim>
                                    <p:anim calcmode="lin" valueType="num">
                                      <p:cBhvr>
                                        <p:cTn id="14" dur="1000" fill="hold"/>
                                        <p:tgtEl>
                                          <p:spTgt spid="3">
                                            <p:txEl>
                                              <p:pRg st="2" end="2"/>
                                            </p:txEl>
                                          </p:spTgt>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7890" name="标题 1"/>
          <p:cNvSpPr>
            <a:spLocks noGrp="1"/>
          </p:cNvSpPr>
          <p:nvPr>
            <p:ph type="title"/>
          </p:nvPr>
        </p:nvSpPr>
        <p:spPr>
          <a:xfrm>
            <a:off x="107950" y="44450"/>
            <a:ext cx="7343775" cy="792163"/>
          </a:xfrm>
        </p:spPr>
        <p:txBody>
          <a:bodyPr/>
          <a:lstStyle/>
          <a:p>
            <a:r>
              <a:rPr lang="en-US" altLang="zh-CN" smtClean="0"/>
              <a:t>2.6 </a:t>
            </a:r>
            <a:r>
              <a:rPr lang="zh-CN" altLang="en-US" smtClean="0"/>
              <a:t>差错检测及校正</a:t>
            </a:r>
          </a:p>
        </p:txBody>
      </p:sp>
      <p:sp>
        <p:nvSpPr>
          <p:cNvPr id="3" name="内容占位符 2"/>
          <p:cNvSpPr>
            <a:spLocks noGrp="1"/>
          </p:cNvSpPr>
          <p:nvPr>
            <p:ph idx="1"/>
          </p:nvPr>
        </p:nvSpPr>
        <p:spPr>
          <a:xfrm>
            <a:off x="107950" y="981075"/>
            <a:ext cx="8928100" cy="5102225"/>
          </a:xfrm>
        </p:spPr>
        <p:txBody>
          <a:bodyPr/>
          <a:lstStyle/>
          <a:p>
            <a:pPr>
              <a:buFont typeface="Wingdings" pitchFamily="2" charset="2"/>
              <a:buChar char="ü"/>
              <a:defRPr/>
            </a:pPr>
            <a:r>
              <a:rPr lang="zh-CN" altLang="en-US" sz="2800" b="1" dirty="0" smtClean="0">
                <a:solidFill>
                  <a:srgbClr val="C00000"/>
                </a:solidFill>
              </a:rPr>
              <a:t>求和校验：</a:t>
            </a:r>
            <a:r>
              <a:rPr lang="zh-CN" altLang="en-US" sz="2800" dirty="0" smtClean="0"/>
              <a:t>在发送端将数据分为</a:t>
            </a:r>
            <a:r>
              <a:rPr lang="en-US" altLang="zh-CN" sz="2800" dirty="0" smtClean="0"/>
              <a:t>k</a:t>
            </a:r>
            <a:r>
              <a:rPr lang="zh-CN" altLang="en-US" sz="2800" dirty="0" smtClean="0"/>
              <a:t>段，每段均为等长的</a:t>
            </a:r>
            <a:r>
              <a:rPr lang="en-US" altLang="zh-CN" sz="2800" dirty="0" smtClean="0"/>
              <a:t>n</a:t>
            </a:r>
            <a:r>
              <a:rPr lang="zh-CN" altLang="en-US" sz="2800" dirty="0" smtClean="0"/>
              <a:t>比特。将分段</a:t>
            </a:r>
            <a:r>
              <a:rPr lang="en-US" altLang="zh-CN" sz="2800" dirty="0" smtClean="0"/>
              <a:t>1</a:t>
            </a:r>
            <a:r>
              <a:rPr lang="zh-CN" altLang="en-US" sz="2800" dirty="0" smtClean="0"/>
              <a:t>与分段</a:t>
            </a:r>
            <a:r>
              <a:rPr lang="en-US" altLang="zh-CN" sz="2800" dirty="0" smtClean="0"/>
              <a:t>2</a:t>
            </a:r>
            <a:r>
              <a:rPr lang="zh-CN" altLang="en-US" sz="2800" dirty="0" smtClean="0"/>
              <a:t>做求和操作，再逐一与分段</a:t>
            </a:r>
            <a:r>
              <a:rPr lang="en-US" altLang="zh-CN" sz="2800" dirty="0" smtClean="0"/>
              <a:t>3</a:t>
            </a:r>
            <a:r>
              <a:rPr lang="zh-CN" altLang="en-US" sz="2800" dirty="0" smtClean="0"/>
              <a:t>至</a:t>
            </a:r>
            <a:r>
              <a:rPr lang="en-US" altLang="zh-CN" sz="2800" dirty="0" smtClean="0"/>
              <a:t>k</a:t>
            </a:r>
            <a:r>
              <a:rPr lang="zh-CN" altLang="en-US" sz="2800" dirty="0" smtClean="0"/>
              <a:t>做求和操作，得到长度为</a:t>
            </a:r>
            <a:r>
              <a:rPr lang="en-US" altLang="zh-CN" sz="2800" dirty="0" smtClean="0"/>
              <a:t>n</a:t>
            </a:r>
            <a:r>
              <a:rPr lang="zh-CN" altLang="en-US" sz="2800" dirty="0" smtClean="0"/>
              <a:t>比特的求和结果。将该结果</a:t>
            </a:r>
            <a:r>
              <a:rPr lang="zh-CN" altLang="en-US" sz="2800" dirty="0" smtClean="0">
                <a:solidFill>
                  <a:srgbClr val="C00000"/>
                </a:solidFill>
              </a:rPr>
              <a:t>取反</a:t>
            </a:r>
            <a:r>
              <a:rPr lang="zh-CN" altLang="en-US" sz="2800" dirty="0" smtClean="0"/>
              <a:t>后作为校验和放在数据块后面，与数据块一起发送到接收端。在接收端对接收到的、包括校验和在内的所有</a:t>
            </a:r>
            <a:r>
              <a:rPr lang="en-US" altLang="zh-CN" sz="2800" dirty="0" smtClean="0"/>
              <a:t>k+1</a:t>
            </a:r>
            <a:r>
              <a:rPr lang="zh-CN" altLang="en-US" sz="2800" dirty="0" smtClean="0"/>
              <a:t>段数据求和，如果结果为零，就认为传输过程没有错误，所传数据正确。如果结果不为零，则表明发生了错误。</a:t>
            </a:r>
          </a:p>
          <a:p>
            <a:pPr marL="0" indent="0">
              <a:buFont typeface="Wingdings" pitchFamily="2" charset="2"/>
              <a:buNone/>
              <a:defRPr/>
            </a:pPr>
            <a:r>
              <a:rPr lang="zh-CN" altLang="en-US" sz="2800" dirty="0"/>
              <a:t> </a:t>
            </a:r>
            <a:r>
              <a:rPr lang="zh-CN" altLang="en-US" sz="2800" dirty="0" smtClean="0"/>
              <a:t>   </a:t>
            </a:r>
            <a:r>
              <a:rPr lang="zh-CN" altLang="en-US" sz="2800" dirty="0" smtClean="0">
                <a:solidFill>
                  <a:srgbClr val="7030A0"/>
                </a:solidFill>
              </a:rPr>
              <a:t>求和校验能检测出</a:t>
            </a:r>
            <a:r>
              <a:rPr lang="en-US" altLang="zh-CN" sz="2800" dirty="0" smtClean="0">
                <a:solidFill>
                  <a:srgbClr val="7030A0"/>
                </a:solidFill>
              </a:rPr>
              <a:t>95%</a:t>
            </a:r>
            <a:r>
              <a:rPr lang="zh-CN" altLang="en-US" sz="2800" dirty="0" smtClean="0">
                <a:solidFill>
                  <a:srgbClr val="7030A0"/>
                </a:solidFill>
              </a:rPr>
              <a:t>的错误，但与奇偶校验方法相比，增加了计算量。</a:t>
            </a:r>
            <a:endParaRPr lang="zh-CN" altLang="en-US" sz="2800" dirty="0">
              <a:solidFill>
                <a:srgbClr val="7030A0"/>
              </a:solidFill>
            </a:endParaRPr>
          </a:p>
        </p:txBody>
      </p:sp>
      <p:sp>
        <p:nvSpPr>
          <p:cNvPr id="4" name="灯片编号占位符 3"/>
          <p:cNvSpPr>
            <a:spLocks noGrp="1"/>
          </p:cNvSpPr>
          <p:nvPr>
            <p:ph type="sldNum" sz="quarter" idx="12"/>
          </p:nvPr>
        </p:nvSpPr>
        <p:spPr/>
        <p:txBody>
          <a:bodyPr/>
          <a:lstStyle/>
          <a:p>
            <a:pPr>
              <a:defRPr/>
            </a:pPr>
            <a:fld id="{51ADD190-E360-4985-B837-2AC5279329F7}" type="slidenum">
              <a:rPr lang="zh-CN" altLang="en-US" smtClean="0"/>
              <a:pPr>
                <a:defRPr/>
              </a:pPr>
              <a:t>25</a:t>
            </a:fld>
            <a:endParaRPr lang="zh-CN" altLang="en-US"/>
          </a:p>
        </p:txBody>
      </p:sp>
    </p:spTree>
  </p:cSld>
  <p:clrMapOvr>
    <a:masterClrMapping/>
  </p:clrMapOvr>
  <p:transition spd="slow">
    <p:push dir="u"/>
  </p:transition>
  <p:timing>
    <p:tnLst>
      <p:par>
        <p:cTn id="1" dur="indefinite" restart="never" nodeType="tmRoot"/>
      </p:par>
    </p:tnLst>
  </p:timing>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8914" name="标题 1"/>
          <p:cNvSpPr>
            <a:spLocks noGrp="1"/>
          </p:cNvSpPr>
          <p:nvPr>
            <p:ph type="title"/>
          </p:nvPr>
        </p:nvSpPr>
        <p:spPr>
          <a:xfrm>
            <a:off x="107950" y="44450"/>
            <a:ext cx="7343775" cy="792163"/>
          </a:xfrm>
        </p:spPr>
        <p:txBody>
          <a:bodyPr/>
          <a:lstStyle/>
          <a:p>
            <a:r>
              <a:rPr lang="en-US" altLang="zh-CN" smtClean="0"/>
              <a:t>2.6 </a:t>
            </a:r>
            <a:r>
              <a:rPr lang="zh-CN" altLang="en-US" smtClean="0"/>
              <a:t>差错检测及校正</a:t>
            </a:r>
          </a:p>
        </p:txBody>
      </p:sp>
      <p:sp>
        <p:nvSpPr>
          <p:cNvPr id="38915" name="内容占位符 2"/>
          <p:cNvSpPr>
            <a:spLocks noGrp="1"/>
          </p:cNvSpPr>
          <p:nvPr>
            <p:ph idx="1"/>
          </p:nvPr>
        </p:nvSpPr>
        <p:spPr>
          <a:xfrm>
            <a:off x="107950" y="981075"/>
            <a:ext cx="8928100" cy="5102225"/>
          </a:xfrm>
        </p:spPr>
        <p:txBody>
          <a:bodyPr/>
          <a:lstStyle/>
          <a:p>
            <a:pPr algn="just">
              <a:buFont typeface="Wingdings" pitchFamily="2" charset="2"/>
              <a:buChar char="ü"/>
            </a:pPr>
            <a:r>
              <a:rPr lang="zh-CN" altLang="en-US" sz="2800" b="1" dirty="0" smtClean="0">
                <a:solidFill>
                  <a:srgbClr val="C00000"/>
                </a:solidFill>
              </a:rPr>
              <a:t>纵向冗余校验</a:t>
            </a:r>
            <a:r>
              <a:rPr lang="en-US" altLang="zh-CN" sz="2800" b="1" dirty="0" smtClean="0">
                <a:solidFill>
                  <a:srgbClr val="C00000"/>
                </a:solidFill>
              </a:rPr>
              <a:t>LRC</a:t>
            </a:r>
            <a:r>
              <a:rPr lang="zh-CN" altLang="en-US" sz="2800" b="1" dirty="0" smtClean="0">
                <a:solidFill>
                  <a:srgbClr val="C00000"/>
                </a:solidFill>
              </a:rPr>
              <a:t>：</a:t>
            </a:r>
            <a:r>
              <a:rPr lang="zh-CN" altLang="en-US" sz="2800" dirty="0" smtClean="0"/>
              <a:t>按预定的数量将多个单位数据域合成一个数据块。首先每个单位数据域各自采用奇偶校验，得到各单位数据域的冗余校验位。再将各单位数据域的对应位分别作奇偶校验，并将所有对应位作奇偶校验得到的冗余校验位组成一个新的数据单元，附加在数据块的最后发送出去。</a:t>
            </a:r>
            <a:endParaRPr lang="en-US" altLang="zh-CN" sz="2800" dirty="0" smtClean="0"/>
          </a:p>
          <a:p>
            <a:pPr marL="400050" lvl="1" indent="0" algn="just">
              <a:buFont typeface="Wingdings" pitchFamily="2" charset="2"/>
              <a:buNone/>
            </a:pPr>
            <a:r>
              <a:rPr lang="zh-CN" altLang="en-US" dirty="0" smtClean="0"/>
              <a:t>收发双方采用相同的校验方法，接收端在对接收到的数据进行校验时，如果发现任一个冗余校验位出现差错，则认为该数据块的传输出错。</a:t>
            </a:r>
          </a:p>
        </p:txBody>
      </p:sp>
      <p:sp>
        <p:nvSpPr>
          <p:cNvPr id="4" name="灯片编号占位符 3"/>
          <p:cNvSpPr>
            <a:spLocks noGrp="1"/>
          </p:cNvSpPr>
          <p:nvPr>
            <p:ph type="sldNum" sz="quarter" idx="12"/>
          </p:nvPr>
        </p:nvSpPr>
        <p:spPr/>
        <p:txBody>
          <a:bodyPr/>
          <a:lstStyle/>
          <a:p>
            <a:pPr>
              <a:defRPr/>
            </a:pPr>
            <a:fld id="{685B0E94-8246-454B-8288-C9923A399DB8}" type="slidenum">
              <a:rPr lang="zh-CN" altLang="en-US" smtClean="0"/>
              <a:pPr>
                <a:defRPr/>
              </a:pPr>
              <a:t>26</a:t>
            </a:fld>
            <a:endParaRPr lang="zh-CN" altLang="en-US"/>
          </a:p>
        </p:txBody>
      </p:sp>
    </p:spTree>
  </p:cSld>
  <p:clrMapOvr>
    <a:masterClrMapping/>
  </p:clrMapOvr>
  <p:transition spd="slow">
    <p:push dir="u"/>
  </p:transition>
  <p:timing>
    <p:tnLst>
      <p:par>
        <p:cTn id="1" dur="indefinite" restart="never" nodeType="tmRoot"/>
      </p:par>
    </p:tnLst>
  </p:timing>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9938" name="标题 1"/>
          <p:cNvSpPr>
            <a:spLocks noGrp="1"/>
          </p:cNvSpPr>
          <p:nvPr>
            <p:ph type="title"/>
          </p:nvPr>
        </p:nvSpPr>
        <p:spPr>
          <a:xfrm>
            <a:off x="107950" y="44450"/>
            <a:ext cx="7343775" cy="792163"/>
          </a:xfrm>
        </p:spPr>
        <p:txBody>
          <a:bodyPr/>
          <a:lstStyle/>
          <a:p>
            <a:r>
              <a:rPr lang="en-US" altLang="zh-CN" smtClean="0"/>
              <a:t>2.6 </a:t>
            </a:r>
            <a:r>
              <a:rPr lang="zh-CN" altLang="en-US" smtClean="0"/>
              <a:t>差错检测及校正</a:t>
            </a:r>
          </a:p>
        </p:txBody>
      </p:sp>
      <p:sp>
        <p:nvSpPr>
          <p:cNvPr id="3" name="内容占位符 2"/>
          <p:cNvSpPr>
            <a:spLocks noGrp="1"/>
          </p:cNvSpPr>
          <p:nvPr>
            <p:ph idx="1"/>
          </p:nvPr>
        </p:nvSpPr>
        <p:spPr>
          <a:xfrm>
            <a:off x="107950" y="981075"/>
            <a:ext cx="8928100" cy="5102225"/>
          </a:xfrm>
        </p:spPr>
        <p:txBody>
          <a:bodyPr/>
          <a:lstStyle/>
          <a:p>
            <a:pPr algn="just">
              <a:buFont typeface="Wingdings" pitchFamily="2" charset="2"/>
              <a:buChar char="ü"/>
              <a:defRPr/>
            </a:pPr>
            <a:r>
              <a:rPr lang="zh-CN" altLang="en-US" sz="2800" b="1" dirty="0" smtClean="0">
                <a:solidFill>
                  <a:srgbClr val="C00000"/>
                </a:solidFill>
              </a:rPr>
              <a:t>循环冗余校验（</a:t>
            </a:r>
            <a:r>
              <a:rPr lang="en-US" altLang="zh-CN" sz="2800" b="1" dirty="0" smtClean="0">
                <a:solidFill>
                  <a:srgbClr val="C00000"/>
                </a:solidFill>
              </a:rPr>
              <a:t>CRC</a:t>
            </a:r>
            <a:r>
              <a:rPr lang="zh-CN" altLang="en-US" sz="2800" b="1" dirty="0" smtClean="0">
                <a:solidFill>
                  <a:srgbClr val="C00000"/>
                </a:solidFill>
              </a:rPr>
              <a:t>）：</a:t>
            </a:r>
            <a:r>
              <a:rPr lang="zh-CN" altLang="en-US" sz="2800" dirty="0"/>
              <a:t>对传输序列进行一次规定的除法操作，将除法操作的余数附加在传输信</a:t>
            </a:r>
            <a:r>
              <a:rPr lang="zh-CN" altLang="en-US" sz="2800" dirty="0" smtClean="0"/>
              <a:t>息之后；接</a:t>
            </a:r>
            <a:r>
              <a:rPr lang="zh-CN" altLang="en-US" sz="2800" dirty="0"/>
              <a:t>收</a:t>
            </a:r>
            <a:r>
              <a:rPr lang="zh-CN" altLang="en-US" sz="2800" dirty="0" smtClean="0"/>
              <a:t>端也</a:t>
            </a:r>
            <a:r>
              <a:rPr lang="zh-CN" altLang="en-US" sz="2800" dirty="0"/>
              <a:t>对收到的数据做相同的除</a:t>
            </a:r>
            <a:r>
              <a:rPr lang="zh-CN" altLang="en-US" sz="2800" dirty="0" smtClean="0"/>
              <a:t>法，若接</a:t>
            </a:r>
            <a:r>
              <a:rPr lang="zh-CN" altLang="en-US" sz="2800" dirty="0"/>
              <a:t>收端除</a:t>
            </a:r>
            <a:r>
              <a:rPr lang="zh-CN" altLang="en-US" sz="2800" dirty="0" smtClean="0"/>
              <a:t>法</a:t>
            </a:r>
            <a:r>
              <a:rPr lang="zh-CN" altLang="en-US" sz="2800" dirty="0"/>
              <a:t>结果</a:t>
            </a:r>
            <a:r>
              <a:rPr lang="zh-CN" altLang="en-US" sz="2800" dirty="0" smtClean="0"/>
              <a:t>的余</a:t>
            </a:r>
            <a:r>
              <a:rPr lang="zh-CN" altLang="en-US" sz="2800" dirty="0"/>
              <a:t>数不为零，则表明</a:t>
            </a:r>
            <a:r>
              <a:rPr lang="zh-CN" altLang="en-US" sz="2800" dirty="0" smtClean="0"/>
              <a:t>发生错误。</a:t>
            </a:r>
            <a:endParaRPr lang="zh-CN" altLang="en-US" sz="2800" dirty="0"/>
          </a:p>
          <a:p>
            <a:pPr marL="400050" lvl="1" indent="0" algn="just">
              <a:buFont typeface="Wingdings" pitchFamily="2" charset="2"/>
              <a:buNone/>
              <a:defRPr/>
            </a:pPr>
            <a:r>
              <a:rPr lang="zh-CN" altLang="en-US" sz="2400" b="1" dirty="0">
                <a:solidFill>
                  <a:srgbClr val="C00000"/>
                </a:solidFill>
                <a:latin typeface="楷体_GB2312" pitchFamily="49" charset="-122"/>
              </a:rPr>
              <a:t>优点</a:t>
            </a:r>
            <a:r>
              <a:rPr lang="zh-CN" altLang="en-US" sz="2400" dirty="0">
                <a:solidFill>
                  <a:srgbClr val="C00000"/>
                </a:solidFill>
                <a:latin typeface="楷体_GB2312" pitchFamily="49" charset="-122"/>
              </a:rPr>
              <a:t>：</a:t>
            </a:r>
            <a:r>
              <a:rPr lang="zh-CN" altLang="en-US" sz="2400" dirty="0">
                <a:solidFill>
                  <a:srgbClr val="7030A0"/>
                </a:solidFill>
                <a:latin typeface="楷体_GB2312" pitchFamily="49" charset="-122"/>
              </a:rPr>
              <a:t>原理简单，易于实现，有效性较高，能够检测大约</a:t>
            </a:r>
            <a:r>
              <a:rPr lang="en-US" altLang="zh-CN" sz="2400" dirty="0">
                <a:solidFill>
                  <a:srgbClr val="7030A0"/>
                </a:solidFill>
                <a:latin typeface="楷体_GB2312" pitchFamily="49" charset="-122"/>
              </a:rPr>
              <a:t>99.95%</a:t>
            </a:r>
            <a:r>
              <a:rPr lang="zh-CN" altLang="en-US" sz="2400" dirty="0">
                <a:solidFill>
                  <a:srgbClr val="7030A0"/>
                </a:solidFill>
                <a:latin typeface="楷体_GB2312" pitchFamily="49" charset="-122"/>
              </a:rPr>
              <a:t>的错误。</a:t>
            </a:r>
          </a:p>
          <a:p>
            <a:pPr marL="400050" lvl="1" indent="0" algn="just">
              <a:buFont typeface="Wingdings" pitchFamily="2" charset="2"/>
              <a:buNone/>
              <a:defRPr/>
            </a:pPr>
            <a:r>
              <a:rPr lang="zh-CN" altLang="en-US" sz="2400" b="1" dirty="0">
                <a:solidFill>
                  <a:srgbClr val="C00000"/>
                </a:solidFill>
                <a:latin typeface="楷体_GB2312" pitchFamily="49" charset="-122"/>
              </a:rPr>
              <a:t>缺点</a:t>
            </a:r>
            <a:r>
              <a:rPr lang="zh-CN" altLang="en-US" sz="2400" dirty="0">
                <a:solidFill>
                  <a:srgbClr val="C00000"/>
                </a:solidFill>
                <a:latin typeface="楷体_GB2312" pitchFamily="49" charset="-122"/>
              </a:rPr>
              <a:t>：</a:t>
            </a:r>
            <a:r>
              <a:rPr lang="zh-CN" altLang="en-US" sz="2400" dirty="0">
                <a:solidFill>
                  <a:srgbClr val="7030A0"/>
                </a:solidFill>
                <a:latin typeface="楷体_GB2312" pitchFamily="49" charset="-122"/>
              </a:rPr>
              <a:t>计算量大于奇偶校验。</a:t>
            </a:r>
          </a:p>
          <a:p>
            <a:pPr marL="0" indent="0" algn="just">
              <a:buFont typeface="Wingdings" pitchFamily="2" charset="2"/>
              <a:buNone/>
              <a:defRPr/>
            </a:pPr>
            <a:endParaRPr lang="en-US" altLang="zh-CN" sz="2400" dirty="0"/>
          </a:p>
          <a:p>
            <a:pPr marL="0" indent="0" algn="just">
              <a:buFont typeface="Wingdings" pitchFamily="2" charset="2"/>
              <a:buNone/>
              <a:defRPr/>
            </a:pPr>
            <a:r>
              <a:rPr lang="en-US" altLang="zh-CN" sz="2400" dirty="0" smtClean="0"/>
              <a:t>      </a:t>
            </a:r>
            <a:r>
              <a:rPr lang="en-US" altLang="zh-CN" sz="2400" dirty="0" smtClean="0">
                <a:solidFill>
                  <a:srgbClr val="00B050"/>
                </a:solidFill>
              </a:rPr>
              <a:t>CRC</a:t>
            </a:r>
            <a:r>
              <a:rPr lang="zh-CN" altLang="en-US" sz="2400" dirty="0" smtClean="0">
                <a:solidFill>
                  <a:srgbClr val="00B050"/>
                </a:solidFill>
              </a:rPr>
              <a:t>校验的检错能力强，实现容易，是目前应用最广的差错检验方法之一。</a:t>
            </a:r>
            <a:endParaRPr lang="zh-CN" altLang="en-US" sz="2400" dirty="0">
              <a:solidFill>
                <a:srgbClr val="00B050"/>
              </a:solidFill>
            </a:endParaRPr>
          </a:p>
        </p:txBody>
      </p:sp>
      <p:sp>
        <p:nvSpPr>
          <p:cNvPr id="4" name="灯片编号占位符 3"/>
          <p:cNvSpPr>
            <a:spLocks noGrp="1"/>
          </p:cNvSpPr>
          <p:nvPr>
            <p:ph type="sldNum" sz="quarter" idx="12"/>
          </p:nvPr>
        </p:nvSpPr>
        <p:spPr/>
        <p:txBody>
          <a:bodyPr/>
          <a:lstStyle/>
          <a:p>
            <a:pPr>
              <a:defRPr/>
            </a:pPr>
            <a:fld id="{B6FB4C87-B34E-45CA-A2B5-0F831DB03454}" type="slidenum">
              <a:rPr lang="zh-CN" altLang="en-US" smtClean="0"/>
              <a:pPr>
                <a:defRPr/>
              </a:pPr>
              <a:t>27</a:t>
            </a:fld>
            <a:endParaRPr lang="zh-CN" altLang="en-US"/>
          </a:p>
        </p:txBody>
      </p:sp>
    </p:spTree>
  </p:cSld>
  <p:clrMapOvr>
    <a:masterClrMapping/>
  </p:clrMapOvr>
  <p:transition spd="slow">
    <p:push dir="u"/>
  </p:transition>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42" presetClass="entr" presetSubtype="0" fill="hold" nodeType="clickEffect">
                                  <p:stCondLst>
                                    <p:cond delay="0"/>
                                  </p:stCondLst>
                                  <p:childTnLst>
                                    <p:set>
                                      <p:cBhvr>
                                        <p:cTn id="6" dur="1" fill="hold">
                                          <p:stCondLst>
                                            <p:cond delay="0"/>
                                          </p:stCondLst>
                                        </p:cTn>
                                        <p:tgtEl>
                                          <p:spTgt spid="3">
                                            <p:txEl>
                                              <p:pRg st="1" end="1"/>
                                            </p:txEl>
                                          </p:spTgt>
                                        </p:tgtEl>
                                        <p:attrNameLst>
                                          <p:attrName>style.visibility</p:attrName>
                                        </p:attrNameLst>
                                      </p:cBhvr>
                                      <p:to>
                                        <p:strVal val="visible"/>
                                      </p:to>
                                    </p:set>
                                    <p:animEffect transition="in" filter="fade">
                                      <p:cBhvr>
                                        <p:cTn id="7" dur="1000"/>
                                        <p:tgtEl>
                                          <p:spTgt spid="3">
                                            <p:txEl>
                                              <p:pRg st="1" end="1"/>
                                            </p:txEl>
                                          </p:spTgt>
                                        </p:tgtEl>
                                      </p:cBhvr>
                                    </p:animEffect>
                                    <p:anim calcmode="lin" valueType="num">
                                      <p:cBhvr>
                                        <p:cTn id="8" dur="1000" fill="hold"/>
                                        <p:tgtEl>
                                          <p:spTgt spid="3">
                                            <p:txEl>
                                              <p:pRg st="1" end="1"/>
                                            </p:txEl>
                                          </p:spTgt>
                                        </p:tgtEl>
                                        <p:attrNameLst>
                                          <p:attrName>ppt_x</p:attrName>
                                        </p:attrNameLst>
                                      </p:cBhvr>
                                      <p:tavLst>
                                        <p:tav tm="0">
                                          <p:val>
                                            <p:strVal val="#ppt_x"/>
                                          </p:val>
                                        </p:tav>
                                        <p:tav tm="100000">
                                          <p:val>
                                            <p:strVal val="#ppt_x"/>
                                          </p:val>
                                        </p:tav>
                                      </p:tavLst>
                                    </p:anim>
                                    <p:anim calcmode="lin" valueType="num">
                                      <p:cBhvr>
                                        <p:cTn id="9" dur="1000" fill="hold"/>
                                        <p:tgtEl>
                                          <p:spTgt spid="3">
                                            <p:txEl>
                                              <p:pRg st="1" end="1"/>
                                            </p:txEl>
                                          </p:spTgt>
                                        </p:tgtEl>
                                        <p:attrNameLst>
                                          <p:attrName>ppt_y</p:attrName>
                                        </p:attrNameLst>
                                      </p:cBhvr>
                                      <p:tavLst>
                                        <p:tav tm="0">
                                          <p:val>
                                            <p:strVal val="#ppt_y+.1"/>
                                          </p:val>
                                        </p:tav>
                                        <p:tav tm="100000">
                                          <p:val>
                                            <p:strVal val="#ppt_y"/>
                                          </p:val>
                                        </p:tav>
                                      </p:tavLst>
                                    </p:anim>
                                  </p:childTnLst>
                                </p:cTn>
                              </p:par>
                              <p:par>
                                <p:cTn id="10" presetID="42" presetClass="entr" presetSubtype="0" fill="hold" nodeType="withEffect">
                                  <p:stCondLst>
                                    <p:cond delay="0"/>
                                  </p:stCondLst>
                                  <p:childTnLst>
                                    <p:set>
                                      <p:cBhvr>
                                        <p:cTn id="11" dur="1" fill="hold">
                                          <p:stCondLst>
                                            <p:cond delay="0"/>
                                          </p:stCondLst>
                                        </p:cTn>
                                        <p:tgtEl>
                                          <p:spTgt spid="3">
                                            <p:txEl>
                                              <p:pRg st="2" end="2"/>
                                            </p:txEl>
                                          </p:spTgt>
                                        </p:tgtEl>
                                        <p:attrNameLst>
                                          <p:attrName>style.visibility</p:attrName>
                                        </p:attrNameLst>
                                      </p:cBhvr>
                                      <p:to>
                                        <p:strVal val="visible"/>
                                      </p:to>
                                    </p:set>
                                    <p:animEffect transition="in" filter="fade">
                                      <p:cBhvr>
                                        <p:cTn id="12" dur="1000"/>
                                        <p:tgtEl>
                                          <p:spTgt spid="3">
                                            <p:txEl>
                                              <p:pRg st="2" end="2"/>
                                            </p:txEl>
                                          </p:spTgt>
                                        </p:tgtEl>
                                      </p:cBhvr>
                                    </p:animEffect>
                                    <p:anim calcmode="lin" valueType="num">
                                      <p:cBhvr>
                                        <p:cTn id="13" dur="1000" fill="hold"/>
                                        <p:tgtEl>
                                          <p:spTgt spid="3">
                                            <p:txEl>
                                              <p:pRg st="2" end="2"/>
                                            </p:txEl>
                                          </p:spTgt>
                                        </p:tgtEl>
                                        <p:attrNameLst>
                                          <p:attrName>ppt_x</p:attrName>
                                        </p:attrNameLst>
                                      </p:cBhvr>
                                      <p:tavLst>
                                        <p:tav tm="0">
                                          <p:val>
                                            <p:strVal val="#ppt_x"/>
                                          </p:val>
                                        </p:tav>
                                        <p:tav tm="100000">
                                          <p:val>
                                            <p:strVal val="#ppt_x"/>
                                          </p:val>
                                        </p:tav>
                                      </p:tavLst>
                                    </p:anim>
                                    <p:anim calcmode="lin" valueType="num">
                                      <p:cBhvr>
                                        <p:cTn id="14" dur="1000" fill="hold"/>
                                        <p:tgtEl>
                                          <p:spTgt spid="3">
                                            <p:txEl>
                                              <p:pRg st="2" end="2"/>
                                            </p:txEl>
                                          </p:spTgt>
                                        </p:tgtEl>
                                        <p:attrNameLst>
                                          <p:attrName>ppt_y</p:attrName>
                                        </p:attrNameLst>
                                      </p:cBhvr>
                                      <p:tavLst>
                                        <p:tav tm="0">
                                          <p:val>
                                            <p:strVal val="#ppt_y+.1"/>
                                          </p:val>
                                        </p:tav>
                                        <p:tav tm="100000">
                                          <p:val>
                                            <p:strVal val="#ppt_y"/>
                                          </p:val>
                                        </p:tav>
                                      </p:tavLst>
                                    </p:anim>
                                  </p:childTnLst>
                                </p:cTn>
                              </p:par>
                            </p:childTnLst>
                          </p:cTn>
                        </p:par>
                      </p:childTnLst>
                    </p:cTn>
                  </p:par>
                  <p:par>
                    <p:cTn id="15" fill="hold" nodeType="clickPar">
                      <p:stCondLst>
                        <p:cond delay="indefinite"/>
                      </p:stCondLst>
                      <p:childTnLst>
                        <p:par>
                          <p:cTn id="16" fill="hold" nodeType="withGroup">
                            <p:stCondLst>
                              <p:cond delay="0"/>
                            </p:stCondLst>
                            <p:childTnLst>
                              <p:par>
                                <p:cTn id="17" presetID="42" presetClass="entr" presetSubtype="0" fill="hold" nodeType="clickEffect">
                                  <p:stCondLst>
                                    <p:cond delay="0"/>
                                  </p:stCondLst>
                                  <p:childTnLst>
                                    <p:set>
                                      <p:cBhvr>
                                        <p:cTn id="18" dur="1" fill="hold">
                                          <p:stCondLst>
                                            <p:cond delay="0"/>
                                          </p:stCondLst>
                                        </p:cTn>
                                        <p:tgtEl>
                                          <p:spTgt spid="3">
                                            <p:txEl>
                                              <p:pRg st="4" end="4"/>
                                            </p:txEl>
                                          </p:spTgt>
                                        </p:tgtEl>
                                        <p:attrNameLst>
                                          <p:attrName>style.visibility</p:attrName>
                                        </p:attrNameLst>
                                      </p:cBhvr>
                                      <p:to>
                                        <p:strVal val="visible"/>
                                      </p:to>
                                    </p:set>
                                    <p:animEffect transition="in" filter="fade">
                                      <p:cBhvr>
                                        <p:cTn id="19" dur="1000"/>
                                        <p:tgtEl>
                                          <p:spTgt spid="3">
                                            <p:txEl>
                                              <p:pRg st="4" end="4"/>
                                            </p:txEl>
                                          </p:spTgt>
                                        </p:tgtEl>
                                      </p:cBhvr>
                                    </p:animEffect>
                                    <p:anim calcmode="lin" valueType="num">
                                      <p:cBhvr>
                                        <p:cTn id="20" dur="1000" fill="hold"/>
                                        <p:tgtEl>
                                          <p:spTgt spid="3">
                                            <p:txEl>
                                              <p:pRg st="4" end="4"/>
                                            </p:txEl>
                                          </p:spTgt>
                                        </p:tgtEl>
                                        <p:attrNameLst>
                                          <p:attrName>ppt_x</p:attrName>
                                        </p:attrNameLst>
                                      </p:cBhvr>
                                      <p:tavLst>
                                        <p:tav tm="0">
                                          <p:val>
                                            <p:strVal val="#ppt_x"/>
                                          </p:val>
                                        </p:tav>
                                        <p:tav tm="100000">
                                          <p:val>
                                            <p:strVal val="#ppt_x"/>
                                          </p:val>
                                        </p:tav>
                                      </p:tavLst>
                                    </p:anim>
                                    <p:anim calcmode="lin" valueType="num">
                                      <p:cBhvr>
                                        <p:cTn id="21" dur="1000" fill="hold"/>
                                        <p:tgtEl>
                                          <p:spTgt spid="3">
                                            <p:txEl>
                                              <p:pRg st="4" end="4"/>
                                            </p:txEl>
                                          </p:spTgt>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3010" name="标题 1"/>
          <p:cNvSpPr>
            <a:spLocks noGrp="1"/>
          </p:cNvSpPr>
          <p:nvPr>
            <p:ph type="title"/>
          </p:nvPr>
        </p:nvSpPr>
        <p:spPr>
          <a:xfrm>
            <a:off x="107950" y="44450"/>
            <a:ext cx="7343775" cy="792163"/>
          </a:xfrm>
        </p:spPr>
        <p:txBody>
          <a:bodyPr/>
          <a:lstStyle/>
          <a:p>
            <a:r>
              <a:rPr lang="en-US" altLang="zh-CN" smtClean="0"/>
              <a:t>2.6 </a:t>
            </a:r>
            <a:r>
              <a:rPr lang="zh-CN" altLang="en-US" smtClean="0"/>
              <a:t>差错检测及校正</a:t>
            </a:r>
          </a:p>
        </p:txBody>
      </p:sp>
      <p:sp>
        <p:nvSpPr>
          <p:cNvPr id="3" name="内容占位符 2"/>
          <p:cNvSpPr>
            <a:spLocks noGrp="1"/>
          </p:cNvSpPr>
          <p:nvPr>
            <p:ph idx="1"/>
          </p:nvPr>
        </p:nvSpPr>
        <p:spPr>
          <a:xfrm>
            <a:off x="107950" y="981075"/>
            <a:ext cx="8928100" cy="5102225"/>
          </a:xfrm>
        </p:spPr>
        <p:txBody>
          <a:bodyPr/>
          <a:lstStyle/>
          <a:p>
            <a:pPr algn="just">
              <a:defRPr/>
            </a:pPr>
            <a:r>
              <a:rPr lang="zh-CN" altLang="en-US" b="1" dirty="0">
                <a:solidFill>
                  <a:srgbClr val="FF0000"/>
                </a:solidFill>
              </a:rPr>
              <a:t>传输差错的校正：</a:t>
            </a:r>
            <a:r>
              <a:rPr lang="zh-CN" altLang="en-US" dirty="0"/>
              <a:t>在接收端发现并自动纠正传输错误的</a:t>
            </a:r>
            <a:r>
              <a:rPr lang="zh-CN" altLang="en-US" dirty="0" smtClean="0"/>
              <a:t>过程。</a:t>
            </a:r>
            <a:endParaRPr lang="en-US" altLang="zh-CN" dirty="0" smtClean="0"/>
          </a:p>
          <a:p>
            <a:pPr lvl="1" algn="just">
              <a:defRPr/>
            </a:pPr>
            <a:r>
              <a:rPr lang="zh-CN" altLang="en-US" b="1" dirty="0" smtClean="0">
                <a:solidFill>
                  <a:srgbClr val="7030A0"/>
                </a:solidFill>
                <a:latin typeface="楷体_GB2312" pitchFamily="49" charset="-122"/>
              </a:rPr>
              <a:t>方</a:t>
            </a:r>
            <a:r>
              <a:rPr lang="zh-CN" altLang="en-US" b="1" dirty="0">
                <a:solidFill>
                  <a:srgbClr val="7030A0"/>
                </a:solidFill>
                <a:latin typeface="楷体_GB2312" pitchFamily="49" charset="-122"/>
              </a:rPr>
              <a:t>法</a:t>
            </a:r>
            <a:r>
              <a:rPr lang="zh-CN" altLang="en-US" dirty="0">
                <a:solidFill>
                  <a:srgbClr val="7030A0"/>
                </a:solidFill>
                <a:latin typeface="楷体_GB2312" pitchFamily="49" charset="-122"/>
              </a:rPr>
              <a:t>：</a:t>
            </a:r>
            <a:r>
              <a:rPr lang="zh-CN" altLang="en-US" dirty="0">
                <a:latin typeface="楷体_GB2312" pitchFamily="49" charset="-122"/>
              </a:rPr>
              <a:t>自动重传，前向差错校正</a:t>
            </a:r>
          </a:p>
          <a:p>
            <a:pPr lvl="1" algn="just">
              <a:defRPr/>
            </a:pPr>
            <a:r>
              <a:rPr lang="zh-CN" altLang="en-US" b="1" dirty="0">
                <a:solidFill>
                  <a:srgbClr val="C00000"/>
                </a:solidFill>
                <a:latin typeface="楷体_GB2312" pitchFamily="49" charset="-122"/>
              </a:rPr>
              <a:t>自动重传</a:t>
            </a:r>
            <a:r>
              <a:rPr lang="zh-CN" altLang="en-US" dirty="0" smtClean="0">
                <a:solidFill>
                  <a:srgbClr val="C00000"/>
                </a:solidFill>
                <a:latin typeface="楷体_GB2312" pitchFamily="49" charset="-122"/>
              </a:rPr>
              <a:t>：</a:t>
            </a:r>
            <a:endParaRPr lang="en-US" altLang="zh-CN" dirty="0" smtClean="0">
              <a:solidFill>
                <a:srgbClr val="C00000"/>
              </a:solidFill>
              <a:latin typeface="楷体_GB2312" pitchFamily="49" charset="-122"/>
            </a:endParaRPr>
          </a:p>
          <a:p>
            <a:pPr lvl="1" algn="just">
              <a:defRPr/>
            </a:pPr>
            <a:endParaRPr lang="zh-CN" altLang="en-US" dirty="0">
              <a:latin typeface="楷体_GB2312" pitchFamily="49" charset="-122"/>
            </a:endParaRPr>
          </a:p>
          <a:p>
            <a:pPr lvl="1" algn="just">
              <a:defRPr/>
            </a:pPr>
            <a:r>
              <a:rPr lang="zh-CN" altLang="en-US" b="1" dirty="0">
                <a:solidFill>
                  <a:srgbClr val="C00000"/>
                </a:solidFill>
                <a:latin typeface="楷体_GB2312" pitchFamily="49" charset="-122"/>
              </a:rPr>
              <a:t>前向差错校正</a:t>
            </a:r>
            <a:r>
              <a:rPr lang="zh-CN" altLang="en-US" dirty="0" smtClean="0">
                <a:solidFill>
                  <a:srgbClr val="C00000"/>
                </a:solidFill>
                <a:latin typeface="楷体_GB2312" pitchFamily="49" charset="-122"/>
              </a:rPr>
              <a:t>：</a:t>
            </a:r>
            <a:endParaRPr lang="zh-CN" altLang="en-US" dirty="0">
              <a:solidFill>
                <a:srgbClr val="0070C0"/>
              </a:solidFill>
            </a:endParaRPr>
          </a:p>
        </p:txBody>
      </p:sp>
      <p:sp>
        <p:nvSpPr>
          <p:cNvPr id="4" name="灯片编号占位符 3"/>
          <p:cNvSpPr>
            <a:spLocks noGrp="1"/>
          </p:cNvSpPr>
          <p:nvPr>
            <p:ph type="sldNum" sz="quarter" idx="12"/>
          </p:nvPr>
        </p:nvSpPr>
        <p:spPr/>
        <p:txBody>
          <a:bodyPr/>
          <a:lstStyle/>
          <a:p>
            <a:pPr>
              <a:defRPr/>
            </a:pPr>
            <a:fld id="{76237C32-FF13-47FF-AF21-389E21FE3A32}" type="slidenum">
              <a:rPr lang="zh-CN" altLang="en-US" smtClean="0"/>
              <a:pPr>
                <a:defRPr/>
              </a:pPr>
              <a:t>28</a:t>
            </a:fld>
            <a:endParaRPr lang="zh-CN" altLang="en-US"/>
          </a:p>
        </p:txBody>
      </p:sp>
    </p:spTree>
  </p:cSld>
  <p:clrMapOvr>
    <a:masterClrMapping/>
  </p:clrMapOvr>
  <p:transition spd="slow">
    <p:push dir="u"/>
  </p:transition>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42" presetClass="entr" presetSubtype="0" fill="hold" nodeType="clickEffect">
                                  <p:stCondLst>
                                    <p:cond delay="0"/>
                                  </p:stCondLst>
                                  <p:childTnLst>
                                    <p:set>
                                      <p:cBhvr>
                                        <p:cTn id="6" dur="1" fill="hold">
                                          <p:stCondLst>
                                            <p:cond delay="0"/>
                                          </p:stCondLst>
                                        </p:cTn>
                                        <p:tgtEl>
                                          <p:spTgt spid="3">
                                            <p:txEl>
                                              <p:pRg st="1" end="1"/>
                                            </p:txEl>
                                          </p:spTgt>
                                        </p:tgtEl>
                                        <p:attrNameLst>
                                          <p:attrName>style.visibility</p:attrName>
                                        </p:attrNameLst>
                                      </p:cBhvr>
                                      <p:to>
                                        <p:strVal val="visible"/>
                                      </p:to>
                                    </p:set>
                                    <p:animEffect transition="in" filter="fade">
                                      <p:cBhvr>
                                        <p:cTn id="7" dur="1000"/>
                                        <p:tgtEl>
                                          <p:spTgt spid="3">
                                            <p:txEl>
                                              <p:pRg st="1" end="1"/>
                                            </p:txEl>
                                          </p:spTgt>
                                        </p:tgtEl>
                                      </p:cBhvr>
                                    </p:animEffect>
                                    <p:anim calcmode="lin" valueType="num">
                                      <p:cBhvr>
                                        <p:cTn id="8" dur="1000" fill="hold"/>
                                        <p:tgtEl>
                                          <p:spTgt spid="3">
                                            <p:txEl>
                                              <p:pRg st="1" end="1"/>
                                            </p:txEl>
                                          </p:spTgt>
                                        </p:tgtEl>
                                        <p:attrNameLst>
                                          <p:attrName>ppt_x</p:attrName>
                                        </p:attrNameLst>
                                      </p:cBhvr>
                                      <p:tavLst>
                                        <p:tav tm="0">
                                          <p:val>
                                            <p:strVal val="#ppt_x"/>
                                          </p:val>
                                        </p:tav>
                                        <p:tav tm="100000">
                                          <p:val>
                                            <p:strVal val="#ppt_x"/>
                                          </p:val>
                                        </p:tav>
                                      </p:tavLst>
                                    </p:anim>
                                    <p:anim calcmode="lin" valueType="num">
                                      <p:cBhvr>
                                        <p:cTn id="9" dur="1000" fill="hold"/>
                                        <p:tgtEl>
                                          <p:spTgt spid="3">
                                            <p:txEl>
                                              <p:pRg st="1" end="1"/>
                                            </p:txEl>
                                          </p:spTgt>
                                        </p:tgtEl>
                                        <p:attrNameLst>
                                          <p:attrName>ppt_y</p:attrName>
                                        </p:attrNameLst>
                                      </p:cBhvr>
                                      <p:tavLst>
                                        <p:tav tm="0">
                                          <p:val>
                                            <p:strVal val="#ppt_y+.1"/>
                                          </p:val>
                                        </p:tav>
                                        <p:tav tm="100000">
                                          <p:val>
                                            <p:strVal val="#ppt_y"/>
                                          </p:val>
                                        </p:tav>
                                      </p:tavLst>
                                    </p:anim>
                                  </p:childTnLst>
                                </p:cTn>
                              </p:par>
                              <p:par>
                                <p:cTn id="10" presetID="42" presetClass="entr" presetSubtype="0" fill="hold" nodeType="withEffect">
                                  <p:stCondLst>
                                    <p:cond delay="0"/>
                                  </p:stCondLst>
                                  <p:childTnLst>
                                    <p:set>
                                      <p:cBhvr>
                                        <p:cTn id="11" dur="1" fill="hold">
                                          <p:stCondLst>
                                            <p:cond delay="0"/>
                                          </p:stCondLst>
                                        </p:cTn>
                                        <p:tgtEl>
                                          <p:spTgt spid="3">
                                            <p:txEl>
                                              <p:pRg st="2" end="2"/>
                                            </p:txEl>
                                          </p:spTgt>
                                        </p:tgtEl>
                                        <p:attrNameLst>
                                          <p:attrName>style.visibility</p:attrName>
                                        </p:attrNameLst>
                                      </p:cBhvr>
                                      <p:to>
                                        <p:strVal val="visible"/>
                                      </p:to>
                                    </p:set>
                                    <p:animEffect transition="in" filter="fade">
                                      <p:cBhvr>
                                        <p:cTn id="12" dur="1000"/>
                                        <p:tgtEl>
                                          <p:spTgt spid="3">
                                            <p:txEl>
                                              <p:pRg st="2" end="2"/>
                                            </p:txEl>
                                          </p:spTgt>
                                        </p:tgtEl>
                                      </p:cBhvr>
                                    </p:animEffect>
                                    <p:anim calcmode="lin" valueType="num">
                                      <p:cBhvr>
                                        <p:cTn id="13" dur="1000" fill="hold"/>
                                        <p:tgtEl>
                                          <p:spTgt spid="3">
                                            <p:txEl>
                                              <p:pRg st="2" end="2"/>
                                            </p:txEl>
                                          </p:spTgt>
                                        </p:tgtEl>
                                        <p:attrNameLst>
                                          <p:attrName>ppt_x</p:attrName>
                                        </p:attrNameLst>
                                      </p:cBhvr>
                                      <p:tavLst>
                                        <p:tav tm="0">
                                          <p:val>
                                            <p:strVal val="#ppt_x"/>
                                          </p:val>
                                        </p:tav>
                                        <p:tav tm="100000">
                                          <p:val>
                                            <p:strVal val="#ppt_x"/>
                                          </p:val>
                                        </p:tav>
                                      </p:tavLst>
                                    </p:anim>
                                    <p:anim calcmode="lin" valueType="num">
                                      <p:cBhvr>
                                        <p:cTn id="14" dur="1000" fill="hold"/>
                                        <p:tgtEl>
                                          <p:spTgt spid="3">
                                            <p:txEl>
                                              <p:pRg st="2" end="2"/>
                                            </p:txEl>
                                          </p:spTgt>
                                        </p:tgtEl>
                                        <p:attrNameLst>
                                          <p:attrName>ppt_y</p:attrName>
                                        </p:attrNameLst>
                                      </p:cBhvr>
                                      <p:tavLst>
                                        <p:tav tm="0">
                                          <p:val>
                                            <p:strVal val="#ppt_y+.1"/>
                                          </p:val>
                                        </p:tav>
                                        <p:tav tm="100000">
                                          <p:val>
                                            <p:strVal val="#ppt_y"/>
                                          </p:val>
                                        </p:tav>
                                      </p:tavLst>
                                    </p:anim>
                                  </p:childTnLst>
                                </p:cTn>
                              </p:par>
                              <p:par>
                                <p:cTn id="15" presetID="42" presetClass="entr" presetSubtype="0" fill="hold" nodeType="withEffect">
                                  <p:stCondLst>
                                    <p:cond delay="0"/>
                                  </p:stCondLst>
                                  <p:childTnLst>
                                    <p:set>
                                      <p:cBhvr>
                                        <p:cTn id="16" dur="1" fill="hold">
                                          <p:stCondLst>
                                            <p:cond delay="0"/>
                                          </p:stCondLst>
                                        </p:cTn>
                                        <p:tgtEl>
                                          <p:spTgt spid="3">
                                            <p:txEl>
                                              <p:pRg st="4" end="4"/>
                                            </p:txEl>
                                          </p:spTgt>
                                        </p:tgtEl>
                                        <p:attrNameLst>
                                          <p:attrName>style.visibility</p:attrName>
                                        </p:attrNameLst>
                                      </p:cBhvr>
                                      <p:to>
                                        <p:strVal val="visible"/>
                                      </p:to>
                                    </p:set>
                                    <p:animEffect transition="in" filter="fade">
                                      <p:cBhvr>
                                        <p:cTn id="17" dur="1000"/>
                                        <p:tgtEl>
                                          <p:spTgt spid="3">
                                            <p:txEl>
                                              <p:pRg st="4" end="4"/>
                                            </p:txEl>
                                          </p:spTgt>
                                        </p:tgtEl>
                                      </p:cBhvr>
                                    </p:animEffect>
                                    <p:anim calcmode="lin" valueType="num">
                                      <p:cBhvr>
                                        <p:cTn id="18" dur="1000" fill="hold"/>
                                        <p:tgtEl>
                                          <p:spTgt spid="3">
                                            <p:txEl>
                                              <p:pRg st="4" end="4"/>
                                            </p:txEl>
                                          </p:spTgt>
                                        </p:tgtEl>
                                        <p:attrNameLst>
                                          <p:attrName>ppt_x</p:attrName>
                                        </p:attrNameLst>
                                      </p:cBhvr>
                                      <p:tavLst>
                                        <p:tav tm="0">
                                          <p:val>
                                            <p:strVal val="#ppt_x"/>
                                          </p:val>
                                        </p:tav>
                                        <p:tav tm="100000">
                                          <p:val>
                                            <p:strVal val="#ppt_x"/>
                                          </p:val>
                                        </p:tav>
                                      </p:tavLst>
                                    </p:anim>
                                    <p:anim calcmode="lin" valueType="num">
                                      <p:cBhvr>
                                        <p:cTn id="19" dur="1000" fill="hold"/>
                                        <p:tgtEl>
                                          <p:spTgt spid="3">
                                            <p:txEl>
                                              <p:pRg st="4" end="4"/>
                                            </p:txEl>
                                          </p:spTgt>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4034" name="标题 1"/>
          <p:cNvSpPr>
            <a:spLocks noGrp="1"/>
          </p:cNvSpPr>
          <p:nvPr>
            <p:ph type="title"/>
          </p:nvPr>
        </p:nvSpPr>
        <p:spPr>
          <a:xfrm>
            <a:off x="107950" y="44450"/>
            <a:ext cx="7343775" cy="792163"/>
          </a:xfrm>
        </p:spPr>
        <p:txBody>
          <a:bodyPr/>
          <a:lstStyle/>
          <a:p>
            <a:pPr eaLnBrk="1" hangingPunct="1"/>
            <a:r>
              <a:rPr lang="zh-CN" altLang="en-US" smtClean="0"/>
              <a:t>第</a:t>
            </a:r>
            <a:r>
              <a:rPr lang="en-US" altLang="zh-CN" smtClean="0"/>
              <a:t>2</a:t>
            </a:r>
            <a:r>
              <a:rPr lang="zh-CN" altLang="en-US" smtClean="0"/>
              <a:t>章 数据通信与网络基础</a:t>
            </a:r>
          </a:p>
        </p:txBody>
      </p:sp>
      <p:sp>
        <p:nvSpPr>
          <p:cNvPr id="44035" name="内容占位符 2"/>
          <p:cNvSpPr>
            <a:spLocks noGrp="1"/>
          </p:cNvSpPr>
          <p:nvPr>
            <p:ph idx="1"/>
          </p:nvPr>
        </p:nvSpPr>
        <p:spPr>
          <a:xfrm>
            <a:off x="107950" y="981075"/>
            <a:ext cx="8928100" cy="5102225"/>
          </a:xfrm>
        </p:spPr>
        <p:txBody>
          <a:bodyPr/>
          <a:lstStyle/>
          <a:p>
            <a:pPr eaLnBrk="1" hangingPunct="1"/>
            <a:r>
              <a:rPr lang="en-US" altLang="zh-CN" smtClean="0"/>
              <a:t>2.1 </a:t>
            </a:r>
            <a:r>
              <a:rPr lang="zh-CN" altLang="en-US" smtClean="0"/>
              <a:t>基本术语</a:t>
            </a:r>
            <a:endParaRPr lang="en-US" altLang="zh-CN" smtClean="0"/>
          </a:p>
          <a:p>
            <a:pPr eaLnBrk="1" hangingPunct="1"/>
            <a:r>
              <a:rPr lang="en-US" altLang="zh-CN" smtClean="0"/>
              <a:t>2.2 </a:t>
            </a:r>
            <a:r>
              <a:rPr lang="zh-CN" altLang="en-US" smtClean="0"/>
              <a:t>数据编码</a:t>
            </a:r>
            <a:endParaRPr lang="en-US" altLang="zh-CN" smtClean="0"/>
          </a:p>
          <a:p>
            <a:pPr eaLnBrk="1" hangingPunct="1"/>
            <a:r>
              <a:rPr lang="en-US" altLang="zh-CN" smtClean="0"/>
              <a:t>2.3 </a:t>
            </a:r>
            <a:r>
              <a:rPr lang="zh-CN" altLang="en-US" smtClean="0"/>
              <a:t>数据传输方式</a:t>
            </a:r>
            <a:endParaRPr lang="en-US" altLang="zh-CN" smtClean="0"/>
          </a:p>
          <a:p>
            <a:pPr eaLnBrk="1" hangingPunct="1"/>
            <a:r>
              <a:rPr lang="en-US" altLang="zh-CN" smtClean="0"/>
              <a:t>2.4 </a:t>
            </a:r>
            <a:r>
              <a:rPr lang="zh-CN" altLang="en-US" smtClean="0"/>
              <a:t>通信线路工作方式</a:t>
            </a:r>
            <a:endParaRPr lang="en-US" altLang="zh-CN" smtClean="0"/>
          </a:p>
          <a:p>
            <a:pPr eaLnBrk="1" hangingPunct="1"/>
            <a:r>
              <a:rPr lang="en-US" altLang="zh-CN" smtClean="0"/>
              <a:t>2.5 </a:t>
            </a:r>
            <a:r>
              <a:rPr lang="zh-CN" altLang="en-US" smtClean="0"/>
              <a:t>信号传输模式</a:t>
            </a:r>
            <a:endParaRPr lang="en-US" altLang="zh-CN" smtClean="0"/>
          </a:p>
          <a:p>
            <a:pPr eaLnBrk="1" hangingPunct="1"/>
            <a:r>
              <a:rPr lang="en-US" altLang="zh-CN" smtClean="0"/>
              <a:t>2.6</a:t>
            </a:r>
            <a:r>
              <a:rPr lang="zh-CN" altLang="en-US" smtClean="0"/>
              <a:t> 差错检测及校正</a:t>
            </a:r>
            <a:endParaRPr lang="en-US" altLang="zh-CN" smtClean="0"/>
          </a:p>
          <a:p>
            <a:pPr eaLnBrk="1" hangingPunct="1"/>
            <a:r>
              <a:rPr lang="en-US" altLang="zh-CN" smtClean="0">
                <a:solidFill>
                  <a:srgbClr val="FF0000"/>
                </a:solidFill>
              </a:rPr>
              <a:t>2.7 </a:t>
            </a:r>
            <a:r>
              <a:rPr lang="zh-CN" altLang="en-US" smtClean="0">
                <a:solidFill>
                  <a:srgbClr val="FF0000"/>
                </a:solidFill>
              </a:rPr>
              <a:t>网络拓扑结构</a:t>
            </a:r>
            <a:endParaRPr lang="en-US" altLang="zh-CN" smtClean="0">
              <a:solidFill>
                <a:srgbClr val="FF0000"/>
              </a:solidFill>
            </a:endParaRPr>
          </a:p>
        </p:txBody>
      </p:sp>
      <p:sp>
        <p:nvSpPr>
          <p:cNvPr id="3" name="灯片编号占位符 2"/>
          <p:cNvSpPr>
            <a:spLocks noGrp="1"/>
          </p:cNvSpPr>
          <p:nvPr>
            <p:ph type="sldNum" sz="quarter" idx="12"/>
          </p:nvPr>
        </p:nvSpPr>
        <p:spPr/>
        <p:txBody>
          <a:bodyPr/>
          <a:lstStyle/>
          <a:p>
            <a:pPr>
              <a:defRPr/>
            </a:pPr>
            <a:fld id="{DBBB63C7-B64D-4BDD-8CEA-1D39E32B4147}" type="slidenum">
              <a:rPr lang="zh-CN" altLang="en-US" smtClean="0"/>
              <a:pPr>
                <a:defRPr/>
              </a:pPr>
              <a:t>29</a:t>
            </a:fld>
            <a:endParaRPr lang="zh-CN" altLang="en-US"/>
          </a:p>
        </p:txBody>
      </p:sp>
    </p:spTree>
  </p:cSld>
  <p:clrMapOvr>
    <a:masterClrMapping/>
  </p:clrMapOvr>
  <p:transition spd="slow">
    <p:push dir="u"/>
  </p:transition>
  <p:timing>
    <p:tnLst>
      <p:par>
        <p:cTn id="1" dur="indefinite" restart="never" nodeType="tmRoot"/>
      </p:par>
    </p:tnLst>
  </p:timing>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5058" name="标题 1"/>
          <p:cNvSpPr>
            <a:spLocks noGrp="1"/>
          </p:cNvSpPr>
          <p:nvPr>
            <p:ph type="title"/>
          </p:nvPr>
        </p:nvSpPr>
        <p:spPr>
          <a:xfrm>
            <a:off x="107950" y="44450"/>
            <a:ext cx="7343775" cy="792163"/>
          </a:xfrm>
        </p:spPr>
        <p:txBody>
          <a:bodyPr/>
          <a:lstStyle/>
          <a:p>
            <a:r>
              <a:rPr lang="en-US" altLang="zh-CN" dirty="0" smtClean="0"/>
              <a:t>2.7</a:t>
            </a:r>
            <a:r>
              <a:rPr lang="zh-CN" altLang="en-US" dirty="0" smtClean="0"/>
              <a:t>网络拓扑结构</a:t>
            </a:r>
          </a:p>
        </p:txBody>
      </p:sp>
      <p:sp>
        <p:nvSpPr>
          <p:cNvPr id="3" name="内容占位符 2"/>
          <p:cNvSpPr>
            <a:spLocks noGrp="1"/>
          </p:cNvSpPr>
          <p:nvPr>
            <p:ph idx="1"/>
          </p:nvPr>
        </p:nvSpPr>
        <p:spPr>
          <a:xfrm>
            <a:off x="107950" y="981075"/>
            <a:ext cx="8928100" cy="5102225"/>
          </a:xfrm>
        </p:spPr>
        <p:txBody>
          <a:bodyPr/>
          <a:lstStyle/>
          <a:p>
            <a:r>
              <a:rPr lang="zh-CN" altLang="en-US" smtClean="0">
                <a:latin typeface="楷体_GB2312" pitchFamily="49" charset="-122"/>
              </a:rPr>
              <a:t>网络拓扑结构是指网络中</a:t>
            </a:r>
            <a:r>
              <a:rPr lang="zh-CN" altLang="en-US" b="1" smtClean="0">
                <a:solidFill>
                  <a:srgbClr val="C00000"/>
                </a:solidFill>
                <a:latin typeface="楷体_GB2312" pitchFamily="49" charset="-122"/>
              </a:rPr>
              <a:t>节点</a:t>
            </a:r>
            <a:r>
              <a:rPr lang="zh-CN" altLang="en-US" smtClean="0">
                <a:latin typeface="楷体_GB2312" pitchFamily="49" charset="-122"/>
              </a:rPr>
              <a:t>的</a:t>
            </a:r>
            <a:r>
              <a:rPr lang="zh-CN" altLang="en-US" b="1" smtClean="0">
                <a:solidFill>
                  <a:srgbClr val="C00000"/>
                </a:solidFill>
                <a:latin typeface="楷体_GB2312" pitchFamily="49" charset="-122"/>
              </a:rPr>
              <a:t>物理连接形式</a:t>
            </a:r>
            <a:endParaRPr lang="zh-CN" altLang="en-US" smtClean="0">
              <a:latin typeface="楷体_GB2312" pitchFamily="49" charset="-122"/>
            </a:endParaRPr>
          </a:p>
          <a:p>
            <a:pPr lvl="1"/>
            <a:r>
              <a:rPr lang="zh-CN" altLang="en-US" smtClean="0">
                <a:latin typeface="楷体_GB2312" pitchFamily="49" charset="-122"/>
              </a:rPr>
              <a:t>环形</a:t>
            </a:r>
            <a:endParaRPr lang="en-US" altLang="zh-CN" smtClean="0">
              <a:latin typeface="楷体_GB2312" pitchFamily="49" charset="-122"/>
            </a:endParaRPr>
          </a:p>
          <a:p>
            <a:pPr lvl="1"/>
            <a:r>
              <a:rPr lang="zh-CN" altLang="en-US" smtClean="0">
                <a:latin typeface="楷体_GB2312" pitchFamily="49" charset="-122"/>
              </a:rPr>
              <a:t>星形</a:t>
            </a:r>
            <a:endParaRPr lang="en-US" altLang="zh-CN" smtClean="0">
              <a:latin typeface="楷体_GB2312" pitchFamily="49" charset="-122"/>
            </a:endParaRPr>
          </a:p>
          <a:p>
            <a:pPr lvl="1"/>
            <a:r>
              <a:rPr lang="zh-CN" altLang="en-US" smtClean="0">
                <a:latin typeface="楷体_GB2312" pitchFamily="49" charset="-122"/>
              </a:rPr>
              <a:t>总线形</a:t>
            </a:r>
            <a:endParaRPr lang="en-US" altLang="zh-CN" smtClean="0">
              <a:latin typeface="楷体_GB2312" pitchFamily="49" charset="-122"/>
            </a:endParaRPr>
          </a:p>
          <a:p>
            <a:pPr lvl="1"/>
            <a:r>
              <a:rPr lang="zh-CN" altLang="en-US" smtClean="0">
                <a:latin typeface="楷体_GB2312" pitchFamily="49" charset="-122"/>
              </a:rPr>
              <a:t>树形</a:t>
            </a:r>
          </a:p>
        </p:txBody>
      </p:sp>
      <p:sp>
        <p:nvSpPr>
          <p:cNvPr id="4" name="灯片编号占位符 3"/>
          <p:cNvSpPr>
            <a:spLocks noGrp="1"/>
          </p:cNvSpPr>
          <p:nvPr>
            <p:ph type="sldNum" sz="quarter" idx="12"/>
          </p:nvPr>
        </p:nvSpPr>
        <p:spPr/>
        <p:txBody>
          <a:bodyPr/>
          <a:lstStyle/>
          <a:p>
            <a:pPr>
              <a:defRPr/>
            </a:pPr>
            <a:fld id="{89F9C6E4-FCA1-4847-8BD1-034765A3C758}" type="slidenum">
              <a:rPr lang="zh-CN" altLang="en-US" smtClean="0"/>
              <a:pPr>
                <a:defRPr/>
              </a:pPr>
              <a:t>30</a:t>
            </a:fld>
            <a:endParaRPr lang="zh-CN" altLang="en-US"/>
          </a:p>
        </p:txBody>
      </p:sp>
      <p:pic>
        <p:nvPicPr>
          <p:cNvPr id="75780" name="Picture 4"/>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2916238" y="1628775"/>
            <a:ext cx="5586412" cy="4273550"/>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spTree>
  </p:cSld>
  <p:clrMapOvr>
    <a:masterClrMapping/>
  </p:clrMapOvr>
  <p:transition spd="slow">
    <p:push dir="u"/>
  </p:transition>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42" presetClass="entr" presetSubtype="0" fill="hold" nodeType="clickEffect">
                                  <p:stCondLst>
                                    <p:cond delay="0"/>
                                  </p:stCondLst>
                                  <p:childTnLst>
                                    <p:set>
                                      <p:cBhvr>
                                        <p:cTn id="6" dur="1" fill="hold">
                                          <p:stCondLst>
                                            <p:cond delay="0"/>
                                          </p:stCondLst>
                                        </p:cTn>
                                        <p:tgtEl>
                                          <p:spTgt spid="3">
                                            <p:txEl>
                                              <p:pRg st="1" end="1"/>
                                            </p:txEl>
                                          </p:spTgt>
                                        </p:tgtEl>
                                        <p:attrNameLst>
                                          <p:attrName>style.visibility</p:attrName>
                                        </p:attrNameLst>
                                      </p:cBhvr>
                                      <p:to>
                                        <p:strVal val="visible"/>
                                      </p:to>
                                    </p:set>
                                    <p:animEffect transition="in" filter="fade">
                                      <p:cBhvr>
                                        <p:cTn id="7" dur="1000"/>
                                        <p:tgtEl>
                                          <p:spTgt spid="3">
                                            <p:txEl>
                                              <p:pRg st="1" end="1"/>
                                            </p:txEl>
                                          </p:spTgt>
                                        </p:tgtEl>
                                      </p:cBhvr>
                                    </p:animEffect>
                                    <p:anim calcmode="lin" valueType="num">
                                      <p:cBhvr>
                                        <p:cTn id="8" dur="1000" fill="hold"/>
                                        <p:tgtEl>
                                          <p:spTgt spid="3">
                                            <p:txEl>
                                              <p:pRg st="1" end="1"/>
                                            </p:txEl>
                                          </p:spTgt>
                                        </p:tgtEl>
                                        <p:attrNameLst>
                                          <p:attrName>ppt_x</p:attrName>
                                        </p:attrNameLst>
                                      </p:cBhvr>
                                      <p:tavLst>
                                        <p:tav tm="0">
                                          <p:val>
                                            <p:strVal val="#ppt_x"/>
                                          </p:val>
                                        </p:tav>
                                        <p:tav tm="100000">
                                          <p:val>
                                            <p:strVal val="#ppt_x"/>
                                          </p:val>
                                        </p:tav>
                                      </p:tavLst>
                                    </p:anim>
                                    <p:anim calcmode="lin" valueType="num">
                                      <p:cBhvr>
                                        <p:cTn id="9" dur="1000" fill="hold"/>
                                        <p:tgtEl>
                                          <p:spTgt spid="3">
                                            <p:txEl>
                                              <p:pRg st="1" end="1"/>
                                            </p:txEl>
                                          </p:spTgt>
                                        </p:tgtEl>
                                        <p:attrNameLst>
                                          <p:attrName>ppt_y</p:attrName>
                                        </p:attrNameLst>
                                      </p:cBhvr>
                                      <p:tavLst>
                                        <p:tav tm="0">
                                          <p:val>
                                            <p:strVal val="#ppt_y+.1"/>
                                          </p:val>
                                        </p:tav>
                                        <p:tav tm="100000">
                                          <p:val>
                                            <p:strVal val="#ppt_y"/>
                                          </p:val>
                                        </p:tav>
                                      </p:tavLst>
                                    </p:anim>
                                  </p:childTnLst>
                                </p:cTn>
                              </p:par>
                              <p:par>
                                <p:cTn id="10" presetID="42" presetClass="entr" presetSubtype="0" fill="hold" nodeType="withEffect">
                                  <p:stCondLst>
                                    <p:cond delay="0"/>
                                  </p:stCondLst>
                                  <p:childTnLst>
                                    <p:set>
                                      <p:cBhvr>
                                        <p:cTn id="11" dur="1" fill="hold">
                                          <p:stCondLst>
                                            <p:cond delay="0"/>
                                          </p:stCondLst>
                                        </p:cTn>
                                        <p:tgtEl>
                                          <p:spTgt spid="3">
                                            <p:txEl>
                                              <p:pRg st="2" end="2"/>
                                            </p:txEl>
                                          </p:spTgt>
                                        </p:tgtEl>
                                        <p:attrNameLst>
                                          <p:attrName>style.visibility</p:attrName>
                                        </p:attrNameLst>
                                      </p:cBhvr>
                                      <p:to>
                                        <p:strVal val="visible"/>
                                      </p:to>
                                    </p:set>
                                    <p:animEffect transition="in" filter="fade">
                                      <p:cBhvr>
                                        <p:cTn id="12" dur="1000"/>
                                        <p:tgtEl>
                                          <p:spTgt spid="3">
                                            <p:txEl>
                                              <p:pRg st="2" end="2"/>
                                            </p:txEl>
                                          </p:spTgt>
                                        </p:tgtEl>
                                      </p:cBhvr>
                                    </p:animEffect>
                                    <p:anim calcmode="lin" valueType="num">
                                      <p:cBhvr>
                                        <p:cTn id="13" dur="1000" fill="hold"/>
                                        <p:tgtEl>
                                          <p:spTgt spid="3">
                                            <p:txEl>
                                              <p:pRg st="2" end="2"/>
                                            </p:txEl>
                                          </p:spTgt>
                                        </p:tgtEl>
                                        <p:attrNameLst>
                                          <p:attrName>ppt_x</p:attrName>
                                        </p:attrNameLst>
                                      </p:cBhvr>
                                      <p:tavLst>
                                        <p:tav tm="0">
                                          <p:val>
                                            <p:strVal val="#ppt_x"/>
                                          </p:val>
                                        </p:tav>
                                        <p:tav tm="100000">
                                          <p:val>
                                            <p:strVal val="#ppt_x"/>
                                          </p:val>
                                        </p:tav>
                                      </p:tavLst>
                                    </p:anim>
                                    <p:anim calcmode="lin" valueType="num">
                                      <p:cBhvr>
                                        <p:cTn id="14" dur="1000" fill="hold"/>
                                        <p:tgtEl>
                                          <p:spTgt spid="3">
                                            <p:txEl>
                                              <p:pRg st="2" end="2"/>
                                            </p:txEl>
                                          </p:spTgt>
                                        </p:tgtEl>
                                        <p:attrNameLst>
                                          <p:attrName>ppt_y</p:attrName>
                                        </p:attrNameLst>
                                      </p:cBhvr>
                                      <p:tavLst>
                                        <p:tav tm="0">
                                          <p:val>
                                            <p:strVal val="#ppt_y+.1"/>
                                          </p:val>
                                        </p:tav>
                                        <p:tav tm="100000">
                                          <p:val>
                                            <p:strVal val="#ppt_y"/>
                                          </p:val>
                                        </p:tav>
                                      </p:tavLst>
                                    </p:anim>
                                  </p:childTnLst>
                                </p:cTn>
                              </p:par>
                              <p:par>
                                <p:cTn id="15" presetID="42" presetClass="entr" presetSubtype="0" fill="hold" nodeType="withEffect">
                                  <p:stCondLst>
                                    <p:cond delay="0"/>
                                  </p:stCondLst>
                                  <p:childTnLst>
                                    <p:set>
                                      <p:cBhvr>
                                        <p:cTn id="16" dur="1" fill="hold">
                                          <p:stCondLst>
                                            <p:cond delay="0"/>
                                          </p:stCondLst>
                                        </p:cTn>
                                        <p:tgtEl>
                                          <p:spTgt spid="3">
                                            <p:txEl>
                                              <p:pRg st="3" end="3"/>
                                            </p:txEl>
                                          </p:spTgt>
                                        </p:tgtEl>
                                        <p:attrNameLst>
                                          <p:attrName>style.visibility</p:attrName>
                                        </p:attrNameLst>
                                      </p:cBhvr>
                                      <p:to>
                                        <p:strVal val="visible"/>
                                      </p:to>
                                    </p:set>
                                    <p:animEffect transition="in" filter="fade">
                                      <p:cBhvr>
                                        <p:cTn id="17" dur="1000"/>
                                        <p:tgtEl>
                                          <p:spTgt spid="3">
                                            <p:txEl>
                                              <p:pRg st="3" end="3"/>
                                            </p:txEl>
                                          </p:spTgt>
                                        </p:tgtEl>
                                      </p:cBhvr>
                                    </p:animEffect>
                                    <p:anim calcmode="lin" valueType="num">
                                      <p:cBhvr>
                                        <p:cTn id="18" dur="1000" fill="hold"/>
                                        <p:tgtEl>
                                          <p:spTgt spid="3">
                                            <p:txEl>
                                              <p:pRg st="3" end="3"/>
                                            </p:txEl>
                                          </p:spTgt>
                                        </p:tgtEl>
                                        <p:attrNameLst>
                                          <p:attrName>ppt_x</p:attrName>
                                        </p:attrNameLst>
                                      </p:cBhvr>
                                      <p:tavLst>
                                        <p:tav tm="0">
                                          <p:val>
                                            <p:strVal val="#ppt_x"/>
                                          </p:val>
                                        </p:tav>
                                        <p:tav tm="100000">
                                          <p:val>
                                            <p:strVal val="#ppt_x"/>
                                          </p:val>
                                        </p:tav>
                                      </p:tavLst>
                                    </p:anim>
                                    <p:anim calcmode="lin" valueType="num">
                                      <p:cBhvr>
                                        <p:cTn id="19" dur="1000" fill="hold"/>
                                        <p:tgtEl>
                                          <p:spTgt spid="3">
                                            <p:txEl>
                                              <p:pRg st="3" end="3"/>
                                            </p:txEl>
                                          </p:spTgt>
                                        </p:tgtEl>
                                        <p:attrNameLst>
                                          <p:attrName>ppt_y</p:attrName>
                                        </p:attrNameLst>
                                      </p:cBhvr>
                                      <p:tavLst>
                                        <p:tav tm="0">
                                          <p:val>
                                            <p:strVal val="#ppt_y+.1"/>
                                          </p:val>
                                        </p:tav>
                                        <p:tav tm="100000">
                                          <p:val>
                                            <p:strVal val="#ppt_y"/>
                                          </p:val>
                                        </p:tav>
                                      </p:tavLst>
                                    </p:anim>
                                  </p:childTnLst>
                                </p:cTn>
                              </p:par>
                              <p:par>
                                <p:cTn id="20" presetID="42" presetClass="entr" presetSubtype="0" fill="hold" nodeType="withEffect">
                                  <p:stCondLst>
                                    <p:cond delay="0"/>
                                  </p:stCondLst>
                                  <p:childTnLst>
                                    <p:set>
                                      <p:cBhvr>
                                        <p:cTn id="21" dur="1" fill="hold">
                                          <p:stCondLst>
                                            <p:cond delay="0"/>
                                          </p:stCondLst>
                                        </p:cTn>
                                        <p:tgtEl>
                                          <p:spTgt spid="3">
                                            <p:txEl>
                                              <p:pRg st="4" end="4"/>
                                            </p:txEl>
                                          </p:spTgt>
                                        </p:tgtEl>
                                        <p:attrNameLst>
                                          <p:attrName>style.visibility</p:attrName>
                                        </p:attrNameLst>
                                      </p:cBhvr>
                                      <p:to>
                                        <p:strVal val="visible"/>
                                      </p:to>
                                    </p:set>
                                    <p:animEffect transition="in" filter="fade">
                                      <p:cBhvr>
                                        <p:cTn id="22" dur="1000"/>
                                        <p:tgtEl>
                                          <p:spTgt spid="3">
                                            <p:txEl>
                                              <p:pRg st="4" end="4"/>
                                            </p:txEl>
                                          </p:spTgt>
                                        </p:tgtEl>
                                      </p:cBhvr>
                                    </p:animEffect>
                                    <p:anim calcmode="lin" valueType="num">
                                      <p:cBhvr>
                                        <p:cTn id="23" dur="1000" fill="hold"/>
                                        <p:tgtEl>
                                          <p:spTgt spid="3">
                                            <p:txEl>
                                              <p:pRg st="4" end="4"/>
                                            </p:txEl>
                                          </p:spTgt>
                                        </p:tgtEl>
                                        <p:attrNameLst>
                                          <p:attrName>ppt_x</p:attrName>
                                        </p:attrNameLst>
                                      </p:cBhvr>
                                      <p:tavLst>
                                        <p:tav tm="0">
                                          <p:val>
                                            <p:strVal val="#ppt_x"/>
                                          </p:val>
                                        </p:tav>
                                        <p:tav tm="100000">
                                          <p:val>
                                            <p:strVal val="#ppt_x"/>
                                          </p:val>
                                        </p:tav>
                                      </p:tavLst>
                                    </p:anim>
                                    <p:anim calcmode="lin" valueType="num">
                                      <p:cBhvr>
                                        <p:cTn id="24" dur="1000" fill="hold"/>
                                        <p:tgtEl>
                                          <p:spTgt spid="3">
                                            <p:txEl>
                                              <p:pRg st="4" end="4"/>
                                            </p:txEl>
                                          </p:spTgt>
                                        </p:tgtEl>
                                        <p:attrNameLst>
                                          <p:attrName>ppt_y</p:attrName>
                                        </p:attrNameLst>
                                      </p:cBhvr>
                                      <p:tavLst>
                                        <p:tav tm="0">
                                          <p:val>
                                            <p:strVal val="#ppt_y+.1"/>
                                          </p:val>
                                        </p:tav>
                                        <p:tav tm="100000">
                                          <p:val>
                                            <p:strVal val="#ppt_y"/>
                                          </p:val>
                                        </p:tav>
                                      </p:tavLst>
                                    </p:anim>
                                  </p:childTnLst>
                                </p:cTn>
                              </p:par>
                            </p:childTnLst>
                          </p:cTn>
                        </p:par>
                      </p:childTnLst>
                    </p:cTn>
                  </p:par>
                  <p:par>
                    <p:cTn id="25" fill="hold" nodeType="clickPar">
                      <p:stCondLst>
                        <p:cond delay="indefinite"/>
                      </p:stCondLst>
                      <p:childTnLst>
                        <p:par>
                          <p:cTn id="26" fill="hold" nodeType="withGroup">
                            <p:stCondLst>
                              <p:cond delay="0"/>
                            </p:stCondLst>
                            <p:childTnLst>
                              <p:par>
                                <p:cTn id="27" presetID="2" presetClass="entr" presetSubtype="4" fill="hold" nodeType="clickEffect">
                                  <p:stCondLst>
                                    <p:cond delay="0"/>
                                  </p:stCondLst>
                                  <p:childTnLst>
                                    <p:set>
                                      <p:cBhvr>
                                        <p:cTn id="28" dur="1" fill="hold">
                                          <p:stCondLst>
                                            <p:cond delay="0"/>
                                          </p:stCondLst>
                                        </p:cTn>
                                        <p:tgtEl>
                                          <p:spTgt spid="75780"/>
                                        </p:tgtEl>
                                        <p:attrNameLst>
                                          <p:attrName>style.visibility</p:attrName>
                                        </p:attrNameLst>
                                      </p:cBhvr>
                                      <p:to>
                                        <p:strVal val="visible"/>
                                      </p:to>
                                    </p:set>
                                    <p:anim calcmode="lin" valueType="num">
                                      <p:cBhvr additive="base">
                                        <p:cTn id="29" dur="500" fill="hold"/>
                                        <p:tgtEl>
                                          <p:spTgt spid="75780"/>
                                        </p:tgtEl>
                                        <p:attrNameLst>
                                          <p:attrName>ppt_x</p:attrName>
                                        </p:attrNameLst>
                                      </p:cBhvr>
                                      <p:tavLst>
                                        <p:tav tm="0">
                                          <p:val>
                                            <p:strVal val="#ppt_x"/>
                                          </p:val>
                                        </p:tav>
                                        <p:tav tm="100000">
                                          <p:val>
                                            <p:strVal val="#ppt_x"/>
                                          </p:val>
                                        </p:tav>
                                      </p:tavLst>
                                    </p:anim>
                                    <p:anim calcmode="lin" valueType="num">
                                      <p:cBhvr additive="base">
                                        <p:cTn id="30" dur="500" fill="hold"/>
                                        <p:tgtEl>
                                          <p:spTgt spid="75780"/>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en-US" altLang="zh-CN" dirty="0"/>
              <a:t>2.7</a:t>
            </a:r>
            <a:r>
              <a:rPr lang="zh-CN" altLang="en-US" dirty="0"/>
              <a:t>网络拓扑结构</a:t>
            </a:r>
          </a:p>
        </p:txBody>
      </p:sp>
      <p:sp>
        <p:nvSpPr>
          <p:cNvPr id="3" name="内容占位符 2"/>
          <p:cNvSpPr>
            <a:spLocks noGrp="1"/>
          </p:cNvSpPr>
          <p:nvPr>
            <p:ph idx="1"/>
          </p:nvPr>
        </p:nvSpPr>
        <p:spPr/>
        <p:txBody>
          <a:bodyPr/>
          <a:lstStyle/>
          <a:p>
            <a:r>
              <a:rPr lang="zh-CN" altLang="en-US" b="1" dirty="0" smtClean="0"/>
              <a:t>环形拓扑</a:t>
            </a:r>
            <a:r>
              <a:rPr lang="zh-CN" altLang="en-US" b="1" dirty="0" smtClean="0">
                <a:solidFill>
                  <a:srgbClr val="FF0000"/>
                </a:solidFill>
              </a:rPr>
              <a:t>特点</a:t>
            </a:r>
            <a:r>
              <a:rPr lang="zh-CN" altLang="en-US" dirty="0" smtClean="0"/>
              <a:t>：</a:t>
            </a:r>
            <a:endParaRPr lang="en-US" altLang="zh-CN" dirty="0" smtClean="0"/>
          </a:p>
          <a:p>
            <a:pPr lvl="1">
              <a:buFont typeface="Arial" panose="020B0604020202020204" pitchFamily="34" charset="0"/>
              <a:buChar char="•"/>
            </a:pPr>
            <a:r>
              <a:rPr lang="zh-CN" altLang="en-US" b="1" dirty="0" smtClean="0">
                <a:solidFill>
                  <a:srgbClr val="7030A0"/>
                </a:solidFill>
              </a:rPr>
              <a:t>网络节点通过点对点链路连接，构成一个封闭的环路；</a:t>
            </a:r>
            <a:endParaRPr lang="en-US" altLang="zh-CN" b="1" dirty="0" smtClean="0">
              <a:solidFill>
                <a:srgbClr val="7030A0"/>
              </a:solidFill>
            </a:endParaRPr>
          </a:p>
          <a:p>
            <a:pPr lvl="1">
              <a:buFont typeface="Arial" panose="020B0604020202020204" pitchFamily="34" charset="0"/>
              <a:buChar char="•"/>
            </a:pPr>
            <a:r>
              <a:rPr lang="zh-CN" altLang="en-US" b="1" dirty="0" smtClean="0">
                <a:solidFill>
                  <a:srgbClr val="7030A0"/>
                </a:solidFill>
              </a:rPr>
              <a:t>信号在环路上从一个设备到另一个设备单向传输，直到信号传输到目的地为止；</a:t>
            </a:r>
            <a:endParaRPr lang="en-US" altLang="zh-CN" b="1" dirty="0" smtClean="0">
              <a:solidFill>
                <a:srgbClr val="7030A0"/>
              </a:solidFill>
            </a:endParaRPr>
          </a:p>
          <a:p>
            <a:pPr lvl="1">
              <a:buFont typeface="Arial" panose="020B0604020202020204" pitchFamily="34" charset="0"/>
              <a:buChar char="•"/>
            </a:pPr>
            <a:r>
              <a:rPr lang="zh-CN" altLang="en-US" b="1" dirty="0" smtClean="0">
                <a:solidFill>
                  <a:srgbClr val="7030A0"/>
                </a:solidFill>
              </a:rPr>
              <a:t>每个节点都具备存取逻辑与收发控制；</a:t>
            </a:r>
            <a:endParaRPr lang="en-US" altLang="zh-CN" b="1" dirty="0" smtClean="0">
              <a:solidFill>
                <a:srgbClr val="7030A0"/>
              </a:solidFill>
            </a:endParaRPr>
          </a:p>
          <a:p>
            <a:pPr lvl="1">
              <a:buFont typeface="Arial" panose="020B0604020202020204" pitchFamily="34" charset="0"/>
              <a:buChar char="•"/>
            </a:pPr>
            <a:r>
              <a:rPr lang="zh-CN" altLang="en-US" b="1" dirty="0">
                <a:solidFill>
                  <a:srgbClr val="7030A0"/>
                </a:solidFill>
              </a:rPr>
              <a:t>一</a:t>
            </a:r>
            <a:r>
              <a:rPr lang="zh-CN" altLang="en-US" b="1" dirty="0" smtClean="0">
                <a:solidFill>
                  <a:srgbClr val="7030A0"/>
                </a:solidFill>
              </a:rPr>
              <a:t>个设备故障可能导致网络瘫痪。</a:t>
            </a:r>
            <a:endParaRPr lang="zh-CN" altLang="en-US" b="1" dirty="0">
              <a:solidFill>
                <a:srgbClr val="7030A0"/>
              </a:solidFill>
            </a:endParaRPr>
          </a:p>
        </p:txBody>
      </p:sp>
      <p:sp>
        <p:nvSpPr>
          <p:cNvPr id="4" name="灯片编号占位符 3"/>
          <p:cNvSpPr>
            <a:spLocks noGrp="1"/>
          </p:cNvSpPr>
          <p:nvPr>
            <p:ph type="sldNum" sz="quarter" idx="12"/>
          </p:nvPr>
        </p:nvSpPr>
        <p:spPr/>
        <p:txBody>
          <a:bodyPr/>
          <a:lstStyle/>
          <a:p>
            <a:pPr>
              <a:defRPr/>
            </a:pPr>
            <a:fld id="{DB2C62FB-46E7-4904-8367-A62FD6542C6B}" type="slidenum">
              <a:rPr lang="zh-CN" altLang="en-US" smtClean="0"/>
              <a:pPr>
                <a:defRPr/>
              </a:pPr>
              <a:t>31</a:t>
            </a:fld>
            <a:endParaRPr lang="zh-CN" altLang="en-US"/>
          </a:p>
        </p:txBody>
      </p:sp>
    </p:spTree>
    <p:extLst>
      <p:ext uri="{BB962C8B-B14F-4D97-AF65-F5344CB8AC3E}">
        <p14:creationId xmlns:p14="http://schemas.microsoft.com/office/powerpoint/2010/main" val="1648406550"/>
      </p:ext>
    </p:extLst>
  </p:cSld>
  <p:clrMapOvr>
    <a:masterClrMapping/>
  </p:clrMapOvr>
  <p:timing>
    <p:tnLst>
      <p:par>
        <p:cTn id="1" dur="indefinite" restart="never" nodeType="tmRoot"/>
      </p:par>
    </p:tnLst>
  </p:timing>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en-US" altLang="zh-CN" dirty="0"/>
              <a:t>2.7</a:t>
            </a:r>
            <a:r>
              <a:rPr lang="zh-CN" altLang="en-US" dirty="0"/>
              <a:t>网络拓扑结构</a:t>
            </a:r>
          </a:p>
        </p:txBody>
      </p:sp>
      <p:sp>
        <p:nvSpPr>
          <p:cNvPr id="3" name="内容占位符 2"/>
          <p:cNvSpPr>
            <a:spLocks noGrp="1"/>
          </p:cNvSpPr>
          <p:nvPr>
            <p:ph idx="1"/>
          </p:nvPr>
        </p:nvSpPr>
        <p:spPr/>
        <p:txBody>
          <a:bodyPr/>
          <a:lstStyle/>
          <a:p>
            <a:r>
              <a:rPr lang="zh-CN" altLang="en-US" b="1" dirty="0"/>
              <a:t>星</a:t>
            </a:r>
            <a:r>
              <a:rPr lang="zh-CN" altLang="en-US" b="1" dirty="0" smtClean="0"/>
              <a:t>形拓扑</a:t>
            </a:r>
            <a:r>
              <a:rPr lang="zh-CN" altLang="en-US" b="1" dirty="0" smtClean="0">
                <a:solidFill>
                  <a:srgbClr val="FF0000"/>
                </a:solidFill>
              </a:rPr>
              <a:t>特点</a:t>
            </a:r>
            <a:r>
              <a:rPr lang="zh-CN" altLang="en-US" dirty="0" smtClean="0"/>
              <a:t>：</a:t>
            </a:r>
            <a:endParaRPr lang="en-US" altLang="zh-CN" dirty="0" smtClean="0"/>
          </a:p>
          <a:p>
            <a:pPr lvl="1">
              <a:buFont typeface="Arial" panose="020B0604020202020204" pitchFamily="34" charset="0"/>
              <a:buChar char="•"/>
            </a:pPr>
            <a:r>
              <a:rPr lang="zh-CN" altLang="en-US" b="1" dirty="0" smtClean="0">
                <a:solidFill>
                  <a:srgbClr val="7030A0"/>
                </a:solidFill>
              </a:rPr>
              <a:t>网络节点通过点对点连接到中央节点，任意两节点间的通信都通过中央节点进行；</a:t>
            </a:r>
            <a:endParaRPr lang="en-US" altLang="zh-CN" b="1" dirty="0" smtClean="0">
              <a:solidFill>
                <a:srgbClr val="7030A0"/>
              </a:solidFill>
            </a:endParaRPr>
          </a:p>
          <a:p>
            <a:pPr lvl="1">
              <a:buFont typeface="Arial" panose="020B0604020202020204" pitchFamily="34" charset="0"/>
              <a:buChar char="•"/>
            </a:pPr>
            <a:r>
              <a:rPr lang="zh-CN" altLang="en-US" b="1" dirty="0" smtClean="0">
                <a:solidFill>
                  <a:srgbClr val="7030A0"/>
                </a:solidFill>
              </a:rPr>
              <a:t>采用集中式通信控制策略，中央节点通信负担大，结构复杂，其余节点通信负担小，节点小；</a:t>
            </a:r>
            <a:endParaRPr lang="en-US" altLang="zh-CN" b="1" dirty="0" smtClean="0">
              <a:solidFill>
                <a:srgbClr val="7030A0"/>
              </a:solidFill>
            </a:endParaRPr>
          </a:p>
          <a:p>
            <a:pPr lvl="1">
              <a:buFont typeface="Arial" panose="020B0604020202020204" pitchFamily="34" charset="0"/>
              <a:buChar char="•"/>
            </a:pPr>
            <a:r>
              <a:rPr lang="zh-CN" altLang="en-US" b="1" dirty="0" smtClean="0">
                <a:solidFill>
                  <a:srgbClr val="7030A0"/>
                </a:solidFill>
              </a:rPr>
              <a:t>终端节点只承担较小的通信处理量，此拓扑适用于终端密集的场景。</a:t>
            </a:r>
            <a:endParaRPr lang="en-US" altLang="zh-CN" b="1" dirty="0" smtClean="0">
              <a:solidFill>
                <a:srgbClr val="7030A0"/>
              </a:solidFill>
            </a:endParaRPr>
          </a:p>
          <a:p>
            <a:pPr lvl="1">
              <a:buFont typeface="Arial" panose="020B0604020202020204" pitchFamily="34" charset="0"/>
              <a:buChar char="•"/>
            </a:pPr>
            <a:endParaRPr lang="zh-CN" altLang="en-US" b="1" dirty="0">
              <a:solidFill>
                <a:srgbClr val="7030A0"/>
              </a:solidFill>
            </a:endParaRPr>
          </a:p>
        </p:txBody>
      </p:sp>
      <p:sp>
        <p:nvSpPr>
          <p:cNvPr id="4" name="灯片编号占位符 3"/>
          <p:cNvSpPr>
            <a:spLocks noGrp="1"/>
          </p:cNvSpPr>
          <p:nvPr>
            <p:ph type="sldNum" sz="quarter" idx="12"/>
          </p:nvPr>
        </p:nvSpPr>
        <p:spPr/>
        <p:txBody>
          <a:bodyPr/>
          <a:lstStyle/>
          <a:p>
            <a:pPr>
              <a:defRPr/>
            </a:pPr>
            <a:fld id="{DB2C62FB-46E7-4904-8367-A62FD6542C6B}" type="slidenum">
              <a:rPr lang="zh-CN" altLang="en-US" smtClean="0"/>
              <a:pPr>
                <a:defRPr/>
              </a:pPr>
              <a:t>32</a:t>
            </a:fld>
            <a:endParaRPr lang="zh-CN" altLang="en-US"/>
          </a:p>
        </p:txBody>
      </p:sp>
    </p:spTree>
    <p:extLst>
      <p:ext uri="{BB962C8B-B14F-4D97-AF65-F5344CB8AC3E}">
        <p14:creationId xmlns:p14="http://schemas.microsoft.com/office/powerpoint/2010/main" val="1580052087"/>
      </p:ext>
    </p:extLst>
  </p:cSld>
  <p:clrMapOvr>
    <a:masterClrMapping/>
  </p:clrMapOvr>
  <p:timing>
    <p:tnLst>
      <p:par>
        <p:cTn id="1" dur="indefinite" restart="never" nodeType="tmRoot"/>
      </p:par>
    </p:tnLst>
  </p:timing>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en-US" altLang="zh-CN" dirty="0"/>
              <a:t>2.7</a:t>
            </a:r>
            <a:r>
              <a:rPr lang="zh-CN" altLang="en-US" dirty="0"/>
              <a:t>网络拓扑结构</a:t>
            </a:r>
          </a:p>
        </p:txBody>
      </p:sp>
      <p:sp>
        <p:nvSpPr>
          <p:cNvPr id="3" name="内容占位符 2"/>
          <p:cNvSpPr>
            <a:spLocks noGrp="1"/>
          </p:cNvSpPr>
          <p:nvPr>
            <p:ph idx="1"/>
          </p:nvPr>
        </p:nvSpPr>
        <p:spPr/>
        <p:txBody>
          <a:bodyPr/>
          <a:lstStyle/>
          <a:p>
            <a:r>
              <a:rPr lang="zh-CN" altLang="en-US" b="1" dirty="0" smtClean="0"/>
              <a:t>总线形拓扑</a:t>
            </a:r>
            <a:r>
              <a:rPr lang="zh-CN" altLang="en-US" b="1" dirty="0" smtClean="0">
                <a:solidFill>
                  <a:srgbClr val="FF0000"/>
                </a:solidFill>
              </a:rPr>
              <a:t>特点</a:t>
            </a:r>
            <a:r>
              <a:rPr lang="zh-CN" altLang="en-US" dirty="0" smtClean="0"/>
              <a:t>：</a:t>
            </a:r>
            <a:endParaRPr lang="en-US" altLang="zh-CN" dirty="0" smtClean="0"/>
          </a:p>
          <a:p>
            <a:pPr lvl="1">
              <a:buFont typeface="Arial" panose="020B0604020202020204" pitchFamily="34" charset="0"/>
              <a:buChar char="•"/>
            </a:pPr>
            <a:r>
              <a:rPr lang="zh-CN" altLang="en-US" b="1" dirty="0" smtClean="0">
                <a:solidFill>
                  <a:srgbClr val="7030A0"/>
                </a:solidFill>
              </a:rPr>
              <a:t>以主干电缆未传输介质，网络节点通过分布式电缆与总线相连；</a:t>
            </a:r>
            <a:endParaRPr lang="en-US" altLang="zh-CN" b="1" dirty="0" smtClean="0">
              <a:solidFill>
                <a:srgbClr val="7030A0"/>
              </a:solidFill>
            </a:endParaRPr>
          </a:p>
          <a:p>
            <a:pPr lvl="1">
              <a:buFont typeface="Arial" panose="020B0604020202020204" pitchFamily="34" charset="0"/>
              <a:buChar char="•"/>
            </a:pPr>
            <a:r>
              <a:rPr lang="zh-CN" altLang="en-US" b="1" dirty="0" smtClean="0">
                <a:solidFill>
                  <a:srgbClr val="7030A0"/>
                </a:solidFill>
              </a:rPr>
              <a:t>一个网络节点发送数据，所有其他节点都能接收，需要某种介质存取访问控制方式，从而确定下一时刻向总线发送数据的节点；</a:t>
            </a:r>
            <a:endParaRPr lang="en-US" altLang="zh-CN" b="1" dirty="0" smtClean="0">
              <a:solidFill>
                <a:srgbClr val="7030A0"/>
              </a:solidFill>
            </a:endParaRPr>
          </a:p>
          <a:p>
            <a:pPr lvl="1">
              <a:buFont typeface="Arial" panose="020B0604020202020204" pitchFamily="34" charset="0"/>
              <a:buChar char="•"/>
            </a:pPr>
            <a:r>
              <a:rPr lang="zh-CN" altLang="en-US" b="1" dirty="0" smtClean="0">
                <a:solidFill>
                  <a:srgbClr val="7030A0"/>
                </a:solidFill>
              </a:rPr>
              <a:t>总线数据可一对一发送，也可以分组发送，或进行广播。</a:t>
            </a:r>
            <a:endParaRPr lang="en-US" altLang="zh-CN" b="1" dirty="0" smtClean="0">
              <a:solidFill>
                <a:srgbClr val="7030A0"/>
              </a:solidFill>
            </a:endParaRPr>
          </a:p>
          <a:p>
            <a:pPr lvl="1">
              <a:buFont typeface="Arial" panose="020B0604020202020204" pitchFamily="34" charset="0"/>
              <a:buChar char="•"/>
            </a:pPr>
            <a:endParaRPr lang="zh-CN" altLang="en-US" b="1" dirty="0">
              <a:solidFill>
                <a:srgbClr val="7030A0"/>
              </a:solidFill>
            </a:endParaRPr>
          </a:p>
        </p:txBody>
      </p:sp>
      <p:sp>
        <p:nvSpPr>
          <p:cNvPr id="4" name="灯片编号占位符 3"/>
          <p:cNvSpPr>
            <a:spLocks noGrp="1"/>
          </p:cNvSpPr>
          <p:nvPr>
            <p:ph type="sldNum" sz="quarter" idx="12"/>
          </p:nvPr>
        </p:nvSpPr>
        <p:spPr/>
        <p:txBody>
          <a:bodyPr/>
          <a:lstStyle/>
          <a:p>
            <a:pPr>
              <a:defRPr/>
            </a:pPr>
            <a:fld id="{DB2C62FB-46E7-4904-8367-A62FD6542C6B}" type="slidenum">
              <a:rPr lang="zh-CN" altLang="en-US" smtClean="0"/>
              <a:pPr>
                <a:defRPr/>
              </a:pPr>
              <a:t>33</a:t>
            </a:fld>
            <a:endParaRPr lang="zh-CN" altLang="en-US"/>
          </a:p>
        </p:txBody>
      </p:sp>
    </p:spTree>
    <p:extLst>
      <p:ext uri="{BB962C8B-B14F-4D97-AF65-F5344CB8AC3E}">
        <p14:creationId xmlns:p14="http://schemas.microsoft.com/office/powerpoint/2010/main" val="3817053514"/>
      </p:ext>
    </p:extLst>
  </p:cSld>
  <p:clrMapOvr>
    <a:masterClrMapping/>
  </p:clrMapOvr>
  <p:timing>
    <p:tnLst>
      <p:par>
        <p:cTn id="1" dur="indefinite" restart="never" nodeType="tmRoot"/>
      </p:par>
    </p:tnLst>
  </p:timing>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en-US" altLang="zh-CN" dirty="0"/>
              <a:t>2.7</a:t>
            </a:r>
            <a:r>
              <a:rPr lang="zh-CN" altLang="en-US" dirty="0"/>
              <a:t>网络拓扑结构</a:t>
            </a:r>
          </a:p>
        </p:txBody>
      </p:sp>
      <p:sp>
        <p:nvSpPr>
          <p:cNvPr id="3" name="内容占位符 2"/>
          <p:cNvSpPr>
            <a:spLocks noGrp="1"/>
          </p:cNvSpPr>
          <p:nvPr>
            <p:ph idx="1"/>
          </p:nvPr>
        </p:nvSpPr>
        <p:spPr/>
        <p:txBody>
          <a:bodyPr/>
          <a:lstStyle/>
          <a:p>
            <a:r>
              <a:rPr lang="zh-CN" altLang="en-US" b="1" dirty="0" smtClean="0"/>
              <a:t>树形拓扑</a:t>
            </a:r>
            <a:r>
              <a:rPr lang="zh-CN" altLang="en-US" b="1" dirty="0" smtClean="0">
                <a:solidFill>
                  <a:srgbClr val="FF0000"/>
                </a:solidFill>
              </a:rPr>
              <a:t>特点</a:t>
            </a:r>
            <a:r>
              <a:rPr lang="zh-CN" altLang="en-US" dirty="0" smtClean="0"/>
              <a:t>：</a:t>
            </a:r>
            <a:endParaRPr lang="en-US" altLang="zh-CN" dirty="0" smtClean="0"/>
          </a:p>
          <a:p>
            <a:pPr lvl="1">
              <a:buFont typeface="Arial" panose="020B0604020202020204" pitchFamily="34" charset="0"/>
              <a:buChar char="•"/>
            </a:pPr>
            <a:r>
              <a:rPr lang="zh-CN" altLang="en-US" b="1" dirty="0" smtClean="0">
                <a:solidFill>
                  <a:srgbClr val="7030A0"/>
                </a:solidFill>
              </a:rPr>
              <a:t>星形</a:t>
            </a:r>
            <a:r>
              <a:rPr lang="en-US" altLang="zh-CN" b="1" dirty="0" smtClean="0">
                <a:solidFill>
                  <a:srgbClr val="7030A0"/>
                </a:solidFill>
              </a:rPr>
              <a:t>/</a:t>
            </a:r>
            <a:r>
              <a:rPr lang="zh-CN" altLang="en-US" b="1" dirty="0" smtClean="0">
                <a:solidFill>
                  <a:srgbClr val="7030A0"/>
                </a:solidFill>
              </a:rPr>
              <a:t>总线形拓扑的扩展；</a:t>
            </a:r>
            <a:endParaRPr lang="en-US" altLang="zh-CN" b="1" dirty="0" smtClean="0">
              <a:solidFill>
                <a:srgbClr val="7030A0"/>
              </a:solidFill>
            </a:endParaRPr>
          </a:p>
          <a:p>
            <a:pPr lvl="1">
              <a:buFont typeface="Arial" panose="020B0604020202020204" pitchFamily="34" charset="0"/>
              <a:buChar char="•"/>
            </a:pPr>
            <a:r>
              <a:rPr lang="zh-CN" altLang="en-US" b="1" dirty="0">
                <a:solidFill>
                  <a:srgbClr val="7030A0"/>
                </a:solidFill>
              </a:rPr>
              <a:t>一</a:t>
            </a:r>
            <a:r>
              <a:rPr lang="zh-CN" altLang="en-US" b="1" dirty="0" smtClean="0">
                <a:solidFill>
                  <a:srgbClr val="7030A0"/>
                </a:solidFill>
              </a:rPr>
              <a:t>个节点发送数据，其他节点都能接收，可完成多点广播式报文发送；</a:t>
            </a:r>
            <a:endParaRPr lang="en-US" altLang="zh-CN" b="1" dirty="0" smtClean="0">
              <a:solidFill>
                <a:srgbClr val="7030A0"/>
              </a:solidFill>
            </a:endParaRPr>
          </a:p>
          <a:p>
            <a:pPr lvl="1">
              <a:buFont typeface="Arial" panose="020B0604020202020204" pitchFamily="34" charset="0"/>
              <a:buChar char="•"/>
            </a:pPr>
            <a:r>
              <a:rPr lang="zh-CN" altLang="en-US" b="1" dirty="0" smtClean="0">
                <a:solidFill>
                  <a:srgbClr val="7030A0"/>
                </a:solidFill>
              </a:rPr>
              <a:t>对网络节点数量、传输速率和数据类型没有限制；</a:t>
            </a:r>
            <a:endParaRPr lang="en-US" altLang="zh-CN" b="1" dirty="0" smtClean="0">
              <a:solidFill>
                <a:srgbClr val="7030A0"/>
              </a:solidFill>
            </a:endParaRPr>
          </a:p>
          <a:p>
            <a:pPr lvl="1">
              <a:buFont typeface="Arial" panose="020B0604020202020204" pitchFamily="34" charset="0"/>
              <a:buChar char="•"/>
            </a:pPr>
            <a:r>
              <a:rPr lang="zh-CN" altLang="en-US" b="1" dirty="0" smtClean="0">
                <a:solidFill>
                  <a:srgbClr val="7030A0"/>
                </a:solidFill>
              </a:rPr>
              <a:t>适用于分主次、分等级的层次型管理系统</a:t>
            </a:r>
            <a:endParaRPr lang="en-US" altLang="zh-CN" b="1" dirty="0" smtClean="0">
              <a:solidFill>
                <a:srgbClr val="7030A0"/>
              </a:solidFill>
            </a:endParaRPr>
          </a:p>
          <a:p>
            <a:pPr lvl="1">
              <a:buFont typeface="Arial" panose="020B0604020202020204" pitchFamily="34" charset="0"/>
              <a:buChar char="•"/>
            </a:pPr>
            <a:endParaRPr lang="zh-CN" altLang="en-US" b="1" dirty="0">
              <a:solidFill>
                <a:srgbClr val="7030A0"/>
              </a:solidFill>
            </a:endParaRPr>
          </a:p>
        </p:txBody>
      </p:sp>
      <p:sp>
        <p:nvSpPr>
          <p:cNvPr id="4" name="灯片编号占位符 3"/>
          <p:cNvSpPr>
            <a:spLocks noGrp="1"/>
          </p:cNvSpPr>
          <p:nvPr>
            <p:ph type="sldNum" sz="quarter" idx="12"/>
          </p:nvPr>
        </p:nvSpPr>
        <p:spPr/>
        <p:txBody>
          <a:bodyPr/>
          <a:lstStyle/>
          <a:p>
            <a:pPr>
              <a:defRPr/>
            </a:pPr>
            <a:fld id="{DB2C62FB-46E7-4904-8367-A62FD6542C6B}" type="slidenum">
              <a:rPr lang="zh-CN" altLang="en-US" smtClean="0"/>
              <a:pPr>
                <a:defRPr/>
              </a:pPr>
              <a:t>34</a:t>
            </a:fld>
            <a:endParaRPr lang="zh-CN" altLang="en-US"/>
          </a:p>
        </p:txBody>
      </p:sp>
    </p:spTree>
    <p:extLst>
      <p:ext uri="{BB962C8B-B14F-4D97-AF65-F5344CB8AC3E}">
        <p14:creationId xmlns:p14="http://schemas.microsoft.com/office/powerpoint/2010/main" val="2876247830"/>
      </p:ext>
    </p:extLst>
  </p:cSld>
  <p:clrMapOvr>
    <a:masterClrMapping/>
  </p:clrMapOvr>
  <p:timing>
    <p:tnLst>
      <p:par>
        <p:cTn id="1" dur="indefinite" restart="never" nodeType="tmRoot"/>
      </p:par>
    </p:tnLst>
  </p:timing>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0178" name="标题 1"/>
          <p:cNvSpPr>
            <a:spLocks noGrp="1"/>
          </p:cNvSpPr>
          <p:nvPr>
            <p:ph type="title"/>
          </p:nvPr>
        </p:nvSpPr>
        <p:spPr>
          <a:xfrm>
            <a:off x="107950" y="44450"/>
            <a:ext cx="7343775" cy="792163"/>
          </a:xfrm>
        </p:spPr>
        <p:txBody>
          <a:bodyPr/>
          <a:lstStyle/>
          <a:p>
            <a:pPr eaLnBrk="1" hangingPunct="1"/>
            <a:r>
              <a:rPr lang="zh-CN" altLang="en-US" smtClean="0"/>
              <a:t>第</a:t>
            </a:r>
            <a:r>
              <a:rPr lang="en-US" altLang="zh-CN" smtClean="0"/>
              <a:t>2</a:t>
            </a:r>
            <a:r>
              <a:rPr lang="zh-CN" altLang="en-US" smtClean="0"/>
              <a:t>章 数据通信与网络基础</a:t>
            </a:r>
          </a:p>
        </p:txBody>
      </p:sp>
      <p:sp>
        <p:nvSpPr>
          <p:cNvPr id="50179" name="内容占位符 2"/>
          <p:cNvSpPr>
            <a:spLocks noGrp="1"/>
          </p:cNvSpPr>
          <p:nvPr>
            <p:ph idx="1"/>
          </p:nvPr>
        </p:nvSpPr>
        <p:spPr>
          <a:xfrm>
            <a:off x="107950" y="981075"/>
            <a:ext cx="8928100" cy="5102225"/>
          </a:xfrm>
        </p:spPr>
        <p:txBody>
          <a:bodyPr/>
          <a:lstStyle/>
          <a:p>
            <a:pPr eaLnBrk="1" hangingPunct="1"/>
            <a:r>
              <a:rPr lang="en-US" altLang="zh-CN" smtClean="0"/>
              <a:t>2.1 </a:t>
            </a:r>
            <a:r>
              <a:rPr lang="zh-CN" altLang="en-US" smtClean="0"/>
              <a:t>基本术语</a:t>
            </a:r>
            <a:endParaRPr lang="en-US" altLang="zh-CN" smtClean="0"/>
          </a:p>
          <a:p>
            <a:pPr eaLnBrk="1" hangingPunct="1"/>
            <a:r>
              <a:rPr lang="en-US" altLang="zh-CN" smtClean="0"/>
              <a:t>2.2 </a:t>
            </a:r>
            <a:r>
              <a:rPr lang="zh-CN" altLang="en-US" smtClean="0"/>
              <a:t>数据编码</a:t>
            </a:r>
            <a:endParaRPr lang="en-US" altLang="zh-CN" smtClean="0"/>
          </a:p>
          <a:p>
            <a:pPr eaLnBrk="1" hangingPunct="1"/>
            <a:r>
              <a:rPr lang="en-US" altLang="zh-CN" smtClean="0"/>
              <a:t>2.3 </a:t>
            </a:r>
            <a:r>
              <a:rPr lang="zh-CN" altLang="en-US" smtClean="0"/>
              <a:t>数据传输方式</a:t>
            </a:r>
            <a:endParaRPr lang="en-US" altLang="zh-CN" smtClean="0"/>
          </a:p>
          <a:p>
            <a:pPr eaLnBrk="1" hangingPunct="1"/>
            <a:r>
              <a:rPr lang="en-US" altLang="zh-CN" smtClean="0"/>
              <a:t>2.4 </a:t>
            </a:r>
            <a:r>
              <a:rPr lang="zh-CN" altLang="en-US" smtClean="0"/>
              <a:t>通信线路工作方式</a:t>
            </a:r>
            <a:endParaRPr lang="en-US" altLang="zh-CN" smtClean="0"/>
          </a:p>
          <a:p>
            <a:pPr eaLnBrk="1" hangingPunct="1"/>
            <a:r>
              <a:rPr lang="en-US" altLang="zh-CN" smtClean="0"/>
              <a:t>2.5 </a:t>
            </a:r>
            <a:r>
              <a:rPr lang="zh-CN" altLang="en-US" smtClean="0"/>
              <a:t>信号传输模式</a:t>
            </a:r>
            <a:endParaRPr lang="en-US" altLang="zh-CN" smtClean="0"/>
          </a:p>
          <a:p>
            <a:pPr eaLnBrk="1" hangingPunct="1"/>
            <a:r>
              <a:rPr lang="en-US" altLang="zh-CN" smtClean="0"/>
              <a:t>2.6</a:t>
            </a:r>
            <a:r>
              <a:rPr lang="zh-CN" altLang="en-US" smtClean="0"/>
              <a:t> 差错检测及校正</a:t>
            </a:r>
            <a:endParaRPr lang="en-US" altLang="zh-CN" smtClean="0"/>
          </a:p>
          <a:p>
            <a:pPr eaLnBrk="1" hangingPunct="1"/>
            <a:r>
              <a:rPr lang="en-US" altLang="zh-CN" smtClean="0"/>
              <a:t>2.7 </a:t>
            </a:r>
            <a:r>
              <a:rPr lang="zh-CN" altLang="en-US" smtClean="0"/>
              <a:t>网络拓扑</a:t>
            </a:r>
            <a:endParaRPr lang="en-US" altLang="zh-CN" smtClean="0"/>
          </a:p>
          <a:p>
            <a:pPr eaLnBrk="1" hangingPunct="1"/>
            <a:r>
              <a:rPr lang="en-US" altLang="zh-CN" smtClean="0">
                <a:solidFill>
                  <a:srgbClr val="FF0000"/>
                </a:solidFill>
              </a:rPr>
              <a:t>2.8 </a:t>
            </a:r>
            <a:r>
              <a:rPr lang="zh-CN" altLang="en-US" smtClean="0">
                <a:solidFill>
                  <a:srgbClr val="FF0000"/>
                </a:solidFill>
              </a:rPr>
              <a:t>网络的传输介质</a:t>
            </a:r>
            <a:endParaRPr lang="en-US" altLang="zh-CN" smtClean="0">
              <a:solidFill>
                <a:srgbClr val="FF0000"/>
              </a:solidFill>
            </a:endParaRPr>
          </a:p>
        </p:txBody>
      </p:sp>
      <p:sp>
        <p:nvSpPr>
          <p:cNvPr id="3" name="灯片编号占位符 2"/>
          <p:cNvSpPr>
            <a:spLocks noGrp="1"/>
          </p:cNvSpPr>
          <p:nvPr>
            <p:ph type="sldNum" sz="quarter" idx="12"/>
          </p:nvPr>
        </p:nvSpPr>
        <p:spPr/>
        <p:txBody>
          <a:bodyPr/>
          <a:lstStyle/>
          <a:p>
            <a:pPr>
              <a:defRPr/>
            </a:pPr>
            <a:fld id="{CF9D7E07-A415-495D-B99F-8275C513AC18}" type="slidenum">
              <a:rPr lang="zh-CN" altLang="en-US" smtClean="0"/>
              <a:pPr>
                <a:defRPr/>
              </a:pPr>
              <a:t>35</a:t>
            </a:fld>
            <a:endParaRPr lang="zh-CN" altLang="en-US"/>
          </a:p>
        </p:txBody>
      </p:sp>
    </p:spTree>
  </p:cSld>
  <p:clrMapOvr>
    <a:masterClrMapping/>
  </p:clrMapOvr>
  <p:transition spd="slow">
    <p:push dir="u"/>
  </p:transition>
  <p:timing>
    <p:tnLst>
      <p:par>
        <p:cTn id="1" dur="indefinite" restart="never" nodeType="tmRoot"/>
      </p:par>
    </p:tnLst>
  </p:timing>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1202" name="标题 1"/>
          <p:cNvSpPr>
            <a:spLocks noGrp="1"/>
          </p:cNvSpPr>
          <p:nvPr>
            <p:ph type="title"/>
          </p:nvPr>
        </p:nvSpPr>
        <p:spPr>
          <a:xfrm>
            <a:off x="107950" y="44450"/>
            <a:ext cx="7343775" cy="792163"/>
          </a:xfrm>
        </p:spPr>
        <p:txBody>
          <a:bodyPr/>
          <a:lstStyle/>
          <a:p>
            <a:r>
              <a:rPr lang="en-US" altLang="zh-CN" smtClean="0"/>
              <a:t>2.8 </a:t>
            </a:r>
            <a:r>
              <a:rPr lang="zh-CN" altLang="en-US" smtClean="0"/>
              <a:t>网络的传输介质</a:t>
            </a:r>
          </a:p>
        </p:txBody>
      </p:sp>
      <p:sp>
        <p:nvSpPr>
          <p:cNvPr id="3" name="内容占位符 2"/>
          <p:cNvSpPr>
            <a:spLocks noGrp="1"/>
          </p:cNvSpPr>
          <p:nvPr>
            <p:ph idx="1"/>
          </p:nvPr>
        </p:nvSpPr>
        <p:spPr>
          <a:xfrm>
            <a:off x="107950" y="981075"/>
            <a:ext cx="8928100" cy="5102225"/>
          </a:xfrm>
        </p:spPr>
        <p:txBody>
          <a:bodyPr/>
          <a:lstStyle/>
          <a:p>
            <a:pPr>
              <a:defRPr/>
            </a:pPr>
            <a:r>
              <a:rPr lang="zh-CN" altLang="en-US" dirty="0">
                <a:latin typeface="宋体" pitchFamily="2" charset="-122"/>
              </a:rPr>
              <a:t>传输介质</a:t>
            </a:r>
            <a:r>
              <a:rPr lang="zh-CN" altLang="en-US" dirty="0" smtClean="0">
                <a:latin typeface="宋体" pitchFamily="2" charset="-122"/>
              </a:rPr>
              <a:t>的</a:t>
            </a:r>
            <a:r>
              <a:rPr lang="zh-CN" altLang="en-US" b="1" dirty="0" smtClean="0">
                <a:solidFill>
                  <a:srgbClr val="FF0000"/>
                </a:solidFill>
                <a:latin typeface="宋体" pitchFamily="2" charset="-122"/>
              </a:rPr>
              <a:t>特性</a:t>
            </a:r>
            <a:r>
              <a:rPr lang="zh-CN" altLang="en-US" dirty="0" smtClean="0">
                <a:latin typeface="宋体" pitchFamily="2" charset="-122"/>
              </a:rPr>
              <a:t>对</a:t>
            </a:r>
            <a:r>
              <a:rPr lang="zh-CN" altLang="en-US" dirty="0">
                <a:latin typeface="宋体" pitchFamily="2" charset="-122"/>
              </a:rPr>
              <a:t>网络中数据通信质量影响</a:t>
            </a:r>
            <a:r>
              <a:rPr lang="zh-CN" altLang="en-US" dirty="0" smtClean="0">
                <a:latin typeface="宋体" pitchFamily="2" charset="-122"/>
              </a:rPr>
              <a:t>较大，这些特性包括：</a:t>
            </a:r>
            <a:endParaRPr lang="en-US" altLang="zh-CN" dirty="0" smtClean="0">
              <a:latin typeface="宋体" pitchFamily="2" charset="-122"/>
            </a:endParaRPr>
          </a:p>
          <a:p>
            <a:pPr marL="692150" lvl="1" indent="-292100">
              <a:lnSpc>
                <a:spcPct val="115000"/>
              </a:lnSpc>
              <a:buSzPct val="85000"/>
              <a:defRPr/>
            </a:pPr>
            <a:r>
              <a:rPr lang="zh-CN" altLang="en-US" sz="2400" b="1" dirty="0">
                <a:solidFill>
                  <a:srgbClr val="FF5050"/>
                </a:solidFill>
                <a:latin typeface="楷体_GB2312" pitchFamily="49" charset="-122"/>
              </a:rPr>
              <a:t>物理特性</a:t>
            </a:r>
            <a:r>
              <a:rPr lang="zh-CN" altLang="en-US" sz="2400" dirty="0">
                <a:latin typeface="楷体_GB2312" pitchFamily="49" charset="-122"/>
              </a:rPr>
              <a:t>：传输介质物理结构的描述；</a:t>
            </a:r>
          </a:p>
          <a:p>
            <a:pPr marL="692150" lvl="1" indent="-292100">
              <a:lnSpc>
                <a:spcPct val="115000"/>
              </a:lnSpc>
              <a:buSzPct val="85000"/>
              <a:defRPr/>
            </a:pPr>
            <a:r>
              <a:rPr lang="zh-CN" altLang="en-US" sz="2400" b="1" dirty="0" smtClean="0">
                <a:solidFill>
                  <a:srgbClr val="FF5050"/>
                </a:solidFill>
                <a:latin typeface="楷体_GB2312" pitchFamily="49" charset="-122"/>
              </a:rPr>
              <a:t>传输</a:t>
            </a:r>
            <a:r>
              <a:rPr lang="zh-CN" altLang="en-US" sz="2400" b="1" dirty="0">
                <a:solidFill>
                  <a:srgbClr val="FF5050"/>
                </a:solidFill>
                <a:latin typeface="楷体_GB2312" pitchFamily="49" charset="-122"/>
              </a:rPr>
              <a:t>特性</a:t>
            </a:r>
            <a:r>
              <a:rPr lang="zh-CN" altLang="en-US" sz="2400" dirty="0">
                <a:latin typeface="楷体_GB2312" pitchFamily="49" charset="-122"/>
              </a:rPr>
              <a:t>：允许传输数字或模拟信号以及调制技术、传输容量、传输的频率范围</a:t>
            </a:r>
          </a:p>
          <a:p>
            <a:pPr marL="692150" lvl="1" indent="-292100">
              <a:lnSpc>
                <a:spcPct val="115000"/>
              </a:lnSpc>
              <a:buSzPct val="85000"/>
              <a:defRPr/>
            </a:pPr>
            <a:r>
              <a:rPr lang="zh-CN" altLang="en-US" sz="2400" b="1" dirty="0" smtClean="0">
                <a:solidFill>
                  <a:srgbClr val="FF5050"/>
                </a:solidFill>
                <a:latin typeface="楷体_GB2312" pitchFamily="49" charset="-122"/>
              </a:rPr>
              <a:t>连通</a:t>
            </a:r>
            <a:r>
              <a:rPr lang="zh-CN" altLang="en-US" sz="2400" b="1" dirty="0">
                <a:solidFill>
                  <a:srgbClr val="FF5050"/>
                </a:solidFill>
                <a:latin typeface="楷体_GB2312" pitchFamily="49" charset="-122"/>
              </a:rPr>
              <a:t>特性</a:t>
            </a:r>
            <a:r>
              <a:rPr lang="zh-CN" altLang="en-US" sz="2400" dirty="0">
                <a:latin typeface="楷体_GB2312" pitchFamily="49" charset="-122"/>
              </a:rPr>
              <a:t>：允许点</a:t>
            </a:r>
            <a:r>
              <a:rPr lang="en-US" altLang="zh-CN" sz="2400" dirty="0">
                <a:latin typeface="楷体_GB2312" pitchFamily="49" charset="-122"/>
              </a:rPr>
              <a:t>-</a:t>
            </a:r>
            <a:r>
              <a:rPr lang="zh-CN" altLang="en-US" sz="2400" dirty="0">
                <a:latin typeface="楷体_GB2312" pitchFamily="49" charset="-122"/>
              </a:rPr>
              <a:t>点或多点连接；</a:t>
            </a:r>
          </a:p>
          <a:p>
            <a:pPr marL="692150" lvl="1" indent="-292100">
              <a:lnSpc>
                <a:spcPct val="115000"/>
              </a:lnSpc>
              <a:buSzPct val="85000"/>
              <a:defRPr/>
            </a:pPr>
            <a:r>
              <a:rPr lang="zh-CN" altLang="en-US" sz="2400" b="1" dirty="0" smtClean="0">
                <a:solidFill>
                  <a:srgbClr val="FF5050"/>
                </a:solidFill>
                <a:latin typeface="楷体_GB2312" pitchFamily="49" charset="-122"/>
              </a:rPr>
              <a:t>地理</a:t>
            </a:r>
            <a:r>
              <a:rPr lang="zh-CN" altLang="en-US" sz="2400" b="1" dirty="0">
                <a:solidFill>
                  <a:srgbClr val="FF5050"/>
                </a:solidFill>
                <a:latin typeface="楷体_GB2312" pitchFamily="49" charset="-122"/>
              </a:rPr>
              <a:t>范围</a:t>
            </a:r>
            <a:r>
              <a:rPr lang="zh-CN" altLang="en-US" sz="2400" dirty="0">
                <a:latin typeface="楷体_GB2312" pitchFamily="49" charset="-122"/>
              </a:rPr>
              <a:t>：传输介质最大传输距离；</a:t>
            </a:r>
          </a:p>
          <a:p>
            <a:pPr marL="692150" lvl="1" indent="-292100">
              <a:lnSpc>
                <a:spcPct val="115000"/>
              </a:lnSpc>
              <a:buSzPct val="85000"/>
              <a:defRPr/>
            </a:pPr>
            <a:r>
              <a:rPr lang="zh-CN" altLang="en-US" sz="2400" b="1" dirty="0" smtClean="0">
                <a:solidFill>
                  <a:srgbClr val="FF5050"/>
                </a:solidFill>
                <a:latin typeface="楷体_GB2312" pitchFamily="49" charset="-122"/>
              </a:rPr>
              <a:t>抗干扰性</a:t>
            </a:r>
            <a:r>
              <a:rPr lang="zh-CN" altLang="en-US" sz="2400" dirty="0">
                <a:latin typeface="楷体_GB2312" pitchFamily="49" charset="-122"/>
              </a:rPr>
              <a:t>：传输介质防止噪声与电磁干扰对传输数据影响的能力；</a:t>
            </a:r>
          </a:p>
          <a:p>
            <a:pPr marL="692150" lvl="1" indent="-292100">
              <a:lnSpc>
                <a:spcPct val="115000"/>
              </a:lnSpc>
              <a:buSzPct val="85000"/>
              <a:defRPr/>
            </a:pPr>
            <a:r>
              <a:rPr lang="zh-CN" altLang="en-US" sz="2400" b="1" dirty="0" smtClean="0">
                <a:solidFill>
                  <a:srgbClr val="FF5050"/>
                </a:solidFill>
                <a:latin typeface="楷体_GB2312" pitchFamily="49" charset="-122"/>
              </a:rPr>
              <a:t>相对</a:t>
            </a:r>
            <a:r>
              <a:rPr lang="zh-CN" altLang="en-US" sz="2400" b="1" dirty="0">
                <a:solidFill>
                  <a:srgbClr val="FF5050"/>
                </a:solidFill>
                <a:latin typeface="楷体_GB2312" pitchFamily="49" charset="-122"/>
              </a:rPr>
              <a:t>价格</a:t>
            </a:r>
            <a:r>
              <a:rPr lang="zh-CN" altLang="en-US" sz="2400" dirty="0">
                <a:latin typeface="楷体_GB2312" pitchFamily="49" charset="-122"/>
              </a:rPr>
              <a:t>：器件、安装与维护费用。</a:t>
            </a:r>
          </a:p>
          <a:p>
            <a:pPr lvl="1">
              <a:defRPr/>
            </a:pPr>
            <a:endParaRPr lang="zh-CN" altLang="en-US" dirty="0"/>
          </a:p>
        </p:txBody>
      </p:sp>
      <p:sp>
        <p:nvSpPr>
          <p:cNvPr id="4" name="灯片编号占位符 3"/>
          <p:cNvSpPr>
            <a:spLocks noGrp="1"/>
          </p:cNvSpPr>
          <p:nvPr>
            <p:ph type="sldNum" sz="quarter" idx="12"/>
          </p:nvPr>
        </p:nvSpPr>
        <p:spPr/>
        <p:txBody>
          <a:bodyPr/>
          <a:lstStyle/>
          <a:p>
            <a:pPr>
              <a:defRPr/>
            </a:pPr>
            <a:fld id="{338FA8D3-EA35-4247-85DC-968BFE4AAA11}" type="slidenum">
              <a:rPr lang="zh-CN" altLang="en-US" smtClean="0"/>
              <a:pPr>
                <a:defRPr/>
              </a:pPr>
              <a:t>36</a:t>
            </a:fld>
            <a:endParaRPr lang="zh-CN" altLang="en-US"/>
          </a:p>
        </p:txBody>
      </p:sp>
    </p:spTree>
  </p:cSld>
  <p:clrMapOvr>
    <a:masterClrMapping/>
  </p:clrMapOvr>
  <p:transition spd="slow">
    <p:push dir="u"/>
  </p:transition>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42" presetClass="entr" presetSubtype="0" fill="hold" nodeType="clickEffect">
                                  <p:stCondLst>
                                    <p:cond delay="0"/>
                                  </p:stCondLst>
                                  <p:childTnLst>
                                    <p:set>
                                      <p:cBhvr>
                                        <p:cTn id="6" dur="1" fill="hold">
                                          <p:stCondLst>
                                            <p:cond delay="0"/>
                                          </p:stCondLst>
                                        </p:cTn>
                                        <p:tgtEl>
                                          <p:spTgt spid="3">
                                            <p:txEl>
                                              <p:pRg st="1" end="1"/>
                                            </p:txEl>
                                          </p:spTgt>
                                        </p:tgtEl>
                                        <p:attrNameLst>
                                          <p:attrName>style.visibility</p:attrName>
                                        </p:attrNameLst>
                                      </p:cBhvr>
                                      <p:to>
                                        <p:strVal val="visible"/>
                                      </p:to>
                                    </p:set>
                                    <p:animEffect transition="in" filter="fade">
                                      <p:cBhvr>
                                        <p:cTn id="7" dur="1000"/>
                                        <p:tgtEl>
                                          <p:spTgt spid="3">
                                            <p:txEl>
                                              <p:pRg st="1" end="1"/>
                                            </p:txEl>
                                          </p:spTgt>
                                        </p:tgtEl>
                                      </p:cBhvr>
                                    </p:animEffect>
                                    <p:anim calcmode="lin" valueType="num">
                                      <p:cBhvr>
                                        <p:cTn id="8" dur="1000" fill="hold"/>
                                        <p:tgtEl>
                                          <p:spTgt spid="3">
                                            <p:txEl>
                                              <p:pRg st="1" end="1"/>
                                            </p:txEl>
                                          </p:spTgt>
                                        </p:tgtEl>
                                        <p:attrNameLst>
                                          <p:attrName>ppt_x</p:attrName>
                                        </p:attrNameLst>
                                      </p:cBhvr>
                                      <p:tavLst>
                                        <p:tav tm="0">
                                          <p:val>
                                            <p:strVal val="#ppt_x"/>
                                          </p:val>
                                        </p:tav>
                                        <p:tav tm="100000">
                                          <p:val>
                                            <p:strVal val="#ppt_x"/>
                                          </p:val>
                                        </p:tav>
                                      </p:tavLst>
                                    </p:anim>
                                    <p:anim calcmode="lin" valueType="num">
                                      <p:cBhvr>
                                        <p:cTn id="9" dur="1000" fill="hold"/>
                                        <p:tgtEl>
                                          <p:spTgt spid="3">
                                            <p:txEl>
                                              <p:pRg st="1" end="1"/>
                                            </p:txEl>
                                          </p:spTgt>
                                        </p:tgtEl>
                                        <p:attrNameLst>
                                          <p:attrName>ppt_y</p:attrName>
                                        </p:attrNameLst>
                                      </p:cBhvr>
                                      <p:tavLst>
                                        <p:tav tm="0">
                                          <p:val>
                                            <p:strVal val="#ppt_y+.1"/>
                                          </p:val>
                                        </p:tav>
                                        <p:tav tm="100000">
                                          <p:val>
                                            <p:strVal val="#ppt_y"/>
                                          </p:val>
                                        </p:tav>
                                      </p:tavLst>
                                    </p:anim>
                                  </p:childTnLst>
                                </p:cTn>
                              </p:par>
                              <p:par>
                                <p:cTn id="10" presetID="42" presetClass="entr" presetSubtype="0" fill="hold" nodeType="withEffect">
                                  <p:stCondLst>
                                    <p:cond delay="0"/>
                                  </p:stCondLst>
                                  <p:childTnLst>
                                    <p:set>
                                      <p:cBhvr>
                                        <p:cTn id="11" dur="1" fill="hold">
                                          <p:stCondLst>
                                            <p:cond delay="0"/>
                                          </p:stCondLst>
                                        </p:cTn>
                                        <p:tgtEl>
                                          <p:spTgt spid="3">
                                            <p:txEl>
                                              <p:pRg st="2" end="2"/>
                                            </p:txEl>
                                          </p:spTgt>
                                        </p:tgtEl>
                                        <p:attrNameLst>
                                          <p:attrName>style.visibility</p:attrName>
                                        </p:attrNameLst>
                                      </p:cBhvr>
                                      <p:to>
                                        <p:strVal val="visible"/>
                                      </p:to>
                                    </p:set>
                                    <p:animEffect transition="in" filter="fade">
                                      <p:cBhvr>
                                        <p:cTn id="12" dur="1000"/>
                                        <p:tgtEl>
                                          <p:spTgt spid="3">
                                            <p:txEl>
                                              <p:pRg st="2" end="2"/>
                                            </p:txEl>
                                          </p:spTgt>
                                        </p:tgtEl>
                                      </p:cBhvr>
                                    </p:animEffect>
                                    <p:anim calcmode="lin" valueType="num">
                                      <p:cBhvr>
                                        <p:cTn id="13" dur="1000" fill="hold"/>
                                        <p:tgtEl>
                                          <p:spTgt spid="3">
                                            <p:txEl>
                                              <p:pRg st="2" end="2"/>
                                            </p:txEl>
                                          </p:spTgt>
                                        </p:tgtEl>
                                        <p:attrNameLst>
                                          <p:attrName>ppt_x</p:attrName>
                                        </p:attrNameLst>
                                      </p:cBhvr>
                                      <p:tavLst>
                                        <p:tav tm="0">
                                          <p:val>
                                            <p:strVal val="#ppt_x"/>
                                          </p:val>
                                        </p:tav>
                                        <p:tav tm="100000">
                                          <p:val>
                                            <p:strVal val="#ppt_x"/>
                                          </p:val>
                                        </p:tav>
                                      </p:tavLst>
                                    </p:anim>
                                    <p:anim calcmode="lin" valueType="num">
                                      <p:cBhvr>
                                        <p:cTn id="14" dur="1000" fill="hold"/>
                                        <p:tgtEl>
                                          <p:spTgt spid="3">
                                            <p:txEl>
                                              <p:pRg st="2" end="2"/>
                                            </p:txEl>
                                          </p:spTgt>
                                        </p:tgtEl>
                                        <p:attrNameLst>
                                          <p:attrName>ppt_y</p:attrName>
                                        </p:attrNameLst>
                                      </p:cBhvr>
                                      <p:tavLst>
                                        <p:tav tm="0">
                                          <p:val>
                                            <p:strVal val="#ppt_y+.1"/>
                                          </p:val>
                                        </p:tav>
                                        <p:tav tm="100000">
                                          <p:val>
                                            <p:strVal val="#ppt_y"/>
                                          </p:val>
                                        </p:tav>
                                      </p:tavLst>
                                    </p:anim>
                                  </p:childTnLst>
                                </p:cTn>
                              </p:par>
                              <p:par>
                                <p:cTn id="15" presetID="42" presetClass="entr" presetSubtype="0" fill="hold" nodeType="withEffect">
                                  <p:stCondLst>
                                    <p:cond delay="0"/>
                                  </p:stCondLst>
                                  <p:childTnLst>
                                    <p:set>
                                      <p:cBhvr>
                                        <p:cTn id="16" dur="1" fill="hold">
                                          <p:stCondLst>
                                            <p:cond delay="0"/>
                                          </p:stCondLst>
                                        </p:cTn>
                                        <p:tgtEl>
                                          <p:spTgt spid="3">
                                            <p:txEl>
                                              <p:pRg st="3" end="3"/>
                                            </p:txEl>
                                          </p:spTgt>
                                        </p:tgtEl>
                                        <p:attrNameLst>
                                          <p:attrName>style.visibility</p:attrName>
                                        </p:attrNameLst>
                                      </p:cBhvr>
                                      <p:to>
                                        <p:strVal val="visible"/>
                                      </p:to>
                                    </p:set>
                                    <p:animEffect transition="in" filter="fade">
                                      <p:cBhvr>
                                        <p:cTn id="17" dur="1000"/>
                                        <p:tgtEl>
                                          <p:spTgt spid="3">
                                            <p:txEl>
                                              <p:pRg st="3" end="3"/>
                                            </p:txEl>
                                          </p:spTgt>
                                        </p:tgtEl>
                                      </p:cBhvr>
                                    </p:animEffect>
                                    <p:anim calcmode="lin" valueType="num">
                                      <p:cBhvr>
                                        <p:cTn id="18" dur="1000" fill="hold"/>
                                        <p:tgtEl>
                                          <p:spTgt spid="3">
                                            <p:txEl>
                                              <p:pRg st="3" end="3"/>
                                            </p:txEl>
                                          </p:spTgt>
                                        </p:tgtEl>
                                        <p:attrNameLst>
                                          <p:attrName>ppt_x</p:attrName>
                                        </p:attrNameLst>
                                      </p:cBhvr>
                                      <p:tavLst>
                                        <p:tav tm="0">
                                          <p:val>
                                            <p:strVal val="#ppt_x"/>
                                          </p:val>
                                        </p:tav>
                                        <p:tav tm="100000">
                                          <p:val>
                                            <p:strVal val="#ppt_x"/>
                                          </p:val>
                                        </p:tav>
                                      </p:tavLst>
                                    </p:anim>
                                    <p:anim calcmode="lin" valueType="num">
                                      <p:cBhvr>
                                        <p:cTn id="19" dur="1000" fill="hold"/>
                                        <p:tgtEl>
                                          <p:spTgt spid="3">
                                            <p:txEl>
                                              <p:pRg st="3" end="3"/>
                                            </p:txEl>
                                          </p:spTgt>
                                        </p:tgtEl>
                                        <p:attrNameLst>
                                          <p:attrName>ppt_y</p:attrName>
                                        </p:attrNameLst>
                                      </p:cBhvr>
                                      <p:tavLst>
                                        <p:tav tm="0">
                                          <p:val>
                                            <p:strVal val="#ppt_y+.1"/>
                                          </p:val>
                                        </p:tav>
                                        <p:tav tm="100000">
                                          <p:val>
                                            <p:strVal val="#ppt_y"/>
                                          </p:val>
                                        </p:tav>
                                      </p:tavLst>
                                    </p:anim>
                                  </p:childTnLst>
                                </p:cTn>
                              </p:par>
                              <p:par>
                                <p:cTn id="20" presetID="42" presetClass="entr" presetSubtype="0" fill="hold" nodeType="withEffect">
                                  <p:stCondLst>
                                    <p:cond delay="0"/>
                                  </p:stCondLst>
                                  <p:childTnLst>
                                    <p:set>
                                      <p:cBhvr>
                                        <p:cTn id="21" dur="1" fill="hold">
                                          <p:stCondLst>
                                            <p:cond delay="0"/>
                                          </p:stCondLst>
                                        </p:cTn>
                                        <p:tgtEl>
                                          <p:spTgt spid="3">
                                            <p:txEl>
                                              <p:pRg st="4" end="4"/>
                                            </p:txEl>
                                          </p:spTgt>
                                        </p:tgtEl>
                                        <p:attrNameLst>
                                          <p:attrName>style.visibility</p:attrName>
                                        </p:attrNameLst>
                                      </p:cBhvr>
                                      <p:to>
                                        <p:strVal val="visible"/>
                                      </p:to>
                                    </p:set>
                                    <p:animEffect transition="in" filter="fade">
                                      <p:cBhvr>
                                        <p:cTn id="22" dur="1000"/>
                                        <p:tgtEl>
                                          <p:spTgt spid="3">
                                            <p:txEl>
                                              <p:pRg st="4" end="4"/>
                                            </p:txEl>
                                          </p:spTgt>
                                        </p:tgtEl>
                                      </p:cBhvr>
                                    </p:animEffect>
                                    <p:anim calcmode="lin" valueType="num">
                                      <p:cBhvr>
                                        <p:cTn id="23" dur="1000" fill="hold"/>
                                        <p:tgtEl>
                                          <p:spTgt spid="3">
                                            <p:txEl>
                                              <p:pRg st="4" end="4"/>
                                            </p:txEl>
                                          </p:spTgt>
                                        </p:tgtEl>
                                        <p:attrNameLst>
                                          <p:attrName>ppt_x</p:attrName>
                                        </p:attrNameLst>
                                      </p:cBhvr>
                                      <p:tavLst>
                                        <p:tav tm="0">
                                          <p:val>
                                            <p:strVal val="#ppt_x"/>
                                          </p:val>
                                        </p:tav>
                                        <p:tav tm="100000">
                                          <p:val>
                                            <p:strVal val="#ppt_x"/>
                                          </p:val>
                                        </p:tav>
                                      </p:tavLst>
                                    </p:anim>
                                    <p:anim calcmode="lin" valueType="num">
                                      <p:cBhvr>
                                        <p:cTn id="24" dur="1000" fill="hold"/>
                                        <p:tgtEl>
                                          <p:spTgt spid="3">
                                            <p:txEl>
                                              <p:pRg st="4" end="4"/>
                                            </p:txEl>
                                          </p:spTgt>
                                        </p:tgtEl>
                                        <p:attrNameLst>
                                          <p:attrName>ppt_y</p:attrName>
                                        </p:attrNameLst>
                                      </p:cBhvr>
                                      <p:tavLst>
                                        <p:tav tm="0">
                                          <p:val>
                                            <p:strVal val="#ppt_y+.1"/>
                                          </p:val>
                                        </p:tav>
                                        <p:tav tm="100000">
                                          <p:val>
                                            <p:strVal val="#ppt_y"/>
                                          </p:val>
                                        </p:tav>
                                      </p:tavLst>
                                    </p:anim>
                                  </p:childTnLst>
                                </p:cTn>
                              </p:par>
                              <p:par>
                                <p:cTn id="25" presetID="42" presetClass="entr" presetSubtype="0" fill="hold" nodeType="withEffect">
                                  <p:stCondLst>
                                    <p:cond delay="0"/>
                                  </p:stCondLst>
                                  <p:childTnLst>
                                    <p:set>
                                      <p:cBhvr>
                                        <p:cTn id="26" dur="1" fill="hold">
                                          <p:stCondLst>
                                            <p:cond delay="0"/>
                                          </p:stCondLst>
                                        </p:cTn>
                                        <p:tgtEl>
                                          <p:spTgt spid="3">
                                            <p:txEl>
                                              <p:pRg st="5" end="5"/>
                                            </p:txEl>
                                          </p:spTgt>
                                        </p:tgtEl>
                                        <p:attrNameLst>
                                          <p:attrName>style.visibility</p:attrName>
                                        </p:attrNameLst>
                                      </p:cBhvr>
                                      <p:to>
                                        <p:strVal val="visible"/>
                                      </p:to>
                                    </p:set>
                                    <p:animEffect transition="in" filter="fade">
                                      <p:cBhvr>
                                        <p:cTn id="27" dur="1000"/>
                                        <p:tgtEl>
                                          <p:spTgt spid="3">
                                            <p:txEl>
                                              <p:pRg st="5" end="5"/>
                                            </p:txEl>
                                          </p:spTgt>
                                        </p:tgtEl>
                                      </p:cBhvr>
                                    </p:animEffect>
                                    <p:anim calcmode="lin" valueType="num">
                                      <p:cBhvr>
                                        <p:cTn id="28" dur="1000" fill="hold"/>
                                        <p:tgtEl>
                                          <p:spTgt spid="3">
                                            <p:txEl>
                                              <p:pRg st="5" end="5"/>
                                            </p:txEl>
                                          </p:spTgt>
                                        </p:tgtEl>
                                        <p:attrNameLst>
                                          <p:attrName>ppt_x</p:attrName>
                                        </p:attrNameLst>
                                      </p:cBhvr>
                                      <p:tavLst>
                                        <p:tav tm="0">
                                          <p:val>
                                            <p:strVal val="#ppt_x"/>
                                          </p:val>
                                        </p:tav>
                                        <p:tav tm="100000">
                                          <p:val>
                                            <p:strVal val="#ppt_x"/>
                                          </p:val>
                                        </p:tav>
                                      </p:tavLst>
                                    </p:anim>
                                    <p:anim calcmode="lin" valueType="num">
                                      <p:cBhvr>
                                        <p:cTn id="29" dur="1000" fill="hold"/>
                                        <p:tgtEl>
                                          <p:spTgt spid="3">
                                            <p:txEl>
                                              <p:pRg st="5" end="5"/>
                                            </p:txEl>
                                          </p:spTgt>
                                        </p:tgtEl>
                                        <p:attrNameLst>
                                          <p:attrName>ppt_y</p:attrName>
                                        </p:attrNameLst>
                                      </p:cBhvr>
                                      <p:tavLst>
                                        <p:tav tm="0">
                                          <p:val>
                                            <p:strVal val="#ppt_y+.1"/>
                                          </p:val>
                                        </p:tav>
                                        <p:tav tm="100000">
                                          <p:val>
                                            <p:strVal val="#ppt_y"/>
                                          </p:val>
                                        </p:tav>
                                      </p:tavLst>
                                    </p:anim>
                                  </p:childTnLst>
                                </p:cTn>
                              </p:par>
                              <p:par>
                                <p:cTn id="30" presetID="42" presetClass="entr" presetSubtype="0" fill="hold" nodeType="withEffect">
                                  <p:stCondLst>
                                    <p:cond delay="0"/>
                                  </p:stCondLst>
                                  <p:childTnLst>
                                    <p:set>
                                      <p:cBhvr>
                                        <p:cTn id="31" dur="1" fill="hold">
                                          <p:stCondLst>
                                            <p:cond delay="0"/>
                                          </p:stCondLst>
                                        </p:cTn>
                                        <p:tgtEl>
                                          <p:spTgt spid="3">
                                            <p:txEl>
                                              <p:pRg st="6" end="6"/>
                                            </p:txEl>
                                          </p:spTgt>
                                        </p:tgtEl>
                                        <p:attrNameLst>
                                          <p:attrName>style.visibility</p:attrName>
                                        </p:attrNameLst>
                                      </p:cBhvr>
                                      <p:to>
                                        <p:strVal val="visible"/>
                                      </p:to>
                                    </p:set>
                                    <p:animEffect transition="in" filter="fade">
                                      <p:cBhvr>
                                        <p:cTn id="32" dur="1000"/>
                                        <p:tgtEl>
                                          <p:spTgt spid="3">
                                            <p:txEl>
                                              <p:pRg st="6" end="6"/>
                                            </p:txEl>
                                          </p:spTgt>
                                        </p:tgtEl>
                                      </p:cBhvr>
                                    </p:animEffect>
                                    <p:anim calcmode="lin" valueType="num">
                                      <p:cBhvr>
                                        <p:cTn id="33" dur="1000" fill="hold"/>
                                        <p:tgtEl>
                                          <p:spTgt spid="3">
                                            <p:txEl>
                                              <p:pRg st="6" end="6"/>
                                            </p:txEl>
                                          </p:spTgt>
                                        </p:tgtEl>
                                        <p:attrNameLst>
                                          <p:attrName>ppt_x</p:attrName>
                                        </p:attrNameLst>
                                      </p:cBhvr>
                                      <p:tavLst>
                                        <p:tav tm="0">
                                          <p:val>
                                            <p:strVal val="#ppt_x"/>
                                          </p:val>
                                        </p:tav>
                                        <p:tav tm="100000">
                                          <p:val>
                                            <p:strVal val="#ppt_x"/>
                                          </p:val>
                                        </p:tav>
                                      </p:tavLst>
                                    </p:anim>
                                    <p:anim calcmode="lin" valueType="num">
                                      <p:cBhvr>
                                        <p:cTn id="34" dur="1000" fill="hold"/>
                                        <p:tgtEl>
                                          <p:spTgt spid="3">
                                            <p:txEl>
                                              <p:pRg st="6" end="6"/>
                                            </p:txEl>
                                          </p:spTgt>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2226" name="标题 1"/>
          <p:cNvSpPr>
            <a:spLocks noGrp="1"/>
          </p:cNvSpPr>
          <p:nvPr>
            <p:ph type="title"/>
          </p:nvPr>
        </p:nvSpPr>
        <p:spPr>
          <a:xfrm>
            <a:off x="107950" y="44450"/>
            <a:ext cx="7343775" cy="792163"/>
          </a:xfrm>
        </p:spPr>
        <p:txBody>
          <a:bodyPr/>
          <a:lstStyle/>
          <a:p>
            <a:r>
              <a:rPr lang="en-US" altLang="zh-CN" smtClean="0"/>
              <a:t>2.8 </a:t>
            </a:r>
            <a:r>
              <a:rPr lang="zh-CN" altLang="en-US" smtClean="0"/>
              <a:t>网络的传输介质</a:t>
            </a:r>
          </a:p>
        </p:txBody>
      </p:sp>
      <p:sp>
        <p:nvSpPr>
          <p:cNvPr id="3" name="内容占位符 2"/>
          <p:cNvSpPr>
            <a:spLocks noGrp="1"/>
          </p:cNvSpPr>
          <p:nvPr>
            <p:ph idx="1"/>
          </p:nvPr>
        </p:nvSpPr>
        <p:spPr>
          <a:xfrm>
            <a:off x="107950" y="981075"/>
            <a:ext cx="8928100" cy="5102225"/>
          </a:xfrm>
        </p:spPr>
        <p:txBody>
          <a:bodyPr/>
          <a:lstStyle/>
          <a:p>
            <a:pPr>
              <a:defRPr/>
            </a:pPr>
            <a:r>
              <a:rPr lang="zh-CN" altLang="en-US" dirty="0" smtClean="0"/>
              <a:t>常用传输介质包括</a:t>
            </a:r>
            <a:r>
              <a:rPr lang="zh-CN" altLang="en-US" b="1" dirty="0" smtClean="0">
                <a:solidFill>
                  <a:srgbClr val="FF0000"/>
                </a:solidFill>
              </a:rPr>
              <a:t>有线</a:t>
            </a:r>
            <a:r>
              <a:rPr lang="zh-CN" altLang="en-US" dirty="0" smtClean="0"/>
              <a:t>与</a:t>
            </a:r>
            <a:r>
              <a:rPr lang="zh-CN" altLang="en-US" b="1" dirty="0" smtClean="0">
                <a:solidFill>
                  <a:srgbClr val="FF0000"/>
                </a:solidFill>
              </a:rPr>
              <a:t>无线</a:t>
            </a:r>
            <a:r>
              <a:rPr lang="zh-CN" altLang="en-US" dirty="0" smtClean="0"/>
              <a:t>两大类</a:t>
            </a:r>
            <a:endParaRPr lang="en-US" altLang="zh-CN" dirty="0" smtClean="0"/>
          </a:p>
          <a:p>
            <a:pPr marL="0" indent="0">
              <a:buFont typeface="Wingdings" pitchFamily="2" charset="2"/>
              <a:buNone/>
              <a:defRPr/>
            </a:pPr>
            <a:r>
              <a:rPr lang="en-US" altLang="zh-CN" dirty="0"/>
              <a:t> </a:t>
            </a:r>
            <a:r>
              <a:rPr lang="en-US" altLang="zh-CN" dirty="0" smtClean="0"/>
              <a:t>   </a:t>
            </a:r>
            <a:r>
              <a:rPr lang="zh-CN" altLang="en-US" b="1" dirty="0" smtClean="0">
                <a:solidFill>
                  <a:srgbClr val="FF0000"/>
                </a:solidFill>
              </a:rPr>
              <a:t>有线传输介质</a:t>
            </a:r>
            <a:endParaRPr lang="en-US" altLang="zh-CN" b="1" dirty="0" smtClean="0">
              <a:solidFill>
                <a:srgbClr val="FF0000"/>
              </a:solidFill>
            </a:endParaRPr>
          </a:p>
          <a:p>
            <a:pPr marL="857250" lvl="1" indent="-457200">
              <a:defRPr/>
            </a:pPr>
            <a:r>
              <a:rPr lang="zh-CN" altLang="en-US" dirty="0" smtClean="0">
                <a:solidFill>
                  <a:srgbClr val="C00000"/>
                </a:solidFill>
              </a:rPr>
              <a:t>双绞线</a:t>
            </a:r>
            <a:endParaRPr lang="en-US" altLang="zh-CN" dirty="0" smtClean="0">
              <a:solidFill>
                <a:srgbClr val="C00000"/>
              </a:solidFill>
            </a:endParaRPr>
          </a:p>
          <a:p>
            <a:pPr marL="857250" lvl="1" indent="-457200">
              <a:defRPr/>
            </a:pPr>
            <a:r>
              <a:rPr lang="zh-CN" altLang="en-US" dirty="0" smtClean="0">
                <a:solidFill>
                  <a:srgbClr val="C00000"/>
                </a:solidFill>
              </a:rPr>
              <a:t>同轴电缆</a:t>
            </a:r>
            <a:endParaRPr lang="en-US" altLang="zh-CN" dirty="0" smtClean="0">
              <a:solidFill>
                <a:srgbClr val="C00000"/>
              </a:solidFill>
            </a:endParaRPr>
          </a:p>
          <a:p>
            <a:pPr marL="857250" lvl="1" indent="-457200">
              <a:defRPr/>
            </a:pPr>
            <a:r>
              <a:rPr lang="zh-CN" altLang="en-US" dirty="0">
                <a:solidFill>
                  <a:srgbClr val="C00000"/>
                </a:solidFill>
              </a:rPr>
              <a:t>光纤</a:t>
            </a:r>
            <a:endParaRPr lang="en-US" altLang="zh-CN" dirty="0" smtClean="0">
              <a:solidFill>
                <a:srgbClr val="C00000"/>
              </a:solidFill>
            </a:endParaRPr>
          </a:p>
          <a:p>
            <a:pPr marL="0" indent="0">
              <a:buFont typeface="Wingdings" pitchFamily="2" charset="2"/>
              <a:buNone/>
              <a:defRPr/>
            </a:pPr>
            <a:r>
              <a:rPr lang="en-US" altLang="zh-CN" dirty="0"/>
              <a:t> </a:t>
            </a:r>
            <a:r>
              <a:rPr lang="en-US" altLang="zh-CN" dirty="0" smtClean="0"/>
              <a:t>   </a:t>
            </a:r>
            <a:r>
              <a:rPr lang="zh-CN" altLang="en-US" b="1" dirty="0" smtClean="0">
                <a:solidFill>
                  <a:srgbClr val="FF0000"/>
                </a:solidFill>
              </a:rPr>
              <a:t>无线传输介质</a:t>
            </a:r>
            <a:endParaRPr lang="en-US" altLang="zh-CN" b="1" dirty="0" smtClean="0">
              <a:solidFill>
                <a:srgbClr val="FF0000"/>
              </a:solidFill>
            </a:endParaRPr>
          </a:p>
          <a:p>
            <a:pPr marL="857250" lvl="1" indent="-457200">
              <a:defRPr/>
            </a:pPr>
            <a:r>
              <a:rPr lang="zh-CN" altLang="en-US" dirty="0" smtClean="0">
                <a:solidFill>
                  <a:srgbClr val="C00000"/>
                </a:solidFill>
              </a:rPr>
              <a:t>无线电波</a:t>
            </a:r>
            <a:endParaRPr lang="en-US" altLang="zh-CN" dirty="0" smtClean="0">
              <a:solidFill>
                <a:srgbClr val="C00000"/>
              </a:solidFill>
            </a:endParaRPr>
          </a:p>
          <a:p>
            <a:pPr marL="857250" lvl="1" indent="-457200">
              <a:defRPr/>
            </a:pPr>
            <a:r>
              <a:rPr lang="zh-CN" altLang="en-US" dirty="0" smtClean="0">
                <a:solidFill>
                  <a:srgbClr val="C00000"/>
                </a:solidFill>
              </a:rPr>
              <a:t>微波</a:t>
            </a:r>
            <a:endParaRPr lang="en-US" altLang="zh-CN" dirty="0" smtClean="0">
              <a:solidFill>
                <a:srgbClr val="C00000"/>
              </a:solidFill>
            </a:endParaRPr>
          </a:p>
          <a:p>
            <a:pPr marL="857250" lvl="1" indent="-457200">
              <a:defRPr/>
            </a:pPr>
            <a:r>
              <a:rPr lang="zh-CN" altLang="en-US" dirty="0" smtClean="0">
                <a:solidFill>
                  <a:srgbClr val="C00000"/>
                </a:solidFill>
              </a:rPr>
              <a:t>红外</a:t>
            </a:r>
            <a:endParaRPr lang="en-US" altLang="zh-CN" dirty="0" smtClean="0">
              <a:solidFill>
                <a:srgbClr val="C00000"/>
              </a:solidFill>
            </a:endParaRPr>
          </a:p>
          <a:p>
            <a:pPr marL="857250" lvl="1" indent="-457200">
              <a:defRPr/>
            </a:pPr>
            <a:r>
              <a:rPr lang="zh-CN" altLang="en-US" dirty="0" smtClean="0">
                <a:solidFill>
                  <a:srgbClr val="C00000"/>
                </a:solidFill>
              </a:rPr>
              <a:t>激光</a:t>
            </a:r>
            <a:endParaRPr lang="zh-CN" altLang="en-US" dirty="0">
              <a:solidFill>
                <a:srgbClr val="C00000"/>
              </a:solidFill>
            </a:endParaRPr>
          </a:p>
        </p:txBody>
      </p:sp>
      <p:sp>
        <p:nvSpPr>
          <p:cNvPr id="4" name="灯片编号占位符 3"/>
          <p:cNvSpPr>
            <a:spLocks noGrp="1"/>
          </p:cNvSpPr>
          <p:nvPr>
            <p:ph type="sldNum" sz="quarter" idx="12"/>
          </p:nvPr>
        </p:nvSpPr>
        <p:spPr/>
        <p:txBody>
          <a:bodyPr/>
          <a:lstStyle/>
          <a:p>
            <a:pPr>
              <a:defRPr/>
            </a:pPr>
            <a:fld id="{9F6A9937-B1BC-45FC-BE97-19B6B4AC2DB7}" type="slidenum">
              <a:rPr lang="zh-CN" altLang="en-US" smtClean="0"/>
              <a:pPr>
                <a:defRPr/>
              </a:pPr>
              <a:t>37</a:t>
            </a:fld>
            <a:endParaRPr lang="zh-CN" altLang="en-US"/>
          </a:p>
        </p:txBody>
      </p:sp>
    </p:spTree>
  </p:cSld>
  <p:clrMapOvr>
    <a:masterClrMapping/>
  </p:clrMapOvr>
  <p:transition spd="slow">
    <p:push dir="u"/>
  </p:transition>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10" presetClass="entr" presetSubtype="0" fill="hold" nodeType="clickEffect">
                                  <p:stCondLst>
                                    <p:cond delay="0"/>
                                  </p:stCondLst>
                                  <p:childTnLst>
                                    <p:set>
                                      <p:cBhvr>
                                        <p:cTn id="6" dur="1" fill="hold">
                                          <p:stCondLst>
                                            <p:cond delay="0"/>
                                          </p:stCondLst>
                                        </p:cTn>
                                        <p:tgtEl>
                                          <p:spTgt spid="3">
                                            <p:txEl>
                                              <p:pRg st="1" end="1"/>
                                            </p:txEl>
                                          </p:spTgt>
                                        </p:tgtEl>
                                        <p:attrNameLst>
                                          <p:attrName>style.visibility</p:attrName>
                                        </p:attrNameLst>
                                      </p:cBhvr>
                                      <p:to>
                                        <p:strVal val="visible"/>
                                      </p:to>
                                    </p:set>
                                    <p:animEffect transition="in" filter="fade">
                                      <p:cBhvr>
                                        <p:cTn id="7" dur="500"/>
                                        <p:tgtEl>
                                          <p:spTgt spid="3">
                                            <p:txEl>
                                              <p:pRg st="1" end="1"/>
                                            </p:txEl>
                                          </p:spTgt>
                                        </p:tgtEl>
                                      </p:cBhvr>
                                    </p:animEffect>
                                  </p:childTnLst>
                                </p:cTn>
                              </p:par>
                            </p:childTnLst>
                          </p:cTn>
                        </p:par>
                      </p:childTnLst>
                    </p:cTn>
                  </p:par>
                  <p:par>
                    <p:cTn id="8" fill="hold" nodeType="clickPar">
                      <p:stCondLst>
                        <p:cond delay="indefinite"/>
                      </p:stCondLst>
                      <p:childTnLst>
                        <p:par>
                          <p:cTn id="9" fill="hold" nodeType="withGroup">
                            <p:stCondLst>
                              <p:cond delay="0"/>
                            </p:stCondLst>
                            <p:childTnLst>
                              <p:par>
                                <p:cTn id="10" presetID="2" presetClass="entr" presetSubtype="4" fill="hold" nodeType="clickEffect">
                                  <p:stCondLst>
                                    <p:cond delay="0"/>
                                  </p:stCondLst>
                                  <p:childTnLst>
                                    <p:set>
                                      <p:cBhvr>
                                        <p:cTn id="11" dur="1" fill="hold">
                                          <p:stCondLst>
                                            <p:cond delay="0"/>
                                          </p:stCondLst>
                                        </p:cTn>
                                        <p:tgtEl>
                                          <p:spTgt spid="3">
                                            <p:txEl>
                                              <p:pRg st="2" end="2"/>
                                            </p:txEl>
                                          </p:spTgt>
                                        </p:tgtEl>
                                        <p:attrNameLst>
                                          <p:attrName>style.visibility</p:attrName>
                                        </p:attrNameLst>
                                      </p:cBhvr>
                                      <p:to>
                                        <p:strVal val="visible"/>
                                      </p:to>
                                    </p:set>
                                    <p:anim calcmode="lin" valueType="num">
                                      <p:cBhvr additive="base">
                                        <p:cTn id="12" dur="500" fill="hold"/>
                                        <p:tgtEl>
                                          <p:spTgt spid="3">
                                            <p:txEl>
                                              <p:pRg st="2" end="2"/>
                                            </p:txEl>
                                          </p:spTgt>
                                        </p:tgtEl>
                                        <p:attrNameLst>
                                          <p:attrName>ppt_x</p:attrName>
                                        </p:attrNameLst>
                                      </p:cBhvr>
                                      <p:tavLst>
                                        <p:tav tm="0">
                                          <p:val>
                                            <p:strVal val="#ppt_x"/>
                                          </p:val>
                                        </p:tav>
                                        <p:tav tm="100000">
                                          <p:val>
                                            <p:strVal val="#ppt_x"/>
                                          </p:val>
                                        </p:tav>
                                      </p:tavLst>
                                    </p:anim>
                                    <p:anim calcmode="lin" valueType="num">
                                      <p:cBhvr additive="base">
                                        <p:cTn id="13" dur="500" fill="hold"/>
                                        <p:tgtEl>
                                          <p:spTgt spid="3">
                                            <p:txEl>
                                              <p:pRg st="2" end="2"/>
                                            </p:txEl>
                                          </p:spTgt>
                                        </p:tgtEl>
                                        <p:attrNameLst>
                                          <p:attrName>ppt_y</p:attrName>
                                        </p:attrNameLst>
                                      </p:cBhvr>
                                      <p:tavLst>
                                        <p:tav tm="0">
                                          <p:val>
                                            <p:strVal val="1+#ppt_h/2"/>
                                          </p:val>
                                        </p:tav>
                                        <p:tav tm="100000">
                                          <p:val>
                                            <p:strVal val="#ppt_y"/>
                                          </p:val>
                                        </p:tav>
                                      </p:tavLst>
                                    </p:anim>
                                  </p:childTnLst>
                                </p:cTn>
                              </p:par>
                              <p:par>
                                <p:cTn id="14" presetID="2" presetClass="entr" presetSubtype="4" fill="hold" nodeType="withEffect">
                                  <p:stCondLst>
                                    <p:cond delay="0"/>
                                  </p:stCondLst>
                                  <p:childTnLst>
                                    <p:set>
                                      <p:cBhvr>
                                        <p:cTn id="15" dur="1" fill="hold">
                                          <p:stCondLst>
                                            <p:cond delay="0"/>
                                          </p:stCondLst>
                                        </p:cTn>
                                        <p:tgtEl>
                                          <p:spTgt spid="3">
                                            <p:txEl>
                                              <p:pRg st="3" end="3"/>
                                            </p:txEl>
                                          </p:spTgt>
                                        </p:tgtEl>
                                        <p:attrNameLst>
                                          <p:attrName>style.visibility</p:attrName>
                                        </p:attrNameLst>
                                      </p:cBhvr>
                                      <p:to>
                                        <p:strVal val="visible"/>
                                      </p:to>
                                    </p:set>
                                    <p:anim calcmode="lin" valueType="num">
                                      <p:cBhvr additive="base">
                                        <p:cTn id="16" dur="500" fill="hold"/>
                                        <p:tgtEl>
                                          <p:spTgt spid="3">
                                            <p:txEl>
                                              <p:pRg st="3" end="3"/>
                                            </p:txEl>
                                          </p:spTgt>
                                        </p:tgtEl>
                                        <p:attrNameLst>
                                          <p:attrName>ppt_x</p:attrName>
                                        </p:attrNameLst>
                                      </p:cBhvr>
                                      <p:tavLst>
                                        <p:tav tm="0">
                                          <p:val>
                                            <p:strVal val="#ppt_x"/>
                                          </p:val>
                                        </p:tav>
                                        <p:tav tm="100000">
                                          <p:val>
                                            <p:strVal val="#ppt_x"/>
                                          </p:val>
                                        </p:tav>
                                      </p:tavLst>
                                    </p:anim>
                                    <p:anim calcmode="lin" valueType="num">
                                      <p:cBhvr additive="base">
                                        <p:cTn id="17" dur="500" fill="hold"/>
                                        <p:tgtEl>
                                          <p:spTgt spid="3">
                                            <p:txEl>
                                              <p:pRg st="3" end="3"/>
                                            </p:txEl>
                                          </p:spTgt>
                                        </p:tgtEl>
                                        <p:attrNameLst>
                                          <p:attrName>ppt_y</p:attrName>
                                        </p:attrNameLst>
                                      </p:cBhvr>
                                      <p:tavLst>
                                        <p:tav tm="0">
                                          <p:val>
                                            <p:strVal val="1+#ppt_h/2"/>
                                          </p:val>
                                        </p:tav>
                                        <p:tav tm="100000">
                                          <p:val>
                                            <p:strVal val="#ppt_y"/>
                                          </p:val>
                                        </p:tav>
                                      </p:tavLst>
                                    </p:anim>
                                  </p:childTnLst>
                                </p:cTn>
                              </p:par>
                              <p:par>
                                <p:cTn id="18" presetID="2" presetClass="entr" presetSubtype="4" fill="hold" nodeType="withEffect">
                                  <p:stCondLst>
                                    <p:cond delay="0"/>
                                  </p:stCondLst>
                                  <p:childTnLst>
                                    <p:set>
                                      <p:cBhvr>
                                        <p:cTn id="19" dur="1" fill="hold">
                                          <p:stCondLst>
                                            <p:cond delay="0"/>
                                          </p:stCondLst>
                                        </p:cTn>
                                        <p:tgtEl>
                                          <p:spTgt spid="3">
                                            <p:txEl>
                                              <p:pRg st="4" end="4"/>
                                            </p:txEl>
                                          </p:spTgt>
                                        </p:tgtEl>
                                        <p:attrNameLst>
                                          <p:attrName>style.visibility</p:attrName>
                                        </p:attrNameLst>
                                      </p:cBhvr>
                                      <p:to>
                                        <p:strVal val="visible"/>
                                      </p:to>
                                    </p:set>
                                    <p:anim calcmode="lin" valueType="num">
                                      <p:cBhvr additive="base">
                                        <p:cTn id="20" dur="500" fill="hold"/>
                                        <p:tgtEl>
                                          <p:spTgt spid="3">
                                            <p:txEl>
                                              <p:pRg st="4" end="4"/>
                                            </p:txEl>
                                          </p:spTgt>
                                        </p:tgtEl>
                                        <p:attrNameLst>
                                          <p:attrName>ppt_x</p:attrName>
                                        </p:attrNameLst>
                                      </p:cBhvr>
                                      <p:tavLst>
                                        <p:tav tm="0">
                                          <p:val>
                                            <p:strVal val="#ppt_x"/>
                                          </p:val>
                                        </p:tav>
                                        <p:tav tm="100000">
                                          <p:val>
                                            <p:strVal val="#ppt_x"/>
                                          </p:val>
                                        </p:tav>
                                      </p:tavLst>
                                    </p:anim>
                                    <p:anim calcmode="lin" valueType="num">
                                      <p:cBhvr additive="base">
                                        <p:cTn id="21" dur="500" fill="hold"/>
                                        <p:tgtEl>
                                          <p:spTgt spid="3">
                                            <p:txEl>
                                              <p:pRg st="4" end="4"/>
                                            </p:txEl>
                                          </p:spTgt>
                                        </p:tgtEl>
                                        <p:attrNameLst>
                                          <p:attrName>ppt_y</p:attrName>
                                        </p:attrNameLst>
                                      </p:cBhvr>
                                      <p:tavLst>
                                        <p:tav tm="0">
                                          <p:val>
                                            <p:strVal val="1+#ppt_h/2"/>
                                          </p:val>
                                        </p:tav>
                                        <p:tav tm="100000">
                                          <p:val>
                                            <p:strVal val="#ppt_y"/>
                                          </p:val>
                                        </p:tav>
                                      </p:tavLst>
                                    </p:anim>
                                  </p:childTnLst>
                                </p:cTn>
                              </p:par>
                            </p:childTnLst>
                          </p:cTn>
                        </p:par>
                      </p:childTnLst>
                    </p:cTn>
                  </p:par>
                  <p:par>
                    <p:cTn id="22" fill="hold" nodeType="clickPar">
                      <p:stCondLst>
                        <p:cond delay="indefinite"/>
                      </p:stCondLst>
                      <p:childTnLst>
                        <p:par>
                          <p:cTn id="23" fill="hold" nodeType="withGroup">
                            <p:stCondLst>
                              <p:cond delay="0"/>
                            </p:stCondLst>
                            <p:childTnLst>
                              <p:par>
                                <p:cTn id="24" presetID="10" presetClass="entr" presetSubtype="0" fill="hold" nodeType="clickEffect">
                                  <p:stCondLst>
                                    <p:cond delay="0"/>
                                  </p:stCondLst>
                                  <p:childTnLst>
                                    <p:set>
                                      <p:cBhvr>
                                        <p:cTn id="25" dur="1" fill="hold">
                                          <p:stCondLst>
                                            <p:cond delay="0"/>
                                          </p:stCondLst>
                                        </p:cTn>
                                        <p:tgtEl>
                                          <p:spTgt spid="3">
                                            <p:txEl>
                                              <p:pRg st="5" end="5"/>
                                            </p:txEl>
                                          </p:spTgt>
                                        </p:tgtEl>
                                        <p:attrNameLst>
                                          <p:attrName>style.visibility</p:attrName>
                                        </p:attrNameLst>
                                      </p:cBhvr>
                                      <p:to>
                                        <p:strVal val="visible"/>
                                      </p:to>
                                    </p:set>
                                    <p:animEffect transition="in" filter="fade">
                                      <p:cBhvr>
                                        <p:cTn id="26" dur="500"/>
                                        <p:tgtEl>
                                          <p:spTgt spid="3">
                                            <p:txEl>
                                              <p:pRg st="5" end="5"/>
                                            </p:txEl>
                                          </p:spTgt>
                                        </p:tgtEl>
                                      </p:cBhvr>
                                    </p:animEffect>
                                  </p:childTnLst>
                                </p:cTn>
                              </p:par>
                            </p:childTnLst>
                          </p:cTn>
                        </p:par>
                      </p:childTnLst>
                    </p:cTn>
                  </p:par>
                  <p:par>
                    <p:cTn id="27" fill="hold" nodeType="clickPar">
                      <p:stCondLst>
                        <p:cond delay="indefinite"/>
                      </p:stCondLst>
                      <p:childTnLst>
                        <p:par>
                          <p:cTn id="28" fill="hold" nodeType="withGroup">
                            <p:stCondLst>
                              <p:cond delay="0"/>
                            </p:stCondLst>
                            <p:childTnLst>
                              <p:par>
                                <p:cTn id="29" presetID="2" presetClass="entr" presetSubtype="4" fill="hold" nodeType="clickEffect">
                                  <p:stCondLst>
                                    <p:cond delay="0"/>
                                  </p:stCondLst>
                                  <p:childTnLst>
                                    <p:set>
                                      <p:cBhvr>
                                        <p:cTn id="30" dur="1" fill="hold">
                                          <p:stCondLst>
                                            <p:cond delay="0"/>
                                          </p:stCondLst>
                                        </p:cTn>
                                        <p:tgtEl>
                                          <p:spTgt spid="3">
                                            <p:txEl>
                                              <p:pRg st="6" end="6"/>
                                            </p:txEl>
                                          </p:spTgt>
                                        </p:tgtEl>
                                        <p:attrNameLst>
                                          <p:attrName>style.visibility</p:attrName>
                                        </p:attrNameLst>
                                      </p:cBhvr>
                                      <p:to>
                                        <p:strVal val="visible"/>
                                      </p:to>
                                    </p:set>
                                    <p:anim calcmode="lin" valueType="num">
                                      <p:cBhvr additive="base">
                                        <p:cTn id="31" dur="500" fill="hold"/>
                                        <p:tgtEl>
                                          <p:spTgt spid="3">
                                            <p:txEl>
                                              <p:pRg st="6" end="6"/>
                                            </p:txEl>
                                          </p:spTgt>
                                        </p:tgtEl>
                                        <p:attrNameLst>
                                          <p:attrName>ppt_x</p:attrName>
                                        </p:attrNameLst>
                                      </p:cBhvr>
                                      <p:tavLst>
                                        <p:tav tm="0">
                                          <p:val>
                                            <p:strVal val="#ppt_x"/>
                                          </p:val>
                                        </p:tav>
                                        <p:tav tm="100000">
                                          <p:val>
                                            <p:strVal val="#ppt_x"/>
                                          </p:val>
                                        </p:tav>
                                      </p:tavLst>
                                    </p:anim>
                                    <p:anim calcmode="lin" valueType="num">
                                      <p:cBhvr additive="base">
                                        <p:cTn id="32" dur="500" fill="hold"/>
                                        <p:tgtEl>
                                          <p:spTgt spid="3">
                                            <p:txEl>
                                              <p:pRg st="6" end="6"/>
                                            </p:txEl>
                                          </p:spTgt>
                                        </p:tgtEl>
                                        <p:attrNameLst>
                                          <p:attrName>ppt_y</p:attrName>
                                        </p:attrNameLst>
                                      </p:cBhvr>
                                      <p:tavLst>
                                        <p:tav tm="0">
                                          <p:val>
                                            <p:strVal val="1+#ppt_h/2"/>
                                          </p:val>
                                        </p:tav>
                                        <p:tav tm="100000">
                                          <p:val>
                                            <p:strVal val="#ppt_y"/>
                                          </p:val>
                                        </p:tav>
                                      </p:tavLst>
                                    </p:anim>
                                  </p:childTnLst>
                                </p:cTn>
                              </p:par>
                              <p:par>
                                <p:cTn id="33" presetID="2" presetClass="entr" presetSubtype="4" fill="hold" nodeType="withEffect">
                                  <p:stCondLst>
                                    <p:cond delay="0"/>
                                  </p:stCondLst>
                                  <p:childTnLst>
                                    <p:set>
                                      <p:cBhvr>
                                        <p:cTn id="34" dur="1" fill="hold">
                                          <p:stCondLst>
                                            <p:cond delay="0"/>
                                          </p:stCondLst>
                                        </p:cTn>
                                        <p:tgtEl>
                                          <p:spTgt spid="3">
                                            <p:txEl>
                                              <p:pRg st="7" end="7"/>
                                            </p:txEl>
                                          </p:spTgt>
                                        </p:tgtEl>
                                        <p:attrNameLst>
                                          <p:attrName>style.visibility</p:attrName>
                                        </p:attrNameLst>
                                      </p:cBhvr>
                                      <p:to>
                                        <p:strVal val="visible"/>
                                      </p:to>
                                    </p:set>
                                    <p:anim calcmode="lin" valueType="num">
                                      <p:cBhvr additive="base">
                                        <p:cTn id="35" dur="500" fill="hold"/>
                                        <p:tgtEl>
                                          <p:spTgt spid="3">
                                            <p:txEl>
                                              <p:pRg st="7" end="7"/>
                                            </p:txEl>
                                          </p:spTgt>
                                        </p:tgtEl>
                                        <p:attrNameLst>
                                          <p:attrName>ppt_x</p:attrName>
                                        </p:attrNameLst>
                                      </p:cBhvr>
                                      <p:tavLst>
                                        <p:tav tm="0">
                                          <p:val>
                                            <p:strVal val="#ppt_x"/>
                                          </p:val>
                                        </p:tav>
                                        <p:tav tm="100000">
                                          <p:val>
                                            <p:strVal val="#ppt_x"/>
                                          </p:val>
                                        </p:tav>
                                      </p:tavLst>
                                    </p:anim>
                                    <p:anim calcmode="lin" valueType="num">
                                      <p:cBhvr additive="base">
                                        <p:cTn id="36" dur="500" fill="hold"/>
                                        <p:tgtEl>
                                          <p:spTgt spid="3">
                                            <p:txEl>
                                              <p:pRg st="7" end="7"/>
                                            </p:txEl>
                                          </p:spTgt>
                                        </p:tgtEl>
                                        <p:attrNameLst>
                                          <p:attrName>ppt_y</p:attrName>
                                        </p:attrNameLst>
                                      </p:cBhvr>
                                      <p:tavLst>
                                        <p:tav tm="0">
                                          <p:val>
                                            <p:strVal val="1+#ppt_h/2"/>
                                          </p:val>
                                        </p:tav>
                                        <p:tav tm="100000">
                                          <p:val>
                                            <p:strVal val="#ppt_y"/>
                                          </p:val>
                                        </p:tav>
                                      </p:tavLst>
                                    </p:anim>
                                  </p:childTnLst>
                                </p:cTn>
                              </p:par>
                              <p:par>
                                <p:cTn id="37" presetID="2" presetClass="entr" presetSubtype="4" fill="hold" nodeType="withEffect">
                                  <p:stCondLst>
                                    <p:cond delay="0"/>
                                  </p:stCondLst>
                                  <p:childTnLst>
                                    <p:set>
                                      <p:cBhvr>
                                        <p:cTn id="38" dur="1" fill="hold">
                                          <p:stCondLst>
                                            <p:cond delay="0"/>
                                          </p:stCondLst>
                                        </p:cTn>
                                        <p:tgtEl>
                                          <p:spTgt spid="3">
                                            <p:txEl>
                                              <p:pRg st="8" end="8"/>
                                            </p:txEl>
                                          </p:spTgt>
                                        </p:tgtEl>
                                        <p:attrNameLst>
                                          <p:attrName>style.visibility</p:attrName>
                                        </p:attrNameLst>
                                      </p:cBhvr>
                                      <p:to>
                                        <p:strVal val="visible"/>
                                      </p:to>
                                    </p:set>
                                    <p:anim calcmode="lin" valueType="num">
                                      <p:cBhvr additive="base">
                                        <p:cTn id="39" dur="500" fill="hold"/>
                                        <p:tgtEl>
                                          <p:spTgt spid="3">
                                            <p:txEl>
                                              <p:pRg st="8" end="8"/>
                                            </p:txEl>
                                          </p:spTgt>
                                        </p:tgtEl>
                                        <p:attrNameLst>
                                          <p:attrName>ppt_x</p:attrName>
                                        </p:attrNameLst>
                                      </p:cBhvr>
                                      <p:tavLst>
                                        <p:tav tm="0">
                                          <p:val>
                                            <p:strVal val="#ppt_x"/>
                                          </p:val>
                                        </p:tav>
                                        <p:tav tm="100000">
                                          <p:val>
                                            <p:strVal val="#ppt_x"/>
                                          </p:val>
                                        </p:tav>
                                      </p:tavLst>
                                    </p:anim>
                                    <p:anim calcmode="lin" valueType="num">
                                      <p:cBhvr additive="base">
                                        <p:cTn id="40" dur="500" fill="hold"/>
                                        <p:tgtEl>
                                          <p:spTgt spid="3">
                                            <p:txEl>
                                              <p:pRg st="8" end="8"/>
                                            </p:txEl>
                                          </p:spTgt>
                                        </p:tgtEl>
                                        <p:attrNameLst>
                                          <p:attrName>ppt_y</p:attrName>
                                        </p:attrNameLst>
                                      </p:cBhvr>
                                      <p:tavLst>
                                        <p:tav tm="0">
                                          <p:val>
                                            <p:strVal val="1+#ppt_h/2"/>
                                          </p:val>
                                        </p:tav>
                                        <p:tav tm="100000">
                                          <p:val>
                                            <p:strVal val="#ppt_y"/>
                                          </p:val>
                                        </p:tav>
                                      </p:tavLst>
                                    </p:anim>
                                  </p:childTnLst>
                                </p:cTn>
                              </p:par>
                              <p:par>
                                <p:cTn id="41" presetID="2" presetClass="entr" presetSubtype="4" fill="hold" nodeType="withEffect">
                                  <p:stCondLst>
                                    <p:cond delay="0"/>
                                  </p:stCondLst>
                                  <p:childTnLst>
                                    <p:set>
                                      <p:cBhvr>
                                        <p:cTn id="42" dur="1" fill="hold">
                                          <p:stCondLst>
                                            <p:cond delay="0"/>
                                          </p:stCondLst>
                                        </p:cTn>
                                        <p:tgtEl>
                                          <p:spTgt spid="3">
                                            <p:txEl>
                                              <p:pRg st="9" end="9"/>
                                            </p:txEl>
                                          </p:spTgt>
                                        </p:tgtEl>
                                        <p:attrNameLst>
                                          <p:attrName>style.visibility</p:attrName>
                                        </p:attrNameLst>
                                      </p:cBhvr>
                                      <p:to>
                                        <p:strVal val="visible"/>
                                      </p:to>
                                    </p:set>
                                    <p:anim calcmode="lin" valueType="num">
                                      <p:cBhvr additive="base">
                                        <p:cTn id="43" dur="500" fill="hold"/>
                                        <p:tgtEl>
                                          <p:spTgt spid="3">
                                            <p:txEl>
                                              <p:pRg st="9" end="9"/>
                                            </p:txEl>
                                          </p:spTgt>
                                        </p:tgtEl>
                                        <p:attrNameLst>
                                          <p:attrName>ppt_x</p:attrName>
                                        </p:attrNameLst>
                                      </p:cBhvr>
                                      <p:tavLst>
                                        <p:tav tm="0">
                                          <p:val>
                                            <p:strVal val="#ppt_x"/>
                                          </p:val>
                                        </p:tav>
                                        <p:tav tm="100000">
                                          <p:val>
                                            <p:strVal val="#ppt_x"/>
                                          </p:val>
                                        </p:tav>
                                      </p:tavLst>
                                    </p:anim>
                                    <p:anim calcmode="lin" valueType="num">
                                      <p:cBhvr additive="base">
                                        <p:cTn id="44" dur="500" fill="hold"/>
                                        <p:tgtEl>
                                          <p:spTgt spid="3">
                                            <p:txEl>
                                              <p:pRg st="9" end="9"/>
                                            </p:txEl>
                                          </p:spTgt>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3250" name="标题 1"/>
          <p:cNvSpPr>
            <a:spLocks noGrp="1"/>
          </p:cNvSpPr>
          <p:nvPr>
            <p:ph type="title"/>
          </p:nvPr>
        </p:nvSpPr>
        <p:spPr>
          <a:xfrm>
            <a:off x="107950" y="44450"/>
            <a:ext cx="7343775" cy="792163"/>
          </a:xfrm>
        </p:spPr>
        <p:txBody>
          <a:bodyPr/>
          <a:lstStyle/>
          <a:p>
            <a:r>
              <a:rPr lang="en-US" altLang="zh-CN" smtClean="0"/>
              <a:t>2.8 </a:t>
            </a:r>
            <a:r>
              <a:rPr lang="zh-CN" altLang="en-US" smtClean="0"/>
              <a:t>网络的传输介质</a:t>
            </a:r>
          </a:p>
        </p:txBody>
      </p:sp>
      <p:sp>
        <p:nvSpPr>
          <p:cNvPr id="3" name="内容占位符 2"/>
          <p:cNvSpPr>
            <a:spLocks noGrp="1"/>
          </p:cNvSpPr>
          <p:nvPr>
            <p:ph idx="1"/>
          </p:nvPr>
        </p:nvSpPr>
        <p:spPr>
          <a:xfrm>
            <a:off x="107950" y="981075"/>
            <a:ext cx="8928100" cy="5102225"/>
          </a:xfrm>
        </p:spPr>
        <p:txBody>
          <a:bodyPr/>
          <a:lstStyle/>
          <a:p>
            <a:pPr>
              <a:defRPr/>
            </a:pPr>
            <a:r>
              <a:rPr lang="zh-CN" altLang="en-US" b="1" dirty="0" smtClean="0">
                <a:solidFill>
                  <a:srgbClr val="FF0000"/>
                </a:solidFill>
              </a:rPr>
              <a:t>双绞线</a:t>
            </a:r>
            <a:endParaRPr lang="en-US" altLang="zh-CN" b="1" dirty="0" smtClean="0">
              <a:solidFill>
                <a:srgbClr val="FF0000"/>
              </a:solidFill>
            </a:endParaRPr>
          </a:p>
          <a:p>
            <a:pPr marL="0" indent="0">
              <a:buFont typeface="Wingdings" pitchFamily="2" charset="2"/>
              <a:buNone/>
              <a:defRPr/>
            </a:pPr>
            <a:r>
              <a:rPr lang="zh-CN" altLang="en-US" sz="2800" dirty="0" smtClean="0">
                <a:latin typeface="楷体_GB2312" pitchFamily="49" charset="-122"/>
              </a:rPr>
              <a:t>    无论</a:t>
            </a:r>
            <a:r>
              <a:rPr lang="zh-CN" altLang="en-US" sz="2800" dirty="0">
                <a:latin typeface="楷体_GB2312" pitchFamily="49" charset="-122"/>
              </a:rPr>
              <a:t>对于模拟数据还是对于数字数据，双绞线都是最通用的传输介质</a:t>
            </a:r>
            <a:endParaRPr lang="zh-CN" altLang="en-US" sz="2800" dirty="0"/>
          </a:p>
        </p:txBody>
      </p:sp>
      <p:sp>
        <p:nvSpPr>
          <p:cNvPr id="4" name="灯片编号占位符 3"/>
          <p:cNvSpPr>
            <a:spLocks noGrp="1"/>
          </p:cNvSpPr>
          <p:nvPr>
            <p:ph type="sldNum" sz="quarter" idx="12"/>
          </p:nvPr>
        </p:nvSpPr>
        <p:spPr/>
        <p:txBody>
          <a:bodyPr/>
          <a:lstStyle/>
          <a:p>
            <a:pPr>
              <a:defRPr/>
            </a:pPr>
            <a:fld id="{C97A4267-1B55-4D4A-8673-30EA73788597}" type="slidenum">
              <a:rPr lang="zh-CN" altLang="en-US" smtClean="0"/>
              <a:pPr>
                <a:defRPr/>
              </a:pPr>
              <a:t>38</a:t>
            </a:fld>
            <a:endParaRPr lang="zh-CN" altLang="en-US"/>
          </a:p>
        </p:txBody>
      </p:sp>
      <p:grpSp>
        <p:nvGrpSpPr>
          <p:cNvPr id="5" name="Group 7"/>
          <p:cNvGrpSpPr>
            <a:grpSpLocks/>
          </p:cNvGrpSpPr>
          <p:nvPr/>
        </p:nvGrpSpPr>
        <p:grpSpPr bwMode="auto">
          <a:xfrm>
            <a:off x="2182813" y="2763838"/>
            <a:ext cx="4400550" cy="3373437"/>
            <a:chOff x="340" y="1570"/>
            <a:chExt cx="2772" cy="2125"/>
          </a:xfrm>
        </p:grpSpPr>
        <p:grpSp>
          <p:nvGrpSpPr>
            <p:cNvPr id="53254" name="Group 8"/>
            <p:cNvGrpSpPr>
              <a:grpSpLocks/>
            </p:cNvGrpSpPr>
            <p:nvPr/>
          </p:nvGrpSpPr>
          <p:grpSpPr bwMode="auto">
            <a:xfrm>
              <a:off x="1963" y="2547"/>
              <a:ext cx="1149" cy="1148"/>
              <a:chOff x="1963" y="2547"/>
              <a:chExt cx="1149" cy="1148"/>
            </a:xfrm>
          </p:grpSpPr>
          <p:sp>
            <p:nvSpPr>
              <p:cNvPr id="53282" name="Freeform 9"/>
              <p:cNvSpPr>
                <a:spLocks noChangeArrowheads="1"/>
              </p:cNvSpPr>
              <p:nvPr/>
            </p:nvSpPr>
            <p:spPr bwMode="auto">
              <a:xfrm>
                <a:off x="1963" y="2834"/>
                <a:ext cx="1150" cy="862"/>
              </a:xfrm>
              <a:custGeom>
                <a:avLst/>
                <a:gdLst>
                  <a:gd name="T0" fmla="*/ 0 w 5072"/>
                  <a:gd name="T1" fmla="*/ 2 h 3801"/>
                  <a:gd name="T2" fmla="*/ 0 w 5072"/>
                  <a:gd name="T3" fmla="*/ 2 h 3801"/>
                  <a:gd name="T4" fmla="*/ 0 w 5072"/>
                  <a:gd name="T5" fmla="*/ 2 h 3801"/>
                  <a:gd name="T6" fmla="*/ 0 w 5072"/>
                  <a:gd name="T7" fmla="*/ 2 h 3801"/>
                  <a:gd name="T8" fmla="*/ 0 w 5072"/>
                  <a:gd name="T9" fmla="*/ 2 h 3801"/>
                  <a:gd name="T10" fmla="*/ 1 w 5072"/>
                  <a:gd name="T11" fmla="*/ 2 h 3801"/>
                  <a:gd name="T12" fmla="*/ 1 w 5072"/>
                  <a:gd name="T13" fmla="*/ 2 h 3801"/>
                  <a:gd name="T14" fmla="*/ 1 w 5072"/>
                  <a:gd name="T15" fmla="*/ 2 h 3801"/>
                  <a:gd name="T16" fmla="*/ 1 w 5072"/>
                  <a:gd name="T17" fmla="*/ 2 h 3801"/>
                  <a:gd name="T18" fmla="*/ 1 w 5072"/>
                  <a:gd name="T19" fmla="*/ 2 h 3801"/>
                  <a:gd name="T20" fmla="*/ 1 w 5072"/>
                  <a:gd name="T21" fmla="*/ 2 h 3801"/>
                  <a:gd name="T22" fmla="*/ 2 w 5072"/>
                  <a:gd name="T23" fmla="*/ 2 h 3801"/>
                  <a:gd name="T24" fmla="*/ 2 w 5072"/>
                  <a:gd name="T25" fmla="*/ 2 h 3801"/>
                  <a:gd name="T26" fmla="*/ 2 w 5072"/>
                  <a:gd name="T27" fmla="*/ 2 h 3801"/>
                  <a:gd name="T28" fmla="*/ 2 w 5072"/>
                  <a:gd name="T29" fmla="*/ 2 h 3801"/>
                  <a:gd name="T30" fmla="*/ 2 w 5072"/>
                  <a:gd name="T31" fmla="*/ 2 h 3801"/>
                  <a:gd name="T32" fmla="*/ 2 w 5072"/>
                  <a:gd name="T33" fmla="*/ 2 h 3801"/>
                  <a:gd name="T34" fmla="*/ 2 w 5072"/>
                  <a:gd name="T35" fmla="*/ 2 h 3801"/>
                  <a:gd name="T36" fmla="*/ 2 w 5072"/>
                  <a:gd name="T37" fmla="*/ 2 h 3801"/>
                  <a:gd name="T38" fmla="*/ 2 w 5072"/>
                  <a:gd name="T39" fmla="*/ 2 h 3801"/>
                  <a:gd name="T40" fmla="*/ 2 w 5072"/>
                  <a:gd name="T41" fmla="*/ 2 h 3801"/>
                  <a:gd name="T42" fmla="*/ 3 w 5072"/>
                  <a:gd name="T43" fmla="*/ 2 h 3801"/>
                  <a:gd name="T44" fmla="*/ 3 w 5072"/>
                  <a:gd name="T45" fmla="*/ 2 h 3801"/>
                  <a:gd name="T46" fmla="*/ 3 w 5072"/>
                  <a:gd name="T47" fmla="*/ 2 h 3801"/>
                  <a:gd name="T48" fmla="*/ 3 w 5072"/>
                  <a:gd name="T49" fmla="*/ 2 h 3801"/>
                  <a:gd name="T50" fmla="*/ 3 w 5072"/>
                  <a:gd name="T51" fmla="*/ 0 h 3801"/>
                  <a:gd name="T52" fmla="*/ 0 w 5072"/>
                  <a:gd name="T53" fmla="*/ 0 h 3801"/>
                  <a:gd name="T54" fmla="*/ 0 w 5072"/>
                  <a:gd name="T55" fmla="*/ 2 h 3801"/>
                  <a:gd name="T56" fmla="*/ 0 60000 65536"/>
                  <a:gd name="T57" fmla="*/ 0 60000 65536"/>
                  <a:gd name="T58" fmla="*/ 0 60000 65536"/>
                  <a:gd name="T59" fmla="*/ 0 60000 65536"/>
                  <a:gd name="T60" fmla="*/ 0 60000 65536"/>
                  <a:gd name="T61" fmla="*/ 0 60000 65536"/>
                  <a:gd name="T62" fmla="*/ 0 60000 65536"/>
                  <a:gd name="T63" fmla="*/ 0 60000 65536"/>
                  <a:gd name="T64" fmla="*/ 0 60000 65536"/>
                  <a:gd name="T65" fmla="*/ 0 60000 65536"/>
                  <a:gd name="T66" fmla="*/ 0 60000 65536"/>
                  <a:gd name="T67" fmla="*/ 0 60000 65536"/>
                  <a:gd name="T68" fmla="*/ 0 60000 65536"/>
                  <a:gd name="T69" fmla="*/ 0 60000 65536"/>
                  <a:gd name="T70" fmla="*/ 0 60000 65536"/>
                  <a:gd name="T71" fmla="*/ 0 60000 65536"/>
                  <a:gd name="T72" fmla="*/ 0 60000 65536"/>
                  <a:gd name="T73" fmla="*/ 0 60000 65536"/>
                  <a:gd name="T74" fmla="*/ 0 60000 65536"/>
                  <a:gd name="T75" fmla="*/ 0 60000 65536"/>
                  <a:gd name="T76" fmla="*/ 0 60000 65536"/>
                  <a:gd name="T77" fmla="*/ 0 60000 65536"/>
                  <a:gd name="T78" fmla="*/ 0 60000 65536"/>
                  <a:gd name="T79" fmla="*/ 0 60000 65536"/>
                  <a:gd name="T80" fmla="*/ 0 60000 65536"/>
                  <a:gd name="T81" fmla="*/ 0 60000 65536"/>
                  <a:gd name="T82" fmla="*/ 0 60000 65536"/>
                  <a:gd name="T83" fmla="*/ 0 60000 65536"/>
                </a:gdLst>
                <a:ahLst/>
                <a:cxnLst>
                  <a:cxn ang="T56">
                    <a:pos x="T0" y="T1"/>
                  </a:cxn>
                  <a:cxn ang="T57">
                    <a:pos x="T2" y="T3"/>
                  </a:cxn>
                  <a:cxn ang="T58">
                    <a:pos x="T4" y="T5"/>
                  </a:cxn>
                  <a:cxn ang="T59">
                    <a:pos x="T6" y="T7"/>
                  </a:cxn>
                  <a:cxn ang="T60">
                    <a:pos x="T8" y="T9"/>
                  </a:cxn>
                  <a:cxn ang="T61">
                    <a:pos x="T10" y="T11"/>
                  </a:cxn>
                  <a:cxn ang="T62">
                    <a:pos x="T12" y="T13"/>
                  </a:cxn>
                  <a:cxn ang="T63">
                    <a:pos x="T14" y="T15"/>
                  </a:cxn>
                  <a:cxn ang="T64">
                    <a:pos x="T16" y="T17"/>
                  </a:cxn>
                  <a:cxn ang="T65">
                    <a:pos x="T18" y="T19"/>
                  </a:cxn>
                  <a:cxn ang="T66">
                    <a:pos x="T20" y="T21"/>
                  </a:cxn>
                  <a:cxn ang="T67">
                    <a:pos x="T22" y="T23"/>
                  </a:cxn>
                  <a:cxn ang="T68">
                    <a:pos x="T24" y="T25"/>
                  </a:cxn>
                  <a:cxn ang="T69">
                    <a:pos x="T26" y="T27"/>
                  </a:cxn>
                  <a:cxn ang="T70">
                    <a:pos x="T28" y="T29"/>
                  </a:cxn>
                  <a:cxn ang="T71">
                    <a:pos x="T30" y="T31"/>
                  </a:cxn>
                  <a:cxn ang="T72">
                    <a:pos x="T32" y="T33"/>
                  </a:cxn>
                  <a:cxn ang="T73">
                    <a:pos x="T34" y="T35"/>
                  </a:cxn>
                  <a:cxn ang="T74">
                    <a:pos x="T36" y="T37"/>
                  </a:cxn>
                  <a:cxn ang="T75">
                    <a:pos x="T38" y="T39"/>
                  </a:cxn>
                  <a:cxn ang="T76">
                    <a:pos x="T40" y="T41"/>
                  </a:cxn>
                  <a:cxn ang="T77">
                    <a:pos x="T42" y="T43"/>
                  </a:cxn>
                  <a:cxn ang="T78">
                    <a:pos x="T44" y="T45"/>
                  </a:cxn>
                  <a:cxn ang="T79">
                    <a:pos x="T46" y="T47"/>
                  </a:cxn>
                  <a:cxn ang="T80">
                    <a:pos x="T48" y="T49"/>
                  </a:cxn>
                  <a:cxn ang="T81">
                    <a:pos x="T50" y="T51"/>
                  </a:cxn>
                  <a:cxn ang="T82">
                    <a:pos x="T52" y="T53"/>
                  </a:cxn>
                  <a:cxn ang="T83">
                    <a:pos x="T54" y="T55"/>
                  </a:cxn>
                </a:cxnLst>
                <a:rect l="0" t="0" r="r" b="b"/>
                <a:pathLst>
                  <a:path w="5072" h="3801">
                    <a:moveTo>
                      <a:pt x="0" y="3280"/>
                    </a:moveTo>
                    <a:lnTo>
                      <a:pt x="180" y="3421"/>
                    </a:lnTo>
                    <a:lnTo>
                      <a:pt x="383" y="3540"/>
                    </a:lnTo>
                    <a:lnTo>
                      <a:pt x="595" y="3632"/>
                    </a:lnTo>
                    <a:lnTo>
                      <a:pt x="830" y="3707"/>
                    </a:lnTo>
                    <a:lnTo>
                      <a:pt x="1063" y="3760"/>
                    </a:lnTo>
                    <a:lnTo>
                      <a:pt x="1302" y="3796"/>
                    </a:lnTo>
                    <a:lnTo>
                      <a:pt x="1549" y="3800"/>
                    </a:lnTo>
                    <a:lnTo>
                      <a:pt x="1787" y="3778"/>
                    </a:lnTo>
                    <a:lnTo>
                      <a:pt x="2026" y="3738"/>
                    </a:lnTo>
                    <a:lnTo>
                      <a:pt x="2260" y="3672"/>
                    </a:lnTo>
                    <a:lnTo>
                      <a:pt x="2480" y="3588"/>
                    </a:lnTo>
                    <a:lnTo>
                      <a:pt x="2687" y="3483"/>
                    </a:lnTo>
                    <a:lnTo>
                      <a:pt x="2859" y="3359"/>
                    </a:lnTo>
                    <a:lnTo>
                      <a:pt x="3040" y="3253"/>
                    </a:lnTo>
                    <a:lnTo>
                      <a:pt x="3240" y="3169"/>
                    </a:lnTo>
                    <a:lnTo>
                      <a:pt x="3443" y="3111"/>
                    </a:lnTo>
                    <a:lnTo>
                      <a:pt x="3663" y="3076"/>
                    </a:lnTo>
                    <a:lnTo>
                      <a:pt x="3879" y="3063"/>
                    </a:lnTo>
                    <a:lnTo>
                      <a:pt x="4100" y="3076"/>
                    </a:lnTo>
                    <a:lnTo>
                      <a:pt x="4307" y="3111"/>
                    </a:lnTo>
                    <a:lnTo>
                      <a:pt x="4520" y="3169"/>
                    </a:lnTo>
                    <a:lnTo>
                      <a:pt x="4718" y="3253"/>
                    </a:lnTo>
                    <a:lnTo>
                      <a:pt x="4903" y="3359"/>
                    </a:lnTo>
                    <a:lnTo>
                      <a:pt x="5071" y="3483"/>
                    </a:lnTo>
                    <a:lnTo>
                      <a:pt x="5071" y="0"/>
                    </a:lnTo>
                    <a:lnTo>
                      <a:pt x="0" y="0"/>
                    </a:lnTo>
                    <a:lnTo>
                      <a:pt x="0" y="3280"/>
                    </a:lnTo>
                  </a:path>
                </a:pathLst>
              </a:custGeom>
              <a:gradFill rotWithShape="0">
                <a:gsLst>
                  <a:gs pos="0">
                    <a:srgbClr val="008DB1"/>
                  </a:gs>
                  <a:gs pos="100000">
                    <a:srgbClr val="00CCFF"/>
                  </a:gs>
                </a:gsLst>
                <a:lin ang="0" scaled="1"/>
              </a:gradFill>
              <a:ln w="12600">
                <a:solidFill>
                  <a:srgbClr val="000000"/>
                </a:solidFill>
                <a:round/>
                <a:headEnd/>
                <a:tailEnd/>
              </a:ln>
            </p:spPr>
            <p:txBody>
              <a:bodyPr wrap="none" anchor="ctr"/>
              <a:lstStyle/>
              <a:p>
                <a:endParaRPr lang="zh-CN" altLang="en-US"/>
              </a:p>
            </p:txBody>
          </p:sp>
          <p:sp>
            <p:nvSpPr>
              <p:cNvPr id="53283" name="Freeform 10"/>
              <p:cNvSpPr>
                <a:spLocks noChangeArrowheads="1"/>
              </p:cNvSpPr>
              <p:nvPr/>
            </p:nvSpPr>
            <p:spPr bwMode="auto">
              <a:xfrm>
                <a:off x="1963" y="2547"/>
                <a:ext cx="1150" cy="575"/>
              </a:xfrm>
              <a:custGeom>
                <a:avLst/>
                <a:gdLst>
                  <a:gd name="T0" fmla="*/ 0 w 5072"/>
                  <a:gd name="T1" fmla="*/ 1 h 2535"/>
                  <a:gd name="T2" fmla="*/ 0 w 5072"/>
                  <a:gd name="T3" fmla="*/ 1 h 2535"/>
                  <a:gd name="T4" fmla="*/ 0 w 5072"/>
                  <a:gd name="T5" fmla="*/ 1 h 2535"/>
                  <a:gd name="T6" fmla="*/ 0 w 5072"/>
                  <a:gd name="T7" fmla="*/ 0 h 2535"/>
                  <a:gd name="T8" fmla="*/ 0 w 5072"/>
                  <a:gd name="T9" fmla="*/ 0 h 2535"/>
                  <a:gd name="T10" fmla="*/ 0 w 5072"/>
                  <a:gd name="T11" fmla="*/ 0 h 2535"/>
                  <a:gd name="T12" fmla="*/ 0 w 5072"/>
                  <a:gd name="T13" fmla="*/ 0 h 2535"/>
                  <a:gd name="T14" fmla="*/ 0 w 5072"/>
                  <a:gd name="T15" fmla="*/ 0 h 2535"/>
                  <a:gd name="T16" fmla="*/ 0 w 5072"/>
                  <a:gd name="T17" fmla="*/ 0 h 2535"/>
                  <a:gd name="T18" fmla="*/ 1 w 5072"/>
                  <a:gd name="T19" fmla="*/ 0 h 2535"/>
                  <a:gd name="T20" fmla="*/ 1 w 5072"/>
                  <a:gd name="T21" fmla="*/ 0 h 2535"/>
                  <a:gd name="T22" fmla="*/ 1 w 5072"/>
                  <a:gd name="T23" fmla="*/ 0 h 2535"/>
                  <a:gd name="T24" fmla="*/ 1 w 5072"/>
                  <a:gd name="T25" fmla="*/ 0 h 2535"/>
                  <a:gd name="T26" fmla="*/ 1 w 5072"/>
                  <a:gd name="T27" fmla="*/ 0 h 2535"/>
                  <a:gd name="T28" fmla="*/ 1 w 5072"/>
                  <a:gd name="T29" fmla="*/ 0 h 2535"/>
                  <a:gd name="T30" fmla="*/ 2 w 5072"/>
                  <a:gd name="T31" fmla="*/ 0 h 2535"/>
                  <a:gd name="T32" fmla="*/ 2 w 5072"/>
                  <a:gd name="T33" fmla="*/ 0 h 2535"/>
                  <a:gd name="T34" fmla="*/ 2 w 5072"/>
                  <a:gd name="T35" fmla="*/ 0 h 2535"/>
                  <a:gd name="T36" fmla="*/ 2 w 5072"/>
                  <a:gd name="T37" fmla="*/ 0 h 2535"/>
                  <a:gd name="T38" fmla="*/ 2 w 5072"/>
                  <a:gd name="T39" fmla="*/ 0 h 2535"/>
                  <a:gd name="T40" fmla="*/ 2 w 5072"/>
                  <a:gd name="T41" fmla="*/ 0 h 2535"/>
                  <a:gd name="T42" fmla="*/ 2 w 5072"/>
                  <a:gd name="T43" fmla="*/ 0 h 2535"/>
                  <a:gd name="T44" fmla="*/ 2 w 5072"/>
                  <a:gd name="T45" fmla="*/ 0 h 2535"/>
                  <a:gd name="T46" fmla="*/ 3 w 5072"/>
                  <a:gd name="T47" fmla="*/ 0 h 2535"/>
                  <a:gd name="T48" fmla="*/ 3 w 5072"/>
                  <a:gd name="T49" fmla="*/ 0 h 2535"/>
                  <a:gd name="T50" fmla="*/ 3 w 5072"/>
                  <a:gd name="T51" fmla="*/ 0 h 2535"/>
                  <a:gd name="T52" fmla="*/ 3 w 5072"/>
                  <a:gd name="T53" fmla="*/ 0 h 2535"/>
                  <a:gd name="T54" fmla="*/ 3 w 5072"/>
                  <a:gd name="T55" fmla="*/ 0 h 2535"/>
                  <a:gd name="T56" fmla="*/ 3 w 5072"/>
                  <a:gd name="T57" fmla="*/ 1 h 2535"/>
                  <a:gd name="T58" fmla="*/ 3 w 5072"/>
                  <a:gd name="T59" fmla="*/ 1 h 2535"/>
                  <a:gd name="T60" fmla="*/ 3 w 5072"/>
                  <a:gd name="T61" fmla="*/ 1 h 2535"/>
                  <a:gd name="T62" fmla="*/ 3 w 5072"/>
                  <a:gd name="T63" fmla="*/ 1 h 2535"/>
                  <a:gd name="T64" fmla="*/ 3 w 5072"/>
                  <a:gd name="T65" fmla="*/ 1 h 2535"/>
                  <a:gd name="T66" fmla="*/ 3 w 5072"/>
                  <a:gd name="T67" fmla="*/ 1 h 2535"/>
                  <a:gd name="T68" fmla="*/ 3 w 5072"/>
                  <a:gd name="T69" fmla="*/ 1 h 2535"/>
                  <a:gd name="T70" fmla="*/ 3 w 5072"/>
                  <a:gd name="T71" fmla="*/ 1 h 2535"/>
                  <a:gd name="T72" fmla="*/ 3 w 5072"/>
                  <a:gd name="T73" fmla="*/ 1 h 2535"/>
                  <a:gd name="T74" fmla="*/ 3 w 5072"/>
                  <a:gd name="T75" fmla="*/ 1 h 2535"/>
                  <a:gd name="T76" fmla="*/ 2 w 5072"/>
                  <a:gd name="T77" fmla="*/ 1 h 2535"/>
                  <a:gd name="T78" fmla="*/ 2 w 5072"/>
                  <a:gd name="T79" fmla="*/ 1 h 2535"/>
                  <a:gd name="T80" fmla="*/ 2 w 5072"/>
                  <a:gd name="T81" fmla="*/ 1 h 2535"/>
                  <a:gd name="T82" fmla="*/ 2 w 5072"/>
                  <a:gd name="T83" fmla="*/ 1 h 2535"/>
                  <a:gd name="T84" fmla="*/ 2 w 5072"/>
                  <a:gd name="T85" fmla="*/ 2 h 2535"/>
                  <a:gd name="T86" fmla="*/ 2 w 5072"/>
                  <a:gd name="T87" fmla="*/ 2 h 2535"/>
                  <a:gd name="T88" fmla="*/ 2 w 5072"/>
                  <a:gd name="T89" fmla="*/ 2 h 2535"/>
                  <a:gd name="T90" fmla="*/ 2 w 5072"/>
                  <a:gd name="T91" fmla="*/ 2 h 2535"/>
                  <a:gd name="T92" fmla="*/ 1 w 5072"/>
                  <a:gd name="T93" fmla="*/ 2 h 2535"/>
                  <a:gd name="T94" fmla="*/ 1 w 5072"/>
                  <a:gd name="T95" fmla="*/ 2 h 2535"/>
                  <a:gd name="T96" fmla="*/ 1 w 5072"/>
                  <a:gd name="T97" fmla="*/ 2 h 2535"/>
                  <a:gd name="T98" fmla="*/ 1 w 5072"/>
                  <a:gd name="T99" fmla="*/ 1 h 2535"/>
                  <a:gd name="T100" fmla="*/ 1 w 5072"/>
                  <a:gd name="T101" fmla="*/ 1 h 2535"/>
                  <a:gd name="T102" fmla="*/ 1 w 5072"/>
                  <a:gd name="T103" fmla="*/ 1 h 2535"/>
                  <a:gd name="T104" fmla="*/ 0 w 5072"/>
                  <a:gd name="T105" fmla="*/ 1 h 2535"/>
                  <a:gd name="T106" fmla="*/ 0 w 5072"/>
                  <a:gd name="T107" fmla="*/ 1 h 2535"/>
                  <a:gd name="T108" fmla="*/ 0 w 5072"/>
                  <a:gd name="T109" fmla="*/ 1 h 2535"/>
                  <a:gd name="T110" fmla="*/ 0 w 5072"/>
                  <a:gd name="T111" fmla="*/ 1 h 2535"/>
                  <a:gd name="T112" fmla="*/ 0 w 5072"/>
                  <a:gd name="T113" fmla="*/ 1 h 2535"/>
                  <a:gd name="T114" fmla="*/ 0 w 5072"/>
                  <a:gd name="T115" fmla="*/ 1 h 2535"/>
                  <a:gd name="T116" fmla="*/ 0 w 5072"/>
                  <a:gd name="T117" fmla="*/ 1 h 2535"/>
                  <a:gd name="T118" fmla="*/ 0 w 5072"/>
                  <a:gd name="T119" fmla="*/ 1 h 2535"/>
                  <a:gd name="T120" fmla="*/ 0 w 5072"/>
                  <a:gd name="T121" fmla="*/ 1 h 2535"/>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 name="T135" fmla="*/ 0 60000 65536"/>
                  <a:gd name="T136" fmla="*/ 0 60000 65536"/>
                  <a:gd name="T137" fmla="*/ 0 60000 65536"/>
                  <a:gd name="T138" fmla="*/ 0 60000 65536"/>
                  <a:gd name="T139" fmla="*/ 0 60000 65536"/>
                  <a:gd name="T140" fmla="*/ 0 60000 65536"/>
                  <a:gd name="T141" fmla="*/ 0 60000 65536"/>
                  <a:gd name="T142" fmla="*/ 0 60000 65536"/>
                  <a:gd name="T143" fmla="*/ 0 60000 65536"/>
                  <a:gd name="T144" fmla="*/ 0 60000 65536"/>
                  <a:gd name="T145" fmla="*/ 0 60000 65536"/>
                  <a:gd name="T146" fmla="*/ 0 60000 65536"/>
                  <a:gd name="T147" fmla="*/ 0 60000 65536"/>
                  <a:gd name="T148" fmla="*/ 0 60000 65536"/>
                  <a:gd name="T149" fmla="*/ 0 60000 65536"/>
                  <a:gd name="T150" fmla="*/ 0 60000 65536"/>
                  <a:gd name="T151" fmla="*/ 0 60000 65536"/>
                  <a:gd name="T152" fmla="*/ 0 60000 65536"/>
                  <a:gd name="T153" fmla="*/ 0 60000 65536"/>
                  <a:gd name="T154" fmla="*/ 0 60000 65536"/>
                  <a:gd name="T155" fmla="*/ 0 60000 65536"/>
                  <a:gd name="T156" fmla="*/ 0 60000 65536"/>
                  <a:gd name="T157" fmla="*/ 0 60000 65536"/>
                  <a:gd name="T158" fmla="*/ 0 60000 65536"/>
                  <a:gd name="T159" fmla="*/ 0 60000 65536"/>
                  <a:gd name="T160" fmla="*/ 0 60000 65536"/>
                  <a:gd name="T161" fmla="*/ 0 60000 65536"/>
                  <a:gd name="T162" fmla="*/ 0 60000 65536"/>
                  <a:gd name="T163" fmla="*/ 0 60000 65536"/>
                  <a:gd name="T164" fmla="*/ 0 60000 65536"/>
                  <a:gd name="T165" fmla="*/ 0 60000 65536"/>
                  <a:gd name="T166" fmla="*/ 0 60000 65536"/>
                  <a:gd name="T167" fmla="*/ 0 60000 65536"/>
                  <a:gd name="T168" fmla="*/ 0 60000 65536"/>
                  <a:gd name="T169" fmla="*/ 0 60000 65536"/>
                  <a:gd name="T170" fmla="*/ 0 60000 65536"/>
                  <a:gd name="T171" fmla="*/ 0 60000 65536"/>
                  <a:gd name="T172" fmla="*/ 0 60000 65536"/>
                  <a:gd name="T173" fmla="*/ 0 60000 65536"/>
                  <a:gd name="T174" fmla="*/ 0 60000 65536"/>
                  <a:gd name="T175" fmla="*/ 0 60000 65536"/>
                  <a:gd name="T176" fmla="*/ 0 60000 65536"/>
                  <a:gd name="T177" fmla="*/ 0 60000 65536"/>
                  <a:gd name="T178" fmla="*/ 0 60000 65536"/>
                  <a:gd name="T179" fmla="*/ 0 60000 65536"/>
                  <a:gd name="T180" fmla="*/ 0 60000 65536"/>
                  <a:gd name="T181" fmla="*/ 0 60000 65536"/>
                  <a:gd name="T182" fmla="*/ 0 60000 65536"/>
                </a:gdLst>
                <a:ahLst/>
                <a:cxnLst>
                  <a:cxn ang="T122">
                    <a:pos x="T0" y="T1"/>
                  </a:cxn>
                  <a:cxn ang="T123">
                    <a:pos x="T2" y="T3"/>
                  </a:cxn>
                  <a:cxn ang="T124">
                    <a:pos x="T4" y="T5"/>
                  </a:cxn>
                  <a:cxn ang="T125">
                    <a:pos x="T6" y="T7"/>
                  </a:cxn>
                  <a:cxn ang="T126">
                    <a:pos x="T8" y="T9"/>
                  </a:cxn>
                  <a:cxn ang="T127">
                    <a:pos x="T10" y="T11"/>
                  </a:cxn>
                  <a:cxn ang="T128">
                    <a:pos x="T12" y="T13"/>
                  </a:cxn>
                  <a:cxn ang="T129">
                    <a:pos x="T14" y="T15"/>
                  </a:cxn>
                  <a:cxn ang="T130">
                    <a:pos x="T16" y="T17"/>
                  </a:cxn>
                  <a:cxn ang="T131">
                    <a:pos x="T18" y="T19"/>
                  </a:cxn>
                  <a:cxn ang="T132">
                    <a:pos x="T20" y="T21"/>
                  </a:cxn>
                  <a:cxn ang="T133">
                    <a:pos x="T22" y="T23"/>
                  </a:cxn>
                  <a:cxn ang="T134">
                    <a:pos x="T24" y="T25"/>
                  </a:cxn>
                  <a:cxn ang="T135">
                    <a:pos x="T26" y="T27"/>
                  </a:cxn>
                  <a:cxn ang="T136">
                    <a:pos x="T28" y="T29"/>
                  </a:cxn>
                  <a:cxn ang="T137">
                    <a:pos x="T30" y="T31"/>
                  </a:cxn>
                  <a:cxn ang="T138">
                    <a:pos x="T32" y="T33"/>
                  </a:cxn>
                  <a:cxn ang="T139">
                    <a:pos x="T34" y="T35"/>
                  </a:cxn>
                  <a:cxn ang="T140">
                    <a:pos x="T36" y="T37"/>
                  </a:cxn>
                  <a:cxn ang="T141">
                    <a:pos x="T38" y="T39"/>
                  </a:cxn>
                  <a:cxn ang="T142">
                    <a:pos x="T40" y="T41"/>
                  </a:cxn>
                  <a:cxn ang="T143">
                    <a:pos x="T42" y="T43"/>
                  </a:cxn>
                  <a:cxn ang="T144">
                    <a:pos x="T44" y="T45"/>
                  </a:cxn>
                  <a:cxn ang="T145">
                    <a:pos x="T46" y="T47"/>
                  </a:cxn>
                  <a:cxn ang="T146">
                    <a:pos x="T48" y="T49"/>
                  </a:cxn>
                  <a:cxn ang="T147">
                    <a:pos x="T50" y="T51"/>
                  </a:cxn>
                  <a:cxn ang="T148">
                    <a:pos x="T52" y="T53"/>
                  </a:cxn>
                  <a:cxn ang="T149">
                    <a:pos x="T54" y="T55"/>
                  </a:cxn>
                  <a:cxn ang="T150">
                    <a:pos x="T56" y="T57"/>
                  </a:cxn>
                  <a:cxn ang="T151">
                    <a:pos x="T58" y="T59"/>
                  </a:cxn>
                  <a:cxn ang="T152">
                    <a:pos x="T60" y="T61"/>
                  </a:cxn>
                  <a:cxn ang="T153">
                    <a:pos x="T62" y="T63"/>
                  </a:cxn>
                  <a:cxn ang="T154">
                    <a:pos x="T64" y="T65"/>
                  </a:cxn>
                  <a:cxn ang="T155">
                    <a:pos x="T66" y="T67"/>
                  </a:cxn>
                  <a:cxn ang="T156">
                    <a:pos x="T68" y="T69"/>
                  </a:cxn>
                  <a:cxn ang="T157">
                    <a:pos x="T70" y="T71"/>
                  </a:cxn>
                  <a:cxn ang="T158">
                    <a:pos x="T72" y="T73"/>
                  </a:cxn>
                  <a:cxn ang="T159">
                    <a:pos x="T74" y="T75"/>
                  </a:cxn>
                  <a:cxn ang="T160">
                    <a:pos x="T76" y="T77"/>
                  </a:cxn>
                  <a:cxn ang="T161">
                    <a:pos x="T78" y="T79"/>
                  </a:cxn>
                  <a:cxn ang="T162">
                    <a:pos x="T80" y="T81"/>
                  </a:cxn>
                  <a:cxn ang="T163">
                    <a:pos x="T82" y="T83"/>
                  </a:cxn>
                  <a:cxn ang="T164">
                    <a:pos x="T84" y="T85"/>
                  </a:cxn>
                  <a:cxn ang="T165">
                    <a:pos x="T86" y="T87"/>
                  </a:cxn>
                  <a:cxn ang="T166">
                    <a:pos x="T88" y="T89"/>
                  </a:cxn>
                  <a:cxn ang="T167">
                    <a:pos x="T90" y="T91"/>
                  </a:cxn>
                  <a:cxn ang="T168">
                    <a:pos x="T92" y="T93"/>
                  </a:cxn>
                  <a:cxn ang="T169">
                    <a:pos x="T94" y="T95"/>
                  </a:cxn>
                  <a:cxn ang="T170">
                    <a:pos x="T96" y="T97"/>
                  </a:cxn>
                  <a:cxn ang="T171">
                    <a:pos x="T98" y="T99"/>
                  </a:cxn>
                  <a:cxn ang="T172">
                    <a:pos x="T100" y="T101"/>
                  </a:cxn>
                  <a:cxn ang="T173">
                    <a:pos x="T102" y="T103"/>
                  </a:cxn>
                  <a:cxn ang="T174">
                    <a:pos x="T104" y="T105"/>
                  </a:cxn>
                  <a:cxn ang="T175">
                    <a:pos x="T106" y="T107"/>
                  </a:cxn>
                  <a:cxn ang="T176">
                    <a:pos x="T108" y="T109"/>
                  </a:cxn>
                  <a:cxn ang="T177">
                    <a:pos x="T110" y="T111"/>
                  </a:cxn>
                  <a:cxn ang="T178">
                    <a:pos x="T112" y="T113"/>
                  </a:cxn>
                  <a:cxn ang="T179">
                    <a:pos x="T114" y="T115"/>
                  </a:cxn>
                  <a:cxn ang="T180">
                    <a:pos x="T116" y="T117"/>
                  </a:cxn>
                  <a:cxn ang="T181">
                    <a:pos x="T118" y="T119"/>
                  </a:cxn>
                  <a:cxn ang="T182">
                    <a:pos x="T120" y="T121"/>
                  </a:cxn>
                </a:cxnLst>
                <a:rect l="0" t="0" r="r" b="b"/>
                <a:pathLst>
                  <a:path w="5072" h="2535">
                    <a:moveTo>
                      <a:pt x="0" y="1267"/>
                    </a:moveTo>
                    <a:lnTo>
                      <a:pt x="13" y="1134"/>
                    </a:lnTo>
                    <a:lnTo>
                      <a:pt x="48" y="1002"/>
                    </a:lnTo>
                    <a:lnTo>
                      <a:pt x="119" y="874"/>
                    </a:lnTo>
                    <a:lnTo>
                      <a:pt x="216" y="746"/>
                    </a:lnTo>
                    <a:lnTo>
                      <a:pt x="335" y="636"/>
                    </a:lnTo>
                    <a:lnTo>
                      <a:pt x="476" y="520"/>
                    </a:lnTo>
                    <a:lnTo>
                      <a:pt x="649" y="414"/>
                    </a:lnTo>
                    <a:lnTo>
                      <a:pt x="838" y="326"/>
                    </a:lnTo>
                    <a:lnTo>
                      <a:pt x="1041" y="242"/>
                    </a:lnTo>
                    <a:lnTo>
                      <a:pt x="1266" y="172"/>
                    </a:lnTo>
                    <a:lnTo>
                      <a:pt x="1500" y="105"/>
                    </a:lnTo>
                    <a:lnTo>
                      <a:pt x="1747" y="57"/>
                    </a:lnTo>
                    <a:lnTo>
                      <a:pt x="2008" y="30"/>
                    </a:lnTo>
                    <a:lnTo>
                      <a:pt x="2268" y="8"/>
                    </a:lnTo>
                    <a:lnTo>
                      <a:pt x="2533" y="0"/>
                    </a:lnTo>
                    <a:lnTo>
                      <a:pt x="2793" y="8"/>
                    </a:lnTo>
                    <a:lnTo>
                      <a:pt x="3054" y="30"/>
                    </a:lnTo>
                    <a:lnTo>
                      <a:pt x="3315" y="57"/>
                    </a:lnTo>
                    <a:lnTo>
                      <a:pt x="3562" y="105"/>
                    </a:lnTo>
                    <a:lnTo>
                      <a:pt x="3804" y="172"/>
                    </a:lnTo>
                    <a:lnTo>
                      <a:pt x="4020" y="242"/>
                    </a:lnTo>
                    <a:lnTo>
                      <a:pt x="4232" y="326"/>
                    </a:lnTo>
                    <a:lnTo>
                      <a:pt x="4413" y="414"/>
                    </a:lnTo>
                    <a:lnTo>
                      <a:pt x="4586" y="520"/>
                    </a:lnTo>
                    <a:lnTo>
                      <a:pt x="4727" y="636"/>
                    </a:lnTo>
                    <a:lnTo>
                      <a:pt x="4851" y="746"/>
                    </a:lnTo>
                    <a:lnTo>
                      <a:pt x="4943" y="874"/>
                    </a:lnTo>
                    <a:lnTo>
                      <a:pt x="5014" y="1002"/>
                    </a:lnTo>
                    <a:lnTo>
                      <a:pt x="5058" y="1134"/>
                    </a:lnTo>
                    <a:lnTo>
                      <a:pt x="5071" y="1267"/>
                    </a:lnTo>
                    <a:lnTo>
                      <a:pt x="5058" y="1395"/>
                    </a:lnTo>
                    <a:lnTo>
                      <a:pt x="5014" y="1527"/>
                    </a:lnTo>
                    <a:lnTo>
                      <a:pt x="4943" y="1655"/>
                    </a:lnTo>
                    <a:lnTo>
                      <a:pt x="4851" y="1783"/>
                    </a:lnTo>
                    <a:lnTo>
                      <a:pt x="4727" y="1903"/>
                    </a:lnTo>
                    <a:lnTo>
                      <a:pt x="4586" y="2009"/>
                    </a:lnTo>
                    <a:lnTo>
                      <a:pt x="4413" y="2115"/>
                    </a:lnTo>
                    <a:lnTo>
                      <a:pt x="4232" y="2203"/>
                    </a:lnTo>
                    <a:lnTo>
                      <a:pt x="4020" y="2287"/>
                    </a:lnTo>
                    <a:lnTo>
                      <a:pt x="3804" y="2366"/>
                    </a:lnTo>
                    <a:lnTo>
                      <a:pt x="3562" y="2424"/>
                    </a:lnTo>
                    <a:lnTo>
                      <a:pt x="3315" y="2472"/>
                    </a:lnTo>
                    <a:lnTo>
                      <a:pt x="3054" y="2508"/>
                    </a:lnTo>
                    <a:lnTo>
                      <a:pt x="2793" y="2530"/>
                    </a:lnTo>
                    <a:lnTo>
                      <a:pt x="2533" y="2534"/>
                    </a:lnTo>
                    <a:lnTo>
                      <a:pt x="2268" y="2530"/>
                    </a:lnTo>
                    <a:lnTo>
                      <a:pt x="2008" y="2508"/>
                    </a:lnTo>
                    <a:lnTo>
                      <a:pt x="1747" y="2472"/>
                    </a:lnTo>
                    <a:lnTo>
                      <a:pt x="1500" y="2424"/>
                    </a:lnTo>
                    <a:lnTo>
                      <a:pt x="1266" y="2366"/>
                    </a:lnTo>
                    <a:lnTo>
                      <a:pt x="1041" y="2287"/>
                    </a:lnTo>
                    <a:lnTo>
                      <a:pt x="838" y="2203"/>
                    </a:lnTo>
                    <a:lnTo>
                      <a:pt x="649" y="2115"/>
                    </a:lnTo>
                    <a:lnTo>
                      <a:pt x="476" y="2009"/>
                    </a:lnTo>
                    <a:lnTo>
                      <a:pt x="335" y="1903"/>
                    </a:lnTo>
                    <a:lnTo>
                      <a:pt x="216" y="1783"/>
                    </a:lnTo>
                    <a:lnTo>
                      <a:pt x="119" y="1655"/>
                    </a:lnTo>
                    <a:lnTo>
                      <a:pt x="48" y="1527"/>
                    </a:lnTo>
                    <a:lnTo>
                      <a:pt x="13" y="1395"/>
                    </a:lnTo>
                    <a:lnTo>
                      <a:pt x="0" y="1267"/>
                    </a:lnTo>
                  </a:path>
                </a:pathLst>
              </a:custGeom>
              <a:gradFill rotWithShape="0">
                <a:gsLst>
                  <a:gs pos="0">
                    <a:srgbClr val="00CCFF"/>
                  </a:gs>
                  <a:gs pos="100000">
                    <a:srgbClr val="008DB1"/>
                  </a:gs>
                </a:gsLst>
                <a:lin ang="0" scaled="1"/>
              </a:gradFill>
              <a:ln w="12600">
                <a:solidFill>
                  <a:srgbClr val="000000"/>
                </a:solidFill>
                <a:round/>
                <a:headEnd/>
                <a:tailEnd/>
              </a:ln>
            </p:spPr>
            <p:txBody>
              <a:bodyPr wrap="none" anchor="ctr"/>
              <a:lstStyle/>
              <a:p>
                <a:endParaRPr lang="zh-CN" altLang="en-US"/>
              </a:p>
            </p:txBody>
          </p:sp>
        </p:grpSp>
        <p:grpSp>
          <p:nvGrpSpPr>
            <p:cNvPr id="53255" name="Group 11"/>
            <p:cNvGrpSpPr>
              <a:grpSpLocks/>
            </p:cNvGrpSpPr>
            <p:nvPr/>
          </p:nvGrpSpPr>
          <p:grpSpPr bwMode="auto">
            <a:xfrm>
              <a:off x="2106" y="2225"/>
              <a:ext cx="862" cy="802"/>
              <a:chOff x="2106" y="2225"/>
              <a:chExt cx="862" cy="802"/>
            </a:xfrm>
          </p:grpSpPr>
          <p:sp>
            <p:nvSpPr>
              <p:cNvPr id="53280" name="Freeform 12"/>
              <p:cNvSpPr>
                <a:spLocks noChangeArrowheads="1"/>
              </p:cNvSpPr>
              <p:nvPr/>
            </p:nvSpPr>
            <p:spPr bwMode="auto">
              <a:xfrm>
                <a:off x="2106" y="2458"/>
                <a:ext cx="863" cy="570"/>
              </a:xfrm>
              <a:custGeom>
                <a:avLst/>
                <a:gdLst>
                  <a:gd name="T0" fmla="*/ 0 w 3807"/>
                  <a:gd name="T1" fmla="*/ 1 h 2513"/>
                  <a:gd name="T2" fmla="*/ 0 w 3807"/>
                  <a:gd name="T3" fmla="*/ 1 h 2513"/>
                  <a:gd name="T4" fmla="*/ 0 w 3807"/>
                  <a:gd name="T5" fmla="*/ 1 h 2513"/>
                  <a:gd name="T6" fmla="*/ 0 w 3807"/>
                  <a:gd name="T7" fmla="*/ 1 h 2513"/>
                  <a:gd name="T8" fmla="*/ 0 w 3807"/>
                  <a:gd name="T9" fmla="*/ 1 h 2513"/>
                  <a:gd name="T10" fmla="*/ 1 w 3807"/>
                  <a:gd name="T11" fmla="*/ 1 h 2513"/>
                  <a:gd name="T12" fmla="*/ 1 w 3807"/>
                  <a:gd name="T13" fmla="*/ 2 h 2513"/>
                  <a:gd name="T14" fmla="*/ 1 w 3807"/>
                  <a:gd name="T15" fmla="*/ 2 h 2513"/>
                  <a:gd name="T16" fmla="*/ 1 w 3807"/>
                  <a:gd name="T17" fmla="*/ 2 h 2513"/>
                  <a:gd name="T18" fmla="*/ 1 w 3807"/>
                  <a:gd name="T19" fmla="*/ 2 h 2513"/>
                  <a:gd name="T20" fmla="*/ 2 w 3807"/>
                  <a:gd name="T21" fmla="*/ 1 h 2513"/>
                  <a:gd name="T22" fmla="*/ 2 w 3807"/>
                  <a:gd name="T23" fmla="*/ 1 h 2513"/>
                  <a:gd name="T24" fmla="*/ 2 w 3807"/>
                  <a:gd name="T25" fmla="*/ 1 h 2513"/>
                  <a:gd name="T26" fmla="*/ 2 w 3807"/>
                  <a:gd name="T27" fmla="*/ 1 h 2513"/>
                  <a:gd name="T28" fmla="*/ 2 w 3807"/>
                  <a:gd name="T29" fmla="*/ 1 h 2513"/>
                  <a:gd name="T30" fmla="*/ 2 w 3807"/>
                  <a:gd name="T31" fmla="*/ 1 h 2513"/>
                  <a:gd name="T32" fmla="*/ 2 w 3807"/>
                  <a:gd name="T33" fmla="*/ 0 h 2513"/>
                  <a:gd name="T34" fmla="*/ 0 w 3807"/>
                  <a:gd name="T35" fmla="*/ 0 h 2513"/>
                  <a:gd name="T36" fmla="*/ 0 w 3807"/>
                  <a:gd name="T37" fmla="*/ 1 h 2513"/>
                  <a:gd name="T38" fmla="*/ 0 60000 65536"/>
                  <a:gd name="T39" fmla="*/ 0 60000 65536"/>
                  <a:gd name="T40" fmla="*/ 0 60000 65536"/>
                  <a:gd name="T41" fmla="*/ 0 60000 65536"/>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60000 65536"/>
                  <a:gd name="T52" fmla="*/ 0 60000 65536"/>
                  <a:gd name="T53" fmla="*/ 0 60000 65536"/>
                  <a:gd name="T54" fmla="*/ 0 60000 65536"/>
                  <a:gd name="T55" fmla="*/ 0 60000 65536"/>
                  <a:gd name="T56" fmla="*/ 0 60000 65536"/>
                </a:gdLst>
                <a:ahLst/>
                <a:cxnLst>
                  <a:cxn ang="T38">
                    <a:pos x="T0" y="T1"/>
                  </a:cxn>
                  <a:cxn ang="T39">
                    <a:pos x="T2" y="T3"/>
                  </a:cxn>
                  <a:cxn ang="T40">
                    <a:pos x="T4" y="T5"/>
                  </a:cxn>
                  <a:cxn ang="T41">
                    <a:pos x="T6" y="T7"/>
                  </a:cxn>
                  <a:cxn ang="T42">
                    <a:pos x="T8" y="T9"/>
                  </a:cxn>
                  <a:cxn ang="T43">
                    <a:pos x="T10" y="T11"/>
                  </a:cxn>
                  <a:cxn ang="T44">
                    <a:pos x="T12" y="T13"/>
                  </a:cxn>
                  <a:cxn ang="T45">
                    <a:pos x="T14" y="T15"/>
                  </a:cxn>
                  <a:cxn ang="T46">
                    <a:pos x="T16" y="T17"/>
                  </a:cxn>
                  <a:cxn ang="T47">
                    <a:pos x="T18" y="T19"/>
                  </a:cxn>
                  <a:cxn ang="T48">
                    <a:pos x="T20" y="T21"/>
                  </a:cxn>
                  <a:cxn ang="T49">
                    <a:pos x="T22" y="T23"/>
                  </a:cxn>
                  <a:cxn ang="T50">
                    <a:pos x="T24" y="T25"/>
                  </a:cxn>
                  <a:cxn ang="T51">
                    <a:pos x="T26" y="T27"/>
                  </a:cxn>
                  <a:cxn ang="T52">
                    <a:pos x="T28" y="T29"/>
                  </a:cxn>
                  <a:cxn ang="T53">
                    <a:pos x="T30" y="T31"/>
                  </a:cxn>
                  <a:cxn ang="T54">
                    <a:pos x="T32" y="T33"/>
                  </a:cxn>
                  <a:cxn ang="T55">
                    <a:pos x="T34" y="T35"/>
                  </a:cxn>
                  <a:cxn ang="T56">
                    <a:pos x="T36" y="T37"/>
                  </a:cxn>
                </a:cxnLst>
                <a:rect l="0" t="0" r="r" b="b"/>
                <a:pathLst>
                  <a:path w="3807" h="2513">
                    <a:moveTo>
                      <a:pt x="0" y="1704"/>
                    </a:moveTo>
                    <a:lnTo>
                      <a:pt x="211" y="1894"/>
                    </a:lnTo>
                    <a:lnTo>
                      <a:pt x="436" y="2071"/>
                    </a:lnTo>
                    <a:lnTo>
                      <a:pt x="684" y="2217"/>
                    </a:lnTo>
                    <a:lnTo>
                      <a:pt x="945" y="2327"/>
                    </a:lnTo>
                    <a:lnTo>
                      <a:pt x="1214" y="2419"/>
                    </a:lnTo>
                    <a:lnTo>
                      <a:pt x="1484" y="2481"/>
                    </a:lnTo>
                    <a:lnTo>
                      <a:pt x="1762" y="2512"/>
                    </a:lnTo>
                    <a:lnTo>
                      <a:pt x="2040" y="2512"/>
                    </a:lnTo>
                    <a:lnTo>
                      <a:pt x="2317" y="2481"/>
                    </a:lnTo>
                    <a:lnTo>
                      <a:pt x="2596" y="2419"/>
                    </a:lnTo>
                    <a:lnTo>
                      <a:pt x="2861" y="2327"/>
                    </a:lnTo>
                    <a:lnTo>
                      <a:pt x="3117" y="2217"/>
                    </a:lnTo>
                    <a:lnTo>
                      <a:pt x="3365" y="2071"/>
                    </a:lnTo>
                    <a:lnTo>
                      <a:pt x="3590" y="1894"/>
                    </a:lnTo>
                    <a:lnTo>
                      <a:pt x="3806" y="1704"/>
                    </a:lnTo>
                    <a:lnTo>
                      <a:pt x="3806" y="0"/>
                    </a:lnTo>
                    <a:lnTo>
                      <a:pt x="0" y="0"/>
                    </a:lnTo>
                    <a:lnTo>
                      <a:pt x="0" y="1704"/>
                    </a:lnTo>
                  </a:path>
                </a:pathLst>
              </a:custGeom>
              <a:gradFill rotWithShape="0">
                <a:gsLst>
                  <a:gs pos="0">
                    <a:srgbClr val="FF9900"/>
                  </a:gs>
                  <a:gs pos="100000">
                    <a:srgbClr val="B16A00"/>
                  </a:gs>
                </a:gsLst>
                <a:lin ang="0" scaled="1"/>
              </a:gradFill>
              <a:ln w="12600">
                <a:solidFill>
                  <a:srgbClr val="000000"/>
                </a:solidFill>
                <a:round/>
                <a:headEnd/>
                <a:tailEnd/>
              </a:ln>
            </p:spPr>
            <p:txBody>
              <a:bodyPr wrap="none" anchor="ctr"/>
              <a:lstStyle/>
              <a:p>
                <a:endParaRPr lang="zh-CN" altLang="en-US"/>
              </a:p>
            </p:txBody>
          </p:sp>
          <p:sp>
            <p:nvSpPr>
              <p:cNvPr id="53281" name="Freeform 13"/>
              <p:cNvSpPr>
                <a:spLocks noChangeArrowheads="1"/>
              </p:cNvSpPr>
              <p:nvPr/>
            </p:nvSpPr>
            <p:spPr bwMode="auto">
              <a:xfrm>
                <a:off x="2106" y="2225"/>
                <a:ext cx="863" cy="437"/>
              </a:xfrm>
              <a:custGeom>
                <a:avLst/>
                <a:gdLst>
                  <a:gd name="T0" fmla="*/ 0 w 3807"/>
                  <a:gd name="T1" fmla="*/ 0 h 1926"/>
                  <a:gd name="T2" fmla="*/ 0 w 3807"/>
                  <a:gd name="T3" fmla="*/ 0 h 1926"/>
                  <a:gd name="T4" fmla="*/ 0 w 3807"/>
                  <a:gd name="T5" fmla="*/ 0 h 1926"/>
                  <a:gd name="T6" fmla="*/ 0 w 3807"/>
                  <a:gd name="T7" fmla="*/ 0 h 1926"/>
                  <a:gd name="T8" fmla="*/ 0 w 3807"/>
                  <a:gd name="T9" fmla="*/ 0 h 1926"/>
                  <a:gd name="T10" fmla="*/ 0 w 3807"/>
                  <a:gd name="T11" fmla="*/ 0 h 1926"/>
                  <a:gd name="T12" fmla="*/ 0 w 3807"/>
                  <a:gd name="T13" fmla="*/ 0 h 1926"/>
                  <a:gd name="T14" fmla="*/ 0 w 3807"/>
                  <a:gd name="T15" fmla="*/ 0 h 1926"/>
                  <a:gd name="T16" fmla="*/ 0 w 3807"/>
                  <a:gd name="T17" fmla="*/ 0 h 1926"/>
                  <a:gd name="T18" fmla="*/ 1 w 3807"/>
                  <a:gd name="T19" fmla="*/ 0 h 1926"/>
                  <a:gd name="T20" fmla="*/ 1 w 3807"/>
                  <a:gd name="T21" fmla="*/ 0 h 1926"/>
                  <a:gd name="T22" fmla="*/ 1 w 3807"/>
                  <a:gd name="T23" fmla="*/ 0 h 1926"/>
                  <a:gd name="T24" fmla="*/ 1 w 3807"/>
                  <a:gd name="T25" fmla="*/ 0 h 1926"/>
                  <a:gd name="T26" fmla="*/ 1 w 3807"/>
                  <a:gd name="T27" fmla="*/ 0 h 1926"/>
                  <a:gd name="T28" fmla="*/ 1 w 3807"/>
                  <a:gd name="T29" fmla="*/ 0 h 1926"/>
                  <a:gd name="T30" fmla="*/ 1 w 3807"/>
                  <a:gd name="T31" fmla="*/ 0 h 1926"/>
                  <a:gd name="T32" fmla="*/ 2 w 3807"/>
                  <a:gd name="T33" fmla="*/ 0 h 1926"/>
                  <a:gd name="T34" fmla="*/ 2 w 3807"/>
                  <a:gd name="T35" fmla="*/ 0 h 1926"/>
                  <a:gd name="T36" fmla="*/ 2 w 3807"/>
                  <a:gd name="T37" fmla="*/ 0 h 1926"/>
                  <a:gd name="T38" fmla="*/ 2 w 3807"/>
                  <a:gd name="T39" fmla="*/ 0 h 1926"/>
                  <a:gd name="T40" fmla="*/ 2 w 3807"/>
                  <a:gd name="T41" fmla="*/ 0 h 1926"/>
                  <a:gd name="T42" fmla="*/ 2 w 3807"/>
                  <a:gd name="T43" fmla="*/ 0 h 1926"/>
                  <a:gd name="T44" fmla="*/ 2 w 3807"/>
                  <a:gd name="T45" fmla="*/ 0 h 1926"/>
                  <a:gd name="T46" fmla="*/ 2 w 3807"/>
                  <a:gd name="T47" fmla="*/ 0 h 1926"/>
                  <a:gd name="T48" fmla="*/ 2 w 3807"/>
                  <a:gd name="T49" fmla="*/ 0 h 1926"/>
                  <a:gd name="T50" fmla="*/ 2 w 3807"/>
                  <a:gd name="T51" fmla="*/ 0 h 1926"/>
                  <a:gd name="T52" fmla="*/ 2 w 3807"/>
                  <a:gd name="T53" fmla="*/ 0 h 1926"/>
                  <a:gd name="T54" fmla="*/ 2 w 3807"/>
                  <a:gd name="T55" fmla="*/ 1 h 1926"/>
                  <a:gd name="T56" fmla="*/ 2 w 3807"/>
                  <a:gd name="T57" fmla="*/ 1 h 1926"/>
                  <a:gd name="T58" fmla="*/ 2 w 3807"/>
                  <a:gd name="T59" fmla="*/ 1 h 1926"/>
                  <a:gd name="T60" fmla="*/ 2 w 3807"/>
                  <a:gd name="T61" fmla="*/ 1 h 1926"/>
                  <a:gd name="T62" fmla="*/ 2 w 3807"/>
                  <a:gd name="T63" fmla="*/ 1 h 1926"/>
                  <a:gd name="T64" fmla="*/ 2 w 3807"/>
                  <a:gd name="T65" fmla="*/ 1 h 1926"/>
                  <a:gd name="T66" fmla="*/ 2 w 3807"/>
                  <a:gd name="T67" fmla="*/ 1 h 1926"/>
                  <a:gd name="T68" fmla="*/ 2 w 3807"/>
                  <a:gd name="T69" fmla="*/ 1 h 1926"/>
                  <a:gd name="T70" fmla="*/ 2 w 3807"/>
                  <a:gd name="T71" fmla="*/ 1 h 1926"/>
                  <a:gd name="T72" fmla="*/ 2 w 3807"/>
                  <a:gd name="T73" fmla="*/ 1 h 1926"/>
                  <a:gd name="T74" fmla="*/ 1 w 3807"/>
                  <a:gd name="T75" fmla="*/ 1 h 1926"/>
                  <a:gd name="T76" fmla="*/ 1 w 3807"/>
                  <a:gd name="T77" fmla="*/ 1 h 1926"/>
                  <a:gd name="T78" fmla="*/ 1 w 3807"/>
                  <a:gd name="T79" fmla="*/ 1 h 1926"/>
                  <a:gd name="T80" fmla="*/ 1 w 3807"/>
                  <a:gd name="T81" fmla="*/ 1 h 1926"/>
                  <a:gd name="T82" fmla="*/ 1 w 3807"/>
                  <a:gd name="T83" fmla="*/ 1 h 1926"/>
                  <a:gd name="T84" fmla="*/ 1 w 3807"/>
                  <a:gd name="T85" fmla="*/ 1 h 1926"/>
                  <a:gd name="T86" fmla="*/ 1 w 3807"/>
                  <a:gd name="T87" fmla="*/ 1 h 1926"/>
                  <a:gd name="T88" fmla="*/ 0 w 3807"/>
                  <a:gd name="T89" fmla="*/ 1 h 1926"/>
                  <a:gd name="T90" fmla="*/ 0 w 3807"/>
                  <a:gd name="T91" fmla="*/ 1 h 1926"/>
                  <a:gd name="T92" fmla="*/ 0 w 3807"/>
                  <a:gd name="T93" fmla="*/ 1 h 1926"/>
                  <a:gd name="T94" fmla="*/ 0 w 3807"/>
                  <a:gd name="T95" fmla="*/ 1 h 1926"/>
                  <a:gd name="T96" fmla="*/ 0 w 3807"/>
                  <a:gd name="T97" fmla="*/ 1 h 1926"/>
                  <a:gd name="T98" fmla="*/ 0 w 3807"/>
                  <a:gd name="T99" fmla="*/ 1 h 1926"/>
                  <a:gd name="T100" fmla="*/ 0 w 3807"/>
                  <a:gd name="T101" fmla="*/ 1 h 1926"/>
                  <a:gd name="T102" fmla="*/ 0 w 3807"/>
                  <a:gd name="T103" fmla="*/ 1 h 1926"/>
                  <a:gd name="T104" fmla="*/ 0 w 3807"/>
                  <a:gd name="T105" fmla="*/ 0 h 1926"/>
                  <a:gd name="T106" fmla="*/ 0 60000 65536"/>
                  <a:gd name="T107" fmla="*/ 0 60000 65536"/>
                  <a:gd name="T108" fmla="*/ 0 60000 65536"/>
                  <a:gd name="T109" fmla="*/ 0 60000 65536"/>
                  <a:gd name="T110" fmla="*/ 0 60000 65536"/>
                  <a:gd name="T111" fmla="*/ 0 60000 65536"/>
                  <a:gd name="T112" fmla="*/ 0 60000 65536"/>
                  <a:gd name="T113" fmla="*/ 0 60000 65536"/>
                  <a:gd name="T114" fmla="*/ 0 60000 65536"/>
                  <a:gd name="T115" fmla="*/ 0 60000 65536"/>
                  <a:gd name="T116" fmla="*/ 0 60000 65536"/>
                  <a:gd name="T117" fmla="*/ 0 60000 65536"/>
                  <a:gd name="T118" fmla="*/ 0 60000 65536"/>
                  <a:gd name="T119" fmla="*/ 0 60000 65536"/>
                  <a:gd name="T120" fmla="*/ 0 60000 65536"/>
                  <a:gd name="T121" fmla="*/ 0 60000 65536"/>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 name="T135" fmla="*/ 0 60000 65536"/>
                  <a:gd name="T136" fmla="*/ 0 60000 65536"/>
                  <a:gd name="T137" fmla="*/ 0 60000 65536"/>
                  <a:gd name="T138" fmla="*/ 0 60000 65536"/>
                  <a:gd name="T139" fmla="*/ 0 60000 65536"/>
                  <a:gd name="T140" fmla="*/ 0 60000 65536"/>
                  <a:gd name="T141" fmla="*/ 0 60000 65536"/>
                  <a:gd name="T142" fmla="*/ 0 60000 65536"/>
                  <a:gd name="T143" fmla="*/ 0 60000 65536"/>
                  <a:gd name="T144" fmla="*/ 0 60000 65536"/>
                  <a:gd name="T145" fmla="*/ 0 60000 65536"/>
                  <a:gd name="T146" fmla="*/ 0 60000 65536"/>
                  <a:gd name="T147" fmla="*/ 0 60000 65536"/>
                  <a:gd name="T148" fmla="*/ 0 60000 65536"/>
                  <a:gd name="T149" fmla="*/ 0 60000 65536"/>
                  <a:gd name="T150" fmla="*/ 0 60000 65536"/>
                  <a:gd name="T151" fmla="*/ 0 60000 65536"/>
                  <a:gd name="T152" fmla="*/ 0 60000 65536"/>
                  <a:gd name="T153" fmla="*/ 0 60000 65536"/>
                  <a:gd name="T154" fmla="*/ 0 60000 65536"/>
                  <a:gd name="T155" fmla="*/ 0 60000 65536"/>
                  <a:gd name="T156" fmla="*/ 0 60000 65536"/>
                  <a:gd name="T157" fmla="*/ 0 60000 65536"/>
                  <a:gd name="T158" fmla="*/ 0 60000 65536"/>
                </a:gdLst>
                <a:ahLst/>
                <a:cxnLst>
                  <a:cxn ang="T106">
                    <a:pos x="T0" y="T1"/>
                  </a:cxn>
                  <a:cxn ang="T107">
                    <a:pos x="T2" y="T3"/>
                  </a:cxn>
                  <a:cxn ang="T108">
                    <a:pos x="T4" y="T5"/>
                  </a:cxn>
                  <a:cxn ang="T109">
                    <a:pos x="T6" y="T7"/>
                  </a:cxn>
                  <a:cxn ang="T110">
                    <a:pos x="T8" y="T9"/>
                  </a:cxn>
                  <a:cxn ang="T111">
                    <a:pos x="T10" y="T11"/>
                  </a:cxn>
                  <a:cxn ang="T112">
                    <a:pos x="T12" y="T13"/>
                  </a:cxn>
                  <a:cxn ang="T113">
                    <a:pos x="T14" y="T15"/>
                  </a:cxn>
                  <a:cxn ang="T114">
                    <a:pos x="T16" y="T17"/>
                  </a:cxn>
                  <a:cxn ang="T115">
                    <a:pos x="T18" y="T19"/>
                  </a:cxn>
                  <a:cxn ang="T116">
                    <a:pos x="T20" y="T21"/>
                  </a:cxn>
                  <a:cxn ang="T117">
                    <a:pos x="T22" y="T23"/>
                  </a:cxn>
                  <a:cxn ang="T118">
                    <a:pos x="T24" y="T25"/>
                  </a:cxn>
                  <a:cxn ang="T119">
                    <a:pos x="T26" y="T27"/>
                  </a:cxn>
                  <a:cxn ang="T120">
                    <a:pos x="T28" y="T29"/>
                  </a:cxn>
                  <a:cxn ang="T121">
                    <a:pos x="T30" y="T31"/>
                  </a:cxn>
                  <a:cxn ang="T122">
                    <a:pos x="T32" y="T33"/>
                  </a:cxn>
                  <a:cxn ang="T123">
                    <a:pos x="T34" y="T35"/>
                  </a:cxn>
                  <a:cxn ang="T124">
                    <a:pos x="T36" y="T37"/>
                  </a:cxn>
                  <a:cxn ang="T125">
                    <a:pos x="T38" y="T39"/>
                  </a:cxn>
                  <a:cxn ang="T126">
                    <a:pos x="T40" y="T41"/>
                  </a:cxn>
                  <a:cxn ang="T127">
                    <a:pos x="T42" y="T43"/>
                  </a:cxn>
                  <a:cxn ang="T128">
                    <a:pos x="T44" y="T45"/>
                  </a:cxn>
                  <a:cxn ang="T129">
                    <a:pos x="T46" y="T47"/>
                  </a:cxn>
                  <a:cxn ang="T130">
                    <a:pos x="T48" y="T49"/>
                  </a:cxn>
                  <a:cxn ang="T131">
                    <a:pos x="T50" y="T51"/>
                  </a:cxn>
                  <a:cxn ang="T132">
                    <a:pos x="T52" y="T53"/>
                  </a:cxn>
                  <a:cxn ang="T133">
                    <a:pos x="T54" y="T55"/>
                  </a:cxn>
                  <a:cxn ang="T134">
                    <a:pos x="T56" y="T57"/>
                  </a:cxn>
                  <a:cxn ang="T135">
                    <a:pos x="T58" y="T59"/>
                  </a:cxn>
                  <a:cxn ang="T136">
                    <a:pos x="T60" y="T61"/>
                  </a:cxn>
                  <a:cxn ang="T137">
                    <a:pos x="T62" y="T63"/>
                  </a:cxn>
                  <a:cxn ang="T138">
                    <a:pos x="T64" y="T65"/>
                  </a:cxn>
                  <a:cxn ang="T139">
                    <a:pos x="T66" y="T67"/>
                  </a:cxn>
                  <a:cxn ang="T140">
                    <a:pos x="T68" y="T69"/>
                  </a:cxn>
                  <a:cxn ang="T141">
                    <a:pos x="T70" y="T71"/>
                  </a:cxn>
                  <a:cxn ang="T142">
                    <a:pos x="T72" y="T73"/>
                  </a:cxn>
                  <a:cxn ang="T143">
                    <a:pos x="T74" y="T75"/>
                  </a:cxn>
                  <a:cxn ang="T144">
                    <a:pos x="T76" y="T77"/>
                  </a:cxn>
                  <a:cxn ang="T145">
                    <a:pos x="T78" y="T79"/>
                  </a:cxn>
                  <a:cxn ang="T146">
                    <a:pos x="T80" y="T81"/>
                  </a:cxn>
                  <a:cxn ang="T147">
                    <a:pos x="T82" y="T83"/>
                  </a:cxn>
                  <a:cxn ang="T148">
                    <a:pos x="T84" y="T85"/>
                  </a:cxn>
                  <a:cxn ang="T149">
                    <a:pos x="T86" y="T87"/>
                  </a:cxn>
                  <a:cxn ang="T150">
                    <a:pos x="T88" y="T89"/>
                  </a:cxn>
                  <a:cxn ang="T151">
                    <a:pos x="T90" y="T91"/>
                  </a:cxn>
                  <a:cxn ang="T152">
                    <a:pos x="T92" y="T93"/>
                  </a:cxn>
                  <a:cxn ang="T153">
                    <a:pos x="T94" y="T95"/>
                  </a:cxn>
                  <a:cxn ang="T154">
                    <a:pos x="T96" y="T97"/>
                  </a:cxn>
                  <a:cxn ang="T155">
                    <a:pos x="T98" y="T99"/>
                  </a:cxn>
                  <a:cxn ang="T156">
                    <a:pos x="T100" y="T101"/>
                  </a:cxn>
                  <a:cxn ang="T157">
                    <a:pos x="T102" y="T103"/>
                  </a:cxn>
                  <a:cxn ang="T158">
                    <a:pos x="T104" y="T105"/>
                  </a:cxn>
                </a:cxnLst>
                <a:rect l="0" t="0" r="r" b="b"/>
                <a:pathLst>
                  <a:path w="3807" h="1926">
                    <a:moveTo>
                      <a:pt x="0" y="953"/>
                    </a:moveTo>
                    <a:lnTo>
                      <a:pt x="17" y="843"/>
                    </a:lnTo>
                    <a:lnTo>
                      <a:pt x="52" y="728"/>
                    </a:lnTo>
                    <a:lnTo>
                      <a:pt x="119" y="618"/>
                    </a:lnTo>
                    <a:lnTo>
                      <a:pt x="220" y="508"/>
                    </a:lnTo>
                    <a:lnTo>
                      <a:pt x="330" y="410"/>
                    </a:lnTo>
                    <a:lnTo>
                      <a:pt x="481" y="317"/>
                    </a:lnTo>
                    <a:lnTo>
                      <a:pt x="645" y="233"/>
                    </a:lnTo>
                    <a:lnTo>
                      <a:pt x="817" y="167"/>
                    </a:lnTo>
                    <a:lnTo>
                      <a:pt x="1015" y="105"/>
                    </a:lnTo>
                    <a:lnTo>
                      <a:pt x="1227" y="61"/>
                    </a:lnTo>
                    <a:lnTo>
                      <a:pt x="1448" y="22"/>
                    </a:lnTo>
                    <a:lnTo>
                      <a:pt x="1673" y="8"/>
                    </a:lnTo>
                    <a:lnTo>
                      <a:pt x="1903" y="0"/>
                    </a:lnTo>
                    <a:lnTo>
                      <a:pt x="2128" y="8"/>
                    </a:lnTo>
                    <a:lnTo>
                      <a:pt x="2353" y="22"/>
                    </a:lnTo>
                    <a:lnTo>
                      <a:pt x="2574" y="61"/>
                    </a:lnTo>
                    <a:lnTo>
                      <a:pt x="2786" y="105"/>
                    </a:lnTo>
                    <a:lnTo>
                      <a:pt x="2980" y="167"/>
                    </a:lnTo>
                    <a:lnTo>
                      <a:pt x="3165" y="233"/>
                    </a:lnTo>
                    <a:lnTo>
                      <a:pt x="3329" y="317"/>
                    </a:lnTo>
                    <a:lnTo>
                      <a:pt x="3471" y="410"/>
                    </a:lnTo>
                    <a:lnTo>
                      <a:pt x="3590" y="508"/>
                    </a:lnTo>
                    <a:lnTo>
                      <a:pt x="3678" y="618"/>
                    </a:lnTo>
                    <a:lnTo>
                      <a:pt x="3749" y="728"/>
                    </a:lnTo>
                    <a:lnTo>
                      <a:pt x="3793" y="843"/>
                    </a:lnTo>
                    <a:lnTo>
                      <a:pt x="3806" y="953"/>
                    </a:lnTo>
                    <a:lnTo>
                      <a:pt x="3793" y="1068"/>
                    </a:lnTo>
                    <a:lnTo>
                      <a:pt x="3749" y="1183"/>
                    </a:lnTo>
                    <a:lnTo>
                      <a:pt x="3678" y="1298"/>
                    </a:lnTo>
                    <a:lnTo>
                      <a:pt x="3590" y="1404"/>
                    </a:lnTo>
                    <a:lnTo>
                      <a:pt x="3471" y="1506"/>
                    </a:lnTo>
                    <a:lnTo>
                      <a:pt x="3329" y="1594"/>
                    </a:lnTo>
                    <a:lnTo>
                      <a:pt x="3165" y="1678"/>
                    </a:lnTo>
                    <a:lnTo>
                      <a:pt x="2980" y="1749"/>
                    </a:lnTo>
                    <a:lnTo>
                      <a:pt x="2786" y="1810"/>
                    </a:lnTo>
                    <a:lnTo>
                      <a:pt x="2574" y="1859"/>
                    </a:lnTo>
                    <a:lnTo>
                      <a:pt x="2353" y="1890"/>
                    </a:lnTo>
                    <a:lnTo>
                      <a:pt x="2128" y="1912"/>
                    </a:lnTo>
                    <a:lnTo>
                      <a:pt x="1903" y="1925"/>
                    </a:lnTo>
                    <a:lnTo>
                      <a:pt x="1673" y="1912"/>
                    </a:lnTo>
                    <a:lnTo>
                      <a:pt x="1448" y="1890"/>
                    </a:lnTo>
                    <a:lnTo>
                      <a:pt x="1227" y="1859"/>
                    </a:lnTo>
                    <a:lnTo>
                      <a:pt x="1015" y="1810"/>
                    </a:lnTo>
                    <a:lnTo>
                      <a:pt x="817" y="1749"/>
                    </a:lnTo>
                    <a:lnTo>
                      <a:pt x="645" y="1678"/>
                    </a:lnTo>
                    <a:lnTo>
                      <a:pt x="481" y="1594"/>
                    </a:lnTo>
                    <a:lnTo>
                      <a:pt x="330" y="1506"/>
                    </a:lnTo>
                    <a:lnTo>
                      <a:pt x="220" y="1404"/>
                    </a:lnTo>
                    <a:lnTo>
                      <a:pt x="119" y="1298"/>
                    </a:lnTo>
                    <a:lnTo>
                      <a:pt x="52" y="1183"/>
                    </a:lnTo>
                    <a:lnTo>
                      <a:pt x="17" y="1068"/>
                    </a:lnTo>
                    <a:lnTo>
                      <a:pt x="0" y="953"/>
                    </a:lnTo>
                  </a:path>
                </a:pathLst>
              </a:custGeom>
              <a:gradFill rotWithShape="0">
                <a:gsLst>
                  <a:gs pos="0">
                    <a:srgbClr val="B16A00"/>
                  </a:gs>
                  <a:gs pos="100000">
                    <a:srgbClr val="FF9900"/>
                  </a:gs>
                </a:gsLst>
                <a:lin ang="0" scaled="1"/>
              </a:gradFill>
              <a:ln w="12600">
                <a:solidFill>
                  <a:srgbClr val="000000"/>
                </a:solidFill>
                <a:round/>
                <a:headEnd/>
                <a:tailEnd/>
              </a:ln>
            </p:spPr>
            <p:txBody>
              <a:bodyPr wrap="none" anchor="ctr"/>
              <a:lstStyle/>
              <a:p>
                <a:endParaRPr lang="zh-CN" altLang="en-US"/>
              </a:p>
            </p:txBody>
          </p:sp>
        </p:grpSp>
        <p:grpSp>
          <p:nvGrpSpPr>
            <p:cNvPr id="53256" name="Group 14"/>
            <p:cNvGrpSpPr>
              <a:grpSpLocks/>
            </p:cNvGrpSpPr>
            <p:nvPr/>
          </p:nvGrpSpPr>
          <p:grpSpPr bwMode="auto">
            <a:xfrm>
              <a:off x="2603" y="2015"/>
              <a:ext cx="218" cy="491"/>
              <a:chOff x="2603" y="2015"/>
              <a:chExt cx="218" cy="491"/>
            </a:xfrm>
          </p:grpSpPr>
          <p:sp>
            <p:nvSpPr>
              <p:cNvPr id="53278" name="Freeform 15"/>
              <p:cNvSpPr>
                <a:spLocks noChangeArrowheads="1"/>
              </p:cNvSpPr>
              <p:nvPr/>
            </p:nvSpPr>
            <p:spPr bwMode="auto">
              <a:xfrm>
                <a:off x="2603" y="2095"/>
                <a:ext cx="219" cy="412"/>
              </a:xfrm>
              <a:custGeom>
                <a:avLst/>
                <a:gdLst>
                  <a:gd name="T0" fmla="*/ 0 w 967"/>
                  <a:gd name="T1" fmla="*/ 1 h 1817"/>
                  <a:gd name="T2" fmla="*/ 0 w 967"/>
                  <a:gd name="T3" fmla="*/ 1 h 1817"/>
                  <a:gd name="T4" fmla="*/ 0 w 967"/>
                  <a:gd name="T5" fmla="*/ 1 h 1817"/>
                  <a:gd name="T6" fmla="*/ 0 w 967"/>
                  <a:gd name="T7" fmla="*/ 1 h 1817"/>
                  <a:gd name="T8" fmla="*/ 0 w 967"/>
                  <a:gd name="T9" fmla="*/ 1 h 1817"/>
                  <a:gd name="T10" fmla="*/ 0 w 967"/>
                  <a:gd name="T11" fmla="*/ 1 h 1817"/>
                  <a:gd name="T12" fmla="*/ 0 w 967"/>
                  <a:gd name="T13" fmla="*/ 1 h 1817"/>
                  <a:gd name="T14" fmla="*/ 0 w 967"/>
                  <a:gd name="T15" fmla="*/ 1 h 1817"/>
                  <a:gd name="T16" fmla="*/ 0 w 967"/>
                  <a:gd name="T17" fmla="*/ 1 h 1817"/>
                  <a:gd name="T18" fmla="*/ 0 w 967"/>
                  <a:gd name="T19" fmla="*/ 1 h 1817"/>
                  <a:gd name="T20" fmla="*/ 0 w 967"/>
                  <a:gd name="T21" fmla="*/ 1 h 1817"/>
                  <a:gd name="T22" fmla="*/ 0 w 967"/>
                  <a:gd name="T23" fmla="*/ 1 h 1817"/>
                  <a:gd name="T24" fmla="*/ 0 w 967"/>
                  <a:gd name="T25" fmla="*/ 0 h 1817"/>
                  <a:gd name="T26" fmla="*/ 0 w 967"/>
                  <a:gd name="T27" fmla="*/ 0 h 1817"/>
                  <a:gd name="T28" fmla="*/ 0 w 967"/>
                  <a:gd name="T29" fmla="*/ 1 h 1817"/>
                  <a:gd name="T30" fmla="*/ 0 60000 65536"/>
                  <a:gd name="T31" fmla="*/ 0 60000 65536"/>
                  <a:gd name="T32" fmla="*/ 0 60000 65536"/>
                  <a:gd name="T33" fmla="*/ 0 60000 65536"/>
                  <a:gd name="T34" fmla="*/ 0 60000 65536"/>
                  <a:gd name="T35" fmla="*/ 0 60000 65536"/>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Lst>
                <a:ahLst/>
                <a:cxnLst>
                  <a:cxn ang="T30">
                    <a:pos x="T0" y="T1"/>
                  </a:cxn>
                  <a:cxn ang="T31">
                    <a:pos x="T2" y="T3"/>
                  </a:cxn>
                  <a:cxn ang="T32">
                    <a:pos x="T4" y="T5"/>
                  </a:cxn>
                  <a:cxn ang="T33">
                    <a:pos x="T6" y="T7"/>
                  </a:cxn>
                  <a:cxn ang="T34">
                    <a:pos x="T8" y="T9"/>
                  </a:cxn>
                  <a:cxn ang="T35">
                    <a:pos x="T10" y="T11"/>
                  </a:cxn>
                  <a:cxn ang="T36">
                    <a:pos x="T12" y="T13"/>
                  </a:cxn>
                  <a:cxn ang="T37">
                    <a:pos x="T14" y="T15"/>
                  </a:cxn>
                  <a:cxn ang="T38">
                    <a:pos x="T16" y="T17"/>
                  </a:cxn>
                  <a:cxn ang="T39">
                    <a:pos x="T18" y="T19"/>
                  </a:cxn>
                  <a:cxn ang="T40">
                    <a:pos x="T20" y="T21"/>
                  </a:cxn>
                  <a:cxn ang="T41">
                    <a:pos x="T22" y="T23"/>
                  </a:cxn>
                  <a:cxn ang="T42">
                    <a:pos x="T24" y="T25"/>
                  </a:cxn>
                  <a:cxn ang="T43">
                    <a:pos x="T26" y="T27"/>
                  </a:cxn>
                  <a:cxn ang="T44">
                    <a:pos x="T28" y="T29"/>
                  </a:cxn>
                </a:cxnLst>
                <a:rect l="0" t="0" r="r" b="b"/>
                <a:pathLst>
                  <a:path w="967" h="1817">
                    <a:moveTo>
                      <a:pt x="0" y="1560"/>
                    </a:moveTo>
                    <a:lnTo>
                      <a:pt x="48" y="1640"/>
                    </a:lnTo>
                    <a:lnTo>
                      <a:pt x="119" y="1697"/>
                    </a:lnTo>
                    <a:lnTo>
                      <a:pt x="212" y="1754"/>
                    </a:lnTo>
                    <a:lnTo>
                      <a:pt x="310" y="1798"/>
                    </a:lnTo>
                    <a:lnTo>
                      <a:pt x="421" y="1816"/>
                    </a:lnTo>
                    <a:lnTo>
                      <a:pt x="536" y="1816"/>
                    </a:lnTo>
                    <a:lnTo>
                      <a:pt x="647" y="1798"/>
                    </a:lnTo>
                    <a:lnTo>
                      <a:pt x="744" y="1754"/>
                    </a:lnTo>
                    <a:lnTo>
                      <a:pt x="837" y="1697"/>
                    </a:lnTo>
                    <a:lnTo>
                      <a:pt x="909" y="1640"/>
                    </a:lnTo>
                    <a:lnTo>
                      <a:pt x="966" y="1560"/>
                    </a:lnTo>
                    <a:lnTo>
                      <a:pt x="966" y="0"/>
                    </a:lnTo>
                    <a:lnTo>
                      <a:pt x="0" y="0"/>
                    </a:lnTo>
                    <a:lnTo>
                      <a:pt x="0" y="1560"/>
                    </a:lnTo>
                  </a:path>
                </a:pathLst>
              </a:custGeom>
              <a:gradFill rotWithShape="0">
                <a:gsLst>
                  <a:gs pos="0">
                    <a:srgbClr val="FFCC00"/>
                  </a:gs>
                  <a:gs pos="100000">
                    <a:srgbClr val="B18D00"/>
                  </a:gs>
                </a:gsLst>
                <a:lin ang="0" scaled="1"/>
              </a:gradFill>
              <a:ln w="12600">
                <a:solidFill>
                  <a:srgbClr val="000000"/>
                </a:solidFill>
                <a:round/>
                <a:headEnd/>
                <a:tailEnd/>
              </a:ln>
            </p:spPr>
            <p:txBody>
              <a:bodyPr wrap="none" anchor="ctr"/>
              <a:lstStyle/>
              <a:p>
                <a:endParaRPr lang="zh-CN" altLang="en-US"/>
              </a:p>
            </p:txBody>
          </p:sp>
          <p:sp>
            <p:nvSpPr>
              <p:cNvPr id="53279" name="Freeform 16"/>
              <p:cNvSpPr>
                <a:spLocks noChangeArrowheads="1"/>
              </p:cNvSpPr>
              <p:nvPr/>
            </p:nvSpPr>
            <p:spPr bwMode="auto">
              <a:xfrm>
                <a:off x="2603" y="2015"/>
                <a:ext cx="219" cy="141"/>
              </a:xfrm>
              <a:custGeom>
                <a:avLst/>
                <a:gdLst>
                  <a:gd name="T0" fmla="*/ 0 w 967"/>
                  <a:gd name="T1" fmla="*/ 0 h 620"/>
                  <a:gd name="T2" fmla="*/ 0 w 967"/>
                  <a:gd name="T3" fmla="*/ 0 h 620"/>
                  <a:gd name="T4" fmla="*/ 0 w 967"/>
                  <a:gd name="T5" fmla="*/ 0 h 620"/>
                  <a:gd name="T6" fmla="*/ 0 w 967"/>
                  <a:gd name="T7" fmla="*/ 0 h 620"/>
                  <a:gd name="T8" fmla="*/ 0 w 967"/>
                  <a:gd name="T9" fmla="*/ 0 h 620"/>
                  <a:gd name="T10" fmla="*/ 0 w 967"/>
                  <a:gd name="T11" fmla="*/ 0 h 620"/>
                  <a:gd name="T12" fmla="*/ 0 w 967"/>
                  <a:gd name="T13" fmla="*/ 0 h 620"/>
                  <a:gd name="T14" fmla="*/ 0 w 967"/>
                  <a:gd name="T15" fmla="*/ 0 h 620"/>
                  <a:gd name="T16" fmla="*/ 0 w 967"/>
                  <a:gd name="T17" fmla="*/ 0 h 620"/>
                  <a:gd name="T18" fmla="*/ 0 w 967"/>
                  <a:gd name="T19" fmla="*/ 0 h 620"/>
                  <a:gd name="T20" fmla="*/ 0 w 967"/>
                  <a:gd name="T21" fmla="*/ 0 h 620"/>
                  <a:gd name="T22" fmla="*/ 0 w 967"/>
                  <a:gd name="T23" fmla="*/ 0 h 620"/>
                  <a:gd name="T24" fmla="*/ 0 w 967"/>
                  <a:gd name="T25" fmla="*/ 0 h 620"/>
                  <a:gd name="T26" fmla="*/ 0 w 967"/>
                  <a:gd name="T27" fmla="*/ 0 h 620"/>
                  <a:gd name="T28" fmla="*/ 0 w 967"/>
                  <a:gd name="T29" fmla="*/ 0 h 620"/>
                  <a:gd name="T30" fmla="*/ 0 w 967"/>
                  <a:gd name="T31" fmla="*/ 0 h 620"/>
                  <a:gd name="T32" fmla="*/ 0 w 967"/>
                  <a:gd name="T33" fmla="*/ 0 h 620"/>
                  <a:gd name="T34" fmla="*/ 0 w 967"/>
                  <a:gd name="T35" fmla="*/ 0 h 620"/>
                  <a:gd name="T36" fmla="*/ 0 w 967"/>
                  <a:gd name="T37" fmla="*/ 0 h 620"/>
                  <a:gd name="T38" fmla="*/ 0 w 967"/>
                  <a:gd name="T39" fmla="*/ 0 h 620"/>
                  <a:gd name="T40" fmla="*/ 0 w 967"/>
                  <a:gd name="T41" fmla="*/ 0 h 620"/>
                  <a:gd name="T42" fmla="*/ 0 w 967"/>
                  <a:gd name="T43" fmla="*/ 0 h 620"/>
                  <a:gd name="T44" fmla="*/ 0 w 967"/>
                  <a:gd name="T45" fmla="*/ 0 h 620"/>
                  <a:gd name="T46" fmla="*/ 0 w 967"/>
                  <a:gd name="T47" fmla="*/ 0 h 620"/>
                  <a:gd name="T48" fmla="*/ 0 w 967"/>
                  <a:gd name="T49" fmla="*/ 0 h 620"/>
                  <a:gd name="T50" fmla="*/ 0 w 967"/>
                  <a:gd name="T51" fmla="*/ 0 h 620"/>
                  <a:gd name="T52" fmla="*/ 0 w 967"/>
                  <a:gd name="T53" fmla="*/ 0 h 620"/>
                  <a:gd name="T54" fmla="*/ 0 60000 65536"/>
                  <a:gd name="T55" fmla="*/ 0 60000 65536"/>
                  <a:gd name="T56" fmla="*/ 0 60000 65536"/>
                  <a:gd name="T57" fmla="*/ 0 60000 65536"/>
                  <a:gd name="T58" fmla="*/ 0 60000 65536"/>
                  <a:gd name="T59" fmla="*/ 0 60000 65536"/>
                  <a:gd name="T60" fmla="*/ 0 60000 65536"/>
                  <a:gd name="T61" fmla="*/ 0 60000 65536"/>
                  <a:gd name="T62" fmla="*/ 0 60000 65536"/>
                  <a:gd name="T63" fmla="*/ 0 60000 65536"/>
                  <a:gd name="T64" fmla="*/ 0 60000 65536"/>
                  <a:gd name="T65" fmla="*/ 0 60000 65536"/>
                  <a:gd name="T66" fmla="*/ 0 60000 65536"/>
                  <a:gd name="T67" fmla="*/ 0 60000 65536"/>
                  <a:gd name="T68" fmla="*/ 0 60000 65536"/>
                  <a:gd name="T69" fmla="*/ 0 60000 65536"/>
                  <a:gd name="T70" fmla="*/ 0 60000 65536"/>
                  <a:gd name="T71" fmla="*/ 0 60000 65536"/>
                  <a:gd name="T72" fmla="*/ 0 60000 65536"/>
                  <a:gd name="T73" fmla="*/ 0 60000 65536"/>
                  <a:gd name="T74" fmla="*/ 0 60000 65536"/>
                  <a:gd name="T75" fmla="*/ 0 60000 65536"/>
                  <a:gd name="T76" fmla="*/ 0 60000 65536"/>
                  <a:gd name="T77" fmla="*/ 0 60000 65536"/>
                  <a:gd name="T78" fmla="*/ 0 60000 65536"/>
                  <a:gd name="T79" fmla="*/ 0 60000 65536"/>
                  <a:gd name="T80" fmla="*/ 0 60000 65536"/>
                </a:gdLst>
                <a:ahLst/>
                <a:cxnLst>
                  <a:cxn ang="T54">
                    <a:pos x="T0" y="T1"/>
                  </a:cxn>
                  <a:cxn ang="T55">
                    <a:pos x="T2" y="T3"/>
                  </a:cxn>
                  <a:cxn ang="T56">
                    <a:pos x="T4" y="T5"/>
                  </a:cxn>
                  <a:cxn ang="T57">
                    <a:pos x="T6" y="T7"/>
                  </a:cxn>
                  <a:cxn ang="T58">
                    <a:pos x="T8" y="T9"/>
                  </a:cxn>
                  <a:cxn ang="T59">
                    <a:pos x="T10" y="T11"/>
                  </a:cxn>
                  <a:cxn ang="T60">
                    <a:pos x="T12" y="T13"/>
                  </a:cxn>
                  <a:cxn ang="T61">
                    <a:pos x="T14" y="T15"/>
                  </a:cxn>
                  <a:cxn ang="T62">
                    <a:pos x="T16" y="T17"/>
                  </a:cxn>
                  <a:cxn ang="T63">
                    <a:pos x="T18" y="T19"/>
                  </a:cxn>
                  <a:cxn ang="T64">
                    <a:pos x="T20" y="T21"/>
                  </a:cxn>
                  <a:cxn ang="T65">
                    <a:pos x="T22" y="T23"/>
                  </a:cxn>
                  <a:cxn ang="T66">
                    <a:pos x="T24" y="T25"/>
                  </a:cxn>
                  <a:cxn ang="T67">
                    <a:pos x="T26" y="T27"/>
                  </a:cxn>
                  <a:cxn ang="T68">
                    <a:pos x="T28" y="T29"/>
                  </a:cxn>
                  <a:cxn ang="T69">
                    <a:pos x="T30" y="T31"/>
                  </a:cxn>
                  <a:cxn ang="T70">
                    <a:pos x="T32" y="T33"/>
                  </a:cxn>
                  <a:cxn ang="T71">
                    <a:pos x="T34" y="T35"/>
                  </a:cxn>
                  <a:cxn ang="T72">
                    <a:pos x="T36" y="T37"/>
                  </a:cxn>
                  <a:cxn ang="T73">
                    <a:pos x="T38" y="T39"/>
                  </a:cxn>
                  <a:cxn ang="T74">
                    <a:pos x="T40" y="T41"/>
                  </a:cxn>
                  <a:cxn ang="T75">
                    <a:pos x="T42" y="T43"/>
                  </a:cxn>
                  <a:cxn ang="T76">
                    <a:pos x="T44" y="T45"/>
                  </a:cxn>
                  <a:cxn ang="T77">
                    <a:pos x="T46" y="T47"/>
                  </a:cxn>
                  <a:cxn ang="T78">
                    <a:pos x="T48" y="T49"/>
                  </a:cxn>
                  <a:cxn ang="T79">
                    <a:pos x="T50" y="T51"/>
                  </a:cxn>
                  <a:cxn ang="T80">
                    <a:pos x="T52" y="T53"/>
                  </a:cxn>
                </a:cxnLst>
                <a:rect l="0" t="0" r="r" b="b"/>
                <a:pathLst>
                  <a:path w="967" h="620">
                    <a:moveTo>
                      <a:pt x="0" y="310"/>
                    </a:moveTo>
                    <a:lnTo>
                      <a:pt x="13" y="225"/>
                    </a:lnTo>
                    <a:lnTo>
                      <a:pt x="48" y="159"/>
                    </a:lnTo>
                    <a:lnTo>
                      <a:pt x="119" y="97"/>
                    </a:lnTo>
                    <a:lnTo>
                      <a:pt x="204" y="53"/>
                    </a:lnTo>
                    <a:lnTo>
                      <a:pt x="305" y="13"/>
                    </a:lnTo>
                    <a:lnTo>
                      <a:pt x="421" y="0"/>
                    </a:lnTo>
                    <a:lnTo>
                      <a:pt x="536" y="0"/>
                    </a:lnTo>
                    <a:lnTo>
                      <a:pt x="652" y="13"/>
                    </a:lnTo>
                    <a:lnTo>
                      <a:pt x="753" y="53"/>
                    </a:lnTo>
                    <a:lnTo>
                      <a:pt x="841" y="97"/>
                    </a:lnTo>
                    <a:lnTo>
                      <a:pt x="909" y="159"/>
                    </a:lnTo>
                    <a:lnTo>
                      <a:pt x="948" y="225"/>
                    </a:lnTo>
                    <a:lnTo>
                      <a:pt x="966" y="310"/>
                    </a:lnTo>
                    <a:lnTo>
                      <a:pt x="948" y="380"/>
                    </a:lnTo>
                    <a:lnTo>
                      <a:pt x="909" y="447"/>
                    </a:lnTo>
                    <a:lnTo>
                      <a:pt x="841" y="509"/>
                    </a:lnTo>
                    <a:lnTo>
                      <a:pt x="753" y="562"/>
                    </a:lnTo>
                    <a:lnTo>
                      <a:pt x="652" y="597"/>
                    </a:lnTo>
                    <a:lnTo>
                      <a:pt x="536" y="619"/>
                    </a:lnTo>
                    <a:lnTo>
                      <a:pt x="421" y="619"/>
                    </a:lnTo>
                    <a:lnTo>
                      <a:pt x="305" y="597"/>
                    </a:lnTo>
                    <a:lnTo>
                      <a:pt x="204" y="562"/>
                    </a:lnTo>
                    <a:lnTo>
                      <a:pt x="119" y="509"/>
                    </a:lnTo>
                    <a:lnTo>
                      <a:pt x="48" y="447"/>
                    </a:lnTo>
                    <a:lnTo>
                      <a:pt x="13" y="380"/>
                    </a:lnTo>
                    <a:lnTo>
                      <a:pt x="0" y="310"/>
                    </a:lnTo>
                  </a:path>
                </a:pathLst>
              </a:custGeom>
              <a:gradFill rotWithShape="0">
                <a:gsLst>
                  <a:gs pos="0">
                    <a:srgbClr val="B18D00"/>
                  </a:gs>
                  <a:gs pos="100000">
                    <a:srgbClr val="FFCC00"/>
                  </a:gs>
                </a:gsLst>
                <a:lin ang="0" scaled="1"/>
              </a:gradFill>
              <a:ln w="12600">
                <a:solidFill>
                  <a:srgbClr val="000000"/>
                </a:solidFill>
                <a:round/>
                <a:headEnd/>
                <a:tailEnd/>
              </a:ln>
            </p:spPr>
            <p:txBody>
              <a:bodyPr wrap="none" anchor="ctr"/>
              <a:lstStyle/>
              <a:p>
                <a:endParaRPr lang="zh-CN" altLang="en-US"/>
              </a:p>
            </p:txBody>
          </p:sp>
        </p:grpSp>
        <p:grpSp>
          <p:nvGrpSpPr>
            <p:cNvPr id="53257" name="Group 17"/>
            <p:cNvGrpSpPr>
              <a:grpSpLocks/>
            </p:cNvGrpSpPr>
            <p:nvPr/>
          </p:nvGrpSpPr>
          <p:grpSpPr bwMode="auto">
            <a:xfrm>
              <a:off x="2250" y="2022"/>
              <a:ext cx="218" cy="491"/>
              <a:chOff x="2250" y="2022"/>
              <a:chExt cx="218" cy="491"/>
            </a:xfrm>
          </p:grpSpPr>
          <p:sp>
            <p:nvSpPr>
              <p:cNvPr id="53276" name="Freeform 18"/>
              <p:cNvSpPr>
                <a:spLocks noChangeArrowheads="1"/>
              </p:cNvSpPr>
              <p:nvPr/>
            </p:nvSpPr>
            <p:spPr bwMode="auto">
              <a:xfrm>
                <a:off x="2250" y="2102"/>
                <a:ext cx="219" cy="412"/>
              </a:xfrm>
              <a:custGeom>
                <a:avLst/>
                <a:gdLst>
                  <a:gd name="T0" fmla="*/ 0 w 967"/>
                  <a:gd name="T1" fmla="*/ 1 h 1817"/>
                  <a:gd name="T2" fmla="*/ 0 w 967"/>
                  <a:gd name="T3" fmla="*/ 1 h 1817"/>
                  <a:gd name="T4" fmla="*/ 0 w 967"/>
                  <a:gd name="T5" fmla="*/ 1 h 1817"/>
                  <a:gd name="T6" fmla="*/ 0 w 967"/>
                  <a:gd name="T7" fmla="*/ 1 h 1817"/>
                  <a:gd name="T8" fmla="*/ 0 w 967"/>
                  <a:gd name="T9" fmla="*/ 1 h 1817"/>
                  <a:gd name="T10" fmla="*/ 0 w 967"/>
                  <a:gd name="T11" fmla="*/ 1 h 1817"/>
                  <a:gd name="T12" fmla="*/ 0 w 967"/>
                  <a:gd name="T13" fmla="*/ 1 h 1817"/>
                  <a:gd name="T14" fmla="*/ 0 w 967"/>
                  <a:gd name="T15" fmla="*/ 1 h 1817"/>
                  <a:gd name="T16" fmla="*/ 0 w 967"/>
                  <a:gd name="T17" fmla="*/ 1 h 1817"/>
                  <a:gd name="T18" fmla="*/ 0 w 967"/>
                  <a:gd name="T19" fmla="*/ 1 h 1817"/>
                  <a:gd name="T20" fmla="*/ 0 w 967"/>
                  <a:gd name="T21" fmla="*/ 1 h 1817"/>
                  <a:gd name="T22" fmla="*/ 0 w 967"/>
                  <a:gd name="T23" fmla="*/ 1 h 1817"/>
                  <a:gd name="T24" fmla="*/ 0 w 967"/>
                  <a:gd name="T25" fmla="*/ 0 h 1817"/>
                  <a:gd name="T26" fmla="*/ 0 w 967"/>
                  <a:gd name="T27" fmla="*/ 0 h 1817"/>
                  <a:gd name="T28" fmla="*/ 0 w 967"/>
                  <a:gd name="T29" fmla="*/ 1 h 1817"/>
                  <a:gd name="T30" fmla="*/ 0 60000 65536"/>
                  <a:gd name="T31" fmla="*/ 0 60000 65536"/>
                  <a:gd name="T32" fmla="*/ 0 60000 65536"/>
                  <a:gd name="T33" fmla="*/ 0 60000 65536"/>
                  <a:gd name="T34" fmla="*/ 0 60000 65536"/>
                  <a:gd name="T35" fmla="*/ 0 60000 65536"/>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Lst>
                <a:ahLst/>
                <a:cxnLst>
                  <a:cxn ang="T30">
                    <a:pos x="T0" y="T1"/>
                  </a:cxn>
                  <a:cxn ang="T31">
                    <a:pos x="T2" y="T3"/>
                  </a:cxn>
                  <a:cxn ang="T32">
                    <a:pos x="T4" y="T5"/>
                  </a:cxn>
                  <a:cxn ang="T33">
                    <a:pos x="T6" y="T7"/>
                  </a:cxn>
                  <a:cxn ang="T34">
                    <a:pos x="T8" y="T9"/>
                  </a:cxn>
                  <a:cxn ang="T35">
                    <a:pos x="T10" y="T11"/>
                  </a:cxn>
                  <a:cxn ang="T36">
                    <a:pos x="T12" y="T13"/>
                  </a:cxn>
                  <a:cxn ang="T37">
                    <a:pos x="T14" y="T15"/>
                  </a:cxn>
                  <a:cxn ang="T38">
                    <a:pos x="T16" y="T17"/>
                  </a:cxn>
                  <a:cxn ang="T39">
                    <a:pos x="T18" y="T19"/>
                  </a:cxn>
                  <a:cxn ang="T40">
                    <a:pos x="T20" y="T21"/>
                  </a:cxn>
                  <a:cxn ang="T41">
                    <a:pos x="T22" y="T23"/>
                  </a:cxn>
                  <a:cxn ang="T42">
                    <a:pos x="T24" y="T25"/>
                  </a:cxn>
                  <a:cxn ang="T43">
                    <a:pos x="T26" y="T27"/>
                  </a:cxn>
                  <a:cxn ang="T44">
                    <a:pos x="T28" y="T29"/>
                  </a:cxn>
                </a:cxnLst>
                <a:rect l="0" t="0" r="r" b="b"/>
                <a:pathLst>
                  <a:path w="967" h="1817">
                    <a:moveTo>
                      <a:pt x="0" y="1560"/>
                    </a:moveTo>
                    <a:lnTo>
                      <a:pt x="48" y="1640"/>
                    </a:lnTo>
                    <a:lnTo>
                      <a:pt x="119" y="1697"/>
                    </a:lnTo>
                    <a:lnTo>
                      <a:pt x="212" y="1754"/>
                    </a:lnTo>
                    <a:lnTo>
                      <a:pt x="310" y="1798"/>
                    </a:lnTo>
                    <a:lnTo>
                      <a:pt x="421" y="1816"/>
                    </a:lnTo>
                    <a:lnTo>
                      <a:pt x="536" y="1816"/>
                    </a:lnTo>
                    <a:lnTo>
                      <a:pt x="647" y="1798"/>
                    </a:lnTo>
                    <a:lnTo>
                      <a:pt x="744" y="1754"/>
                    </a:lnTo>
                    <a:lnTo>
                      <a:pt x="837" y="1697"/>
                    </a:lnTo>
                    <a:lnTo>
                      <a:pt x="909" y="1640"/>
                    </a:lnTo>
                    <a:lnTo>
                      <a:pt x="966" y="1560"/>
                    </a:lnTo>
                    <a:lnTo>
                      <a:pt x="966" y="0"/>
                    </a:lnTo>
                    <a:lnTo>
                      <a:pt x="0" y="0"/>
                    </a:lnTo>
                    <a:lnTo>
                      <a:pt x="0" y="1560"/>
                    </a:lnTo>
                  </a:path>
                </a:pathLst>
              </a:custGeom>
              <a:gradFill rotWithShape="0">
                <a:gsLst>
                  <a:gs pos="0">
                    <a:srgbClr val="FFCC00"/>
                  </a:gs>
                  <a:gs pos="100000">
                    <a:srgbClr val="B18D00"/>
                  </a:gs>
                </a:gsLst>
                <a:lin ang="0" scaled="1"/>
              </a:gradFill>
              <a:ln w="12600">
                <a:solidFill>
                  <a:srgbClr val="000000"/>
                </a:solidFill>
                <a:round/>
                <a:headEnd/>
                <a:tailEnd/>
              </a:ln>
            </p:spPr>
            <p:txBody>
              <a:bodyPr wrap="none" anchor="ctr"/>
              <a:lstStyle/>
              <a:p>
                <a:endParaRPr lang="zh-CN" altLang="en-US"/>
              </a:p>
            </p:txBody>
          </p:sp>
          <p:sp>
            <p:nvSpPr>
              <p:cNvPr id="53277" name="Freeform 19"/>
              <p:cNvSpPr>
                <a:spLocks noChangeArrowheads="1"/>
              </p:cNvSpPr>
              <p:nvPr/>
            </p:nvSpPr>
            <p:spPr bwMode="auto">
              <a:xfrm>
                <a:off x="2250" y="2022"/>
                <a:ext cx="219" cy="141"/>
              </a:xfrm>
              <a:custGeom>
                <a:avLst/>
                <a:gdLst>
                  <a:gd name="T0" fmla="*/ 0 w 967"/>
                  <a:gd name="T1" fmla="*/ 0 h 620"/>
                  <a:gd name="T2" fmla="*/ 0 w 967"/>
                  <a:gd name="T3" fmla="*/ 0 h 620"/>
                  <a:gd name="T4" fmla="*/ 0 w 967"/>
                  <a:gd name="T5" fmla="*/ 0 h 620"/>
                  <a:gd name="T6" fmla="*/ 0 w 967"/>
                  <a:gd name="T7" fmla="*/ 0 h 620"/>
                  <a:gd name="T8" fmla="*/ 0 w 967"/>
                  <a:gd name="T9" fmla="*/ 0 h 620"/>
                  <a:gd name="T10" fmla="*/ 0 w 967"/>
                  <a:gd name="T11" fmla="*/ 0 h 620"/>
                  <a:gd name="T12" fmla="*/ 0 w 967"/>
                  <a:gd name="T13" fmla="*/ 0 h 620"/>
                  <a:gd name="T14" fmla="*/ 0 w 967"/>
                  <a:gd name="T15" fmla="*/ 0 h 620"/>
                  <a:gd name="T16" fmla="*/ 0 w 967"/>
                  <a:gd name="T17" fmla="*/ 0 h 620"/>
                  <a:gd name="T18" fmla="*/ 0 w 967"/>
                  <a:gd name="T19" fmla="*/ 0 h 620"/>
                  <a:gd name="T20" fmla="*/ 0 w 967"/>
                  <a:gd name="T21" fmla="*/ 0 h 620"/>
                  <a:gd name="T22" fmla="*/ 0 w 967"/>
                  <a:gd name="T23" fmla="*/ 0 h 620"/>
                  <a:gd name="T24" fmla="*/ 0 w 967"/>
                  <a:gd name="T25" fmla="*/ 0 h 620"/>
                  <a:gd name="T26" fmla="*/ 0 w 967"/>
                  <a:gd name="T27" fmla="*/ 0 h 620"/>
                  <a:gd name="T28" fmla="*/ 0 w 967"/>
                  <a:gd name="T29" fmla="*/ 0 h 620"/>
                  <a:gd name="T30" fmla="*/ 0 w 967"/>
                  <a:gd name="T31" fmla="*/ 0 h 620"/>
                  <a:gd name="T32" fmla="*/ 0 w 967"/>
                  <a:gd name="T33" fmla="*/ 0 h 620"/>
                  <a:gd name="T34" fmla="*/ 0 w 967"/>
                  <a:gd name="T35" fmla="*/ 0 h 620"/>
                  <a:gd name="T36" fmla="*/ 0 w 967"/>
                  <a:gd name="T37" fmla="*/ 0 h 620"/>
                  <a:gd name="T38" fmla="*/ 0 w 967"/>
                  <a:gd name="T39" fmla="*/ 0 h 620"/>
                  <a:gd name="T40" fmla="*/ 0 w 967"/>
                  <a:gd name="T41" fmla="*/ 0 h 620"/>
                  <a:gd name="T42" fmla="*/ 0 w 967"/>
                  <a:gd name="T43" fmla="*/ 0 h 620"/>
                  <a:gd name="T44" fmla="*/ 0 w 967"/>
                  <a:gd name="T45" fmla="*/ 0 h 620"/>
                  <a:gd name="T46" fmla="*/ 0 w 967"/>
                  <a:gd name="T47" fmla="*/ 0 h 620"/>
                  <a:gd name="T48" fmla="*/ 0 w 967"/>
                  <a:gd name="T49" fmla="*/ 0 h 620"/>
                  <a:gd name="T50" fmla="*/ 0 w 967"/>
                  <a:gd name="T51" fmla="*/ 0 h 620"/>
                  <a:gd name="T52" fmla="*/ 0 w 967"/>
                  <a:gd name="T53" fmla="*/ 0 h 620"/>
                  <a:gd name="T54" fmla="*/ 0 60000 65536"/>
                  <a:gd name="T55" fmla="*/ 0 60000 65536"/>
                  <a:gd name="T56" fmla="*/ 0 60000 65536"/>
                  <a:gd name="T57" fmla="*/ 0 60000 65536"/>
                  <a:gd name="T58" fmla="*/ 0 60000 65536"/>
                  <a:gd name="T59" fmla="*/ 0 60000 65536"/>
                  <a:gd name="T60" fmla="*/ 0 60000 65536"/>
                  <a:gd name="T61" fmla="*/ 0 60000 65536"/>
                  <a:gd name="T62" fmla="*/ 0 60000 65536"/>
                  <a:gd name="T63" fmla="*/ 0 60000 65536"/>
                  <a:gd name="T64" fmla="*/ 0 60000 65536"/>
                  <a:gd name="T65" fmla="*/ 0 60000 65536"/>
                  <a:gd name="T66" fmla="*/ 0 60000 65536"/>
                  <a:gd name="T67" fmla="*/ 0 60000 65536"/>
                  <a:gd name="T68" fmla="*/ 0 60000 65536"/>
                  <a:gd name="T69" fmla="*/ 0 60000 65536"/>
                  <a:gd name="T70" fmla="*/ 0 60000 65536"/>
                  <a:gd name="T71" fmla="*/ 0 60000 65536"/>
                  <a:gd name="T72" fmla="*/ 0 60000 65536"/>
                  <a:gd name="T73" fmla="*/ 0 60000 65536"/>
                  <a:gd name="T74" fmla="*/ 0 60000 65536"/>
                  <a:gd name="T75" fmla="*/ 0 60000 65536"/>
                  <a:gd name="T76" fmla="*/ 0 60000 65536"/>
                  <a:gd name="T77" fmla="*/ 0 60000 65536"/>
                  <a:gd name="T78" fmla="*/ 0 60000 65536"/>
                  <a:gd name="T79" fmla="*/ 0 60000 65536"/>
                  <a:gd name="T80" fmla="*/ 0 60000 65536"/>
                </a:gdLst>
                <a:ahLst/>
                <a:cxnLst>
                  <a:cxn ang="T54">
                    <a:pos x="T0" y="T1"/>
                  </a:cxn>
                  <a:cxn ang="T55">
                    <a:pos x="T2" y="T3"/>
                  </a:cxn>
                  <a:cxn ang="T56">
                    <a:pos x="T4" y="T5"/>
                  </a:cxn>
                  <a:cxn ang="T57">
                    <a:pos x="T6" y="T7"/>
                  </a:cxn>
                  <a:cxn ang="T58">
                    <a:pos x="T8" y="T9"/>
                  </a:cxn>
                  <a:cxn ang="T59">
                    <a:pos x="T10" y="T11"/>
                  </a:cxn>
                  <a:cxn ang="T60">
                    <a:pos x="T12" y="T13"/>
                  </a:cxn>
                  <a:cxn ang="T61">
                    <a:pos x="T14" y="T15"/>
                  </a:cxn>
                  <a:cxn ang="T62">
                    <a:pos x="T16" y="T17"/>
                  </a:cxn>
                  <a:cxn ang="T63">
                    <a:pos x="T18" y="T19"/>
                  </a:cxn>
                  <a:cxn ang="T64">
                    <a:pos x="T20" y="T21"/>
                  </a:cxn>
                  <a:cxn ang="T65">
                    <a:pos x="T22" y="T23"/>
                  </a:cxn>
                  <a:cxn ang="T66">
                    <a:pos x="T24" y="T25"/>
                  </a:cxn>
                  <a:cxn ang="T67">
                    <a:pos x="T26" y="T27"/>
                  </a:cxn>
                  <a:cxn ang="T68">
                    <a:pos x="T28" y="T29"/>
                  </a:cxn>
                  <a:cxn ang="T69">
                    <a:pos x="T30" y="T31"/>
                  </a:cxn>
                  <a:cxn ang="T70">
                    <a:pos x="T32" y="T33"/>
                  </a:cxn>
                  <a:cxn ang="T71">
                    <a:pos x="T34" y="T35"/>
                  </a:cxn>
                  <a:cxn ang="T72">
                    <a:pos x="T36" y="T37"/>
                  </a:cxn>
                  <a:cxn ang="T73">
                    <a:pos x="T38" y="T39"/>
                  </a:cxn>
                  <a:cxn ang="T74">
                    <a:pos x="T40" y="T41"/>
                  </a:cxn>
                  <a:cxn ang="T75">
                    <a:pos x="T42" y="T43"/>
                  </a:cxn>
                  <a:cxn ang="T76">
                    <a:pos x="T44" y="T45"/>
                  </a:cxn>
                  <a:cxn ang="T77">
                    <a:pos x="T46" y="T47"/>
                  </a:cxn>
                  <a:cxn ang="T78">
                    <a:pos x="T48" y="T49"/>
                  </a:cxn>
                  <a:cxn ang="T79">
                    <a:pos x="T50" y="T51"/>
                  </a:cxn>
                  <a:cxn ang="T80">
                    <a:pos x="T52" y="T53"/>
                  </a:cxn>
                </a:cxnLst>
                <a:rect l="0" t="0" r="r" b="b"/>
                <a:pathLst>
                  <a:path w="967" h="620">
                    <a:moveTo>
                      <a:pt x="0" y="310"/>
                    </a:moveTo>
                    <a:lnTo>
                      <a:pt x="13" y="225"/>
                    </a:lnTo>
                    <a:lnTo>
                      <a:pt x="48" y="159"/>
                    </a:lnTo>
                    <a:lnTo>
                      <a:pt x="119" y="97"/>
                    </a:lnTo>
                    <a:lnTo>
                      <a:pt x="204" y="53"/>
                    </a:lnTo>
                    <a:lnTo>
                      <a:pt x="305" y="13"/>
                    </a:lnTo>
                    <a:lnTo>
                      <a:pt x="421" y="0"/>
                    </a:lnTo>
                    <a:lnTo>
                      <a:pt x="536" y="0"/>
                    </a:lnTo>
                    <a:lnTo>
                      <a:pt x="652" y="13"/>
                    </a:lnTo>
                    <a:lnTo>
                      <a:pt x="753" y="53"/>
                    </a:lnTo>
                    <a:lnTo>
                      <a:pt x="841" y="97"/>
                    </a:lnTo>
                    <a:lnTo>
                      <a:pt x="909" y="159"/>
                    </a:lnTo>
                    <a:lnTo>
                      <a:pt x="948" y="225"/>
                    </a:lnTo>
                    <a:lnTo>
                      <a:pt x="966" y="310"/>
                    </a:lnTo>
                    <a:lnTo>
                      <a:pt x="948" y="380"/>
                    </a:lnTo>
                    <a:lnTo>
                      <a:pt x="909" y="447"/>
                    </a:lnTo>
                    <a:lnTo>
                      <a:pt x="841" y="509"/>
                    </a:lnTo>
                    <a:lnTo>
                      <a:pt x="753" y="562"/>
                    </a:lnTo>
                    <a:lnTo>
                      <a:pt x="652" y="597"/>
                    </a:lnTo>
                    <a:lnTo>
                      <a:pt x="536" y="619"/>
                    </a:lnTo>
                    <a:lnTo>
                      <a:pt x="421" y="619"/>
                    </a:lnTo>
                    <a:lnTo>
                      <a:pt x="305" y="597"/>
                    </a:lnTo>
                    <a:lnTo>
                      <a:pt x="204" y="562"/>
                    </a:lnTo>
                    <a:lnTo>
                      <a:pt x="119" y="509"/>
                    </a:lnTo>
                    <a:lnTo>
                      <a:pt x="48" y="447"/>
                    </a:lnTo>
                    <a:lnTo>
                      <a:pt x="13" y="380"/>
                    </a:lnTo>
                    <a:lnTo>
                      <a:pt x="0" y="310"/>
                    </a:lnTo>
                  </a:path>
                </a:pathLst>
              </a:custGeom>
              <a:gradFill rotWithShape="0">
                <a:gsLst>
                  <a:gs pos="0">
                    <a:srgbClr val="B18D00"/>
                  </a:gs>
                  <a:gs pos="100000">
                    <a:srgbClr val="FFCC00"/>
                  </a:gs>
                </a:gsLst>
                <a:lin ang="0" scaled="1"/>
              </a:gradFill>
              <a:ln w="12600">
                <a:solidFill>
                  <a:srgbClr val="000000"/>
                </a:solidFill>
                <a:round/>
                <a:headEnd/>
                <a:tailEnd/>
              </a:ln>
            </p:spPr>
            <p:txBody>
              <a:bodyPr wrap="none" anchor="ctr"/>
              <a:lstStyle/>
              <a:p>
                <a:endParaRPr lang="zh-CN" altLang="en-US"/>
              </a:p>
            </p:txBody>
          </p:sp>
        </p:grpSp>
        <p:grpSp>
          <p:nvGrpSpPr>
            <p:cNvPr id="53258" name="Group 20"/>
            <p:cNvGrpSpPr>
              <a:grpSpLocks/>
            </p:cNvGrpSpPr>
            <p:nvPr/>
          </p:nvGrpSpPr>
          <p:grpSpPr bwMode="auto">
            <a:xfrm>
              <a:off x="2284" y="1663"/>
              <a:ext cx="137" cy="439"/>
              <a:chOff x="2284" y="1663"/>
              <a:chExt cx="137" cy="439"/>
            </a:xfrm>
          </p:grpSpPr>
          <p:sp>
            <p:nvSpPr>
              <p:cNvPr id="53274" name="Freeform 21"/>
              <p:cNvSpPr>
                <a:spLocks noChangeArrowheads="1"/>
              </p:cNvSpPr>
              <p:nvPr/>
            </p:nvSpPr>
            <p:spPr bwMode="auto">
              <a:xfrm>
                <a:off x="2303" y="1663"/>
                <a:ext cx="92" cy="432"/>
              </a:xfrm>
              <a:custGeom>
                <a:avLst/>
                <a:gdLst>
                  <a:gd name="T0" fmla="*/ 0 w 405"/>
                  <a:gd name="T1" fmla="*/ 1 h 1906"/>
                  <a:gd name="T2" fmla="*/ 0 w 405"/>
                  <a:gd name="T3" fmla="*/ 1 h 1906"/>
                  <a:gd name="T4" fmla="*/ 0 w 405"/>
                  <a:gd name="T5" fmla="*/ 1 h 1906"/>
                  <a:gd name="T6" fmla="*/ 0 w 405"/>
                  <a:gd name="T7" fmla="*/ 1 h 1906"/>
                  <a:gd name="T8" fmla="*/ 0 w 405"/>
                  <a:gd name="T9" fmla="*/ 1 h 1906"/>
                  <a:gd name="T10" fmla="*/ 0 w 405"/>
                  <a:gd name="T11" fmla="*/ 0 h 1906"/>
                  <a:gd name="T12" fmla="*/ 0 w 405"/>
                  <a:gd name="T13" fmla="*/ 0 h 1906"/>
                  <a:gd name="T14" fmla="*/ 0 w 405"/>
                  <a:gd name="T15" fmla="*/ 0 h 1906"/>
                  <a:gd name="T16" fmla="*/ 0 w 405"/>
                  <a:gd name="T17" fmla="*/ 0 h 1906"/>
                  <a:gd name="T18" fmla="*/ 0 w 405"/>
                  <a:gd name="T19" fmla="*/ 0 h 1906"/>
                  <a:gd name="T20" fmla="*/ 0 w 405"/>
                  <a:gd name="T21" fmla="*/ 0 h 1906"/>
                  <a:gd name="T22" fmla="*/ 0 60000 65536"/>
                  <a:gd name="T23" fmla="*/ 0 60000 65536"/>
                  <a:gd name="T24" fmla="*/ 0 60000 65536"/>
                  <a:gd name="T25" fmla="*/ 0 60000 65536"/>
                  <a:gd name="T26" fmla="*/ 0 60000 65536"/>
                  <a:gd name="T27" fmla="*/ 0 60000 65536"/>
                  <a:gd name="T28" fmla="*/ 0 60000 65536"/>
                  <a:gd name="T29" fmla="*/ 0 60000 65536"/>
                  <a:gd name="T30" fmla="*/ 0 60000 65536"/>
                  <a:gd name="T31" fmla="*/ 0 60000 65536"/>
                  <a:gd name="T32" fmla="*/ 0 60000 65536"/>
                </a:gdLst>
                <a:ahLst/>
                <a:cxnLst>
                  <a:cxn ang="T22">
                    <a:pos x="T0" y="T1"/>
                  </a:cxn>
                  <a:cxn ang="T23">
                    <a:pos x="T2" y="T3"/>
                  </a:cxn>
                  <a:cxn ang="T24">
                    <a:pos x="T4" y="T5"/>
                  </a:cxn>
                  <a:cxn ang="T25">
                    <a:pos x="T6" y="T7"/>
                  </a:cxn>
                  <a:cxn ang="T26">
                    <a:pos x="T8" y="T9"/>
                  </a:cxn>
                  <a:cxn ang="T27">
                    <a:pos x="T10" y="T11"/>
                  </a:cxn>
                  <a:cxn ang="T28">
                    <a:pos x="T12" y="T13"/>
                  </a:cxn>
                  <a:cxn ang="T29">
                    <a:pos x="T14" y="T15"/>
                  </a:cxn>
                  <a:cxn ang="T30">
                    <a:pos x="T16" y="T17"/>
                  </a:cxn>
                  <a:cxn ang="T31">
                    <a:pos x="T18" y="T19"/>
                  </a:cxn>
                  <a:cxn ang="T32">
                    <a:pos x="T20" y="T21"/>
                  </a:cxn>
                </a:cxnLst>
                <a:rect l="0" t="0" r="r" b="b"/>
                <a:pathLst>
                  <a:path w="405" h="1906">
                    <a:moveTo>
                      <a:pt x="404" y="1905"/>
                    </a:moveTo>
                    <a:lnTo>
                      <a:pt x="404" y="1586"/>
                    </a:lnTo>
                    <a:lnTo>
                      <a:pt x="386" y="1432"/>
                    </a:lnTo>
                    <a:lnTo>
                      <a:pt x="369" y="1278"/>
                    </a:lnTo>
                    <a:lnTo>
                      <a:pt x="316" y="1127"/>
                    </a:lnTo>
                    <a:lnTo>
                      <a:pt x="262" y="981"/>
                    </a:lnTo>
                    <a:lnTo>
                      <a:pt x="106" y="684"/>
                    </a:lnTo>
                    <a:lnTo>
                      <a:pt x="48" y="543"/>
                    </a:lnTo>
                    <a:lnTo>
                      <a:pt x="13" y="389"/>
                    </a:lnTo>
                    <a:lnTo>
                      <a:pt x="0" y="233"/>
                    </a:lnTo>
                    <a:lnTo>
                      <a:pt x="0" y="0"/>
                    </a:lnTo>
                  </a:path>
                </a:pathLst>
              </a:custGeom>
              <a:noFill/>
              <a:ln w="25560">
                <a:solidFill>
                  <a:srgbClr val="FF9900"/>
                </a:solidFill>
                <a:round/>
                <a:headEnd/>
                <a:tailEnd/>
              </a:ln>
              <a:extLst>
                <a:ext uri="{909E8E84-426E-40DD-AFC4-6F175D3DCCD1}">
                  <a14:hiddenFill xmlns:a14="http://schemas.microsoft.com/office/drawing/2010/main">
                    <a:solidFill>
                      <a:srgbClr val="FFFFFF"/>
                    </a:solidFill>
                  </a14:hiddenFill>
                </a:ext>
              </a:extLst>
            </p:spPr>
            <p:txBody>
              <a:bodyPr/>
              <a:lstStyle/>
              <a:p>
                <a:endParaRPr lang="zh-CN" altLang="en-US"/>
              </a:p>
            </p:txBody>
          </p:sp>
          <p:sp>
            <p:nvSpPr>
              <p:cNvPr id="53275" name="Freeform 22"/>
              <p:cNvSpPr>
                <a:spLocks noChangeArrowheads="1"/>
              </p:cNvSpPr>
              <p:nvPr/>
            </p:nvSpPr>
            <p:spPr bwMode="auto">
              <a:xfrm>
                <a:off x="2284" y="1761"/>
                <a:ext cx="138" cy="342"/>
              </a:xfrm>
              <a:custGeom>
                <a:avLst/>
                <a:gdLst>
                  <a:gd name="T0" fmla="*/ 0 w 610"/>
                  <a:gd name="T1" fmla="*/ 0 h 1508"/>
                  <a:gd name="T2" fmla="*/ 0 w 610"/>
                  <a:gd name="T3" fmla="*/ 0 h 1508"/>
                  <a:gd name="T4" fmla="*/ 0 w 610"/>
                  <a:gd name="T5" fmla="*/ 0 h 1508"/>
                  <a:gd name="T6" fmla="*/ 0 w 610"/>
                  <a:gd name="T7" fmla="*/ 0 h 1508"/>
                  <a:gd name="T8" fmla="*/ 0 w 610"/>
                  <a:gd name="T9" fmla="*/ 0 h 1508"/>
                  <a:gd name="T10" fmla="*/ 0 w 610"/>
                  <a:gd name="T11" fmla="*/ 0 h 1508"/>
                  <a:gd name="T12" fmla="*/ 0 w 610"/>
                  <a:gd name="T13" fmla="*/ 0 h 1508"/>
                  <a:gd name="T14" fmla="*/ 0 w 610"/>
                  <a:gd name="T15" fmla="*/ 0 h 1508"/>
                  <a:gd name="T16" fmla="*/ 0 w 610"/>
                  <a:gd name="T17" fmla="*/ 0 h 1508"/>
                  <a:gd name="T18" fmla="*/ 0 w 610"/>
                  <a:gd name="T19" fmla="*/ 1 h 1508"/>
                  <a:gd name="T20" fmla="*/ 0 w 610"/>
                  <a:gd name="T21" fmla="*/ 1 h 1508"/>
                  <a:gd name="T22" fmla="*/ 0 w 610"/>
                  <a:gd name="T23" fmla="*/ 1 h 1508"/>
                  <a:gd name="T24" fmla="*/ 0 w 610"/>
                  <a:gd name="T25" fmla="*/ 1 h 1508"/>
                  <a:gd name="T26" fmla="*/ 0 w 610"/>
                  <a:gd name="T27" fmla="*/ 1 h 1508"/>
                  <a:gd name="T28" fmla="*/ 0 w 610"/>
                  <a:gd name="T29" fmla="*/ 1 h 1508"/>
                  <a:gd name="T30" fmla="*/ 0 w 610"/>
                  <a:gd name="T31" fmla="*/ 1 h 1508"/>
                  <a:gd name="T32" fmla="*/ 0 w 610"/>
                  <a:gd name="T33" fmla="*/ 1 h 1508"/>
                  <a:gd name="T34" fmla="*/ 0 w 610"/>
                  <a:gd name="T35" fmla="*/ 1 h 1508"/>
                  <a:gd name="T36" fmla="*/ 0 w 610"/>
                  <a:gd name="T37" fmla="*/ 1 h 1508"/>
                  <a:gd name="T38" fmla="*/ 0 w 610"/>
                  <a:gd name="T39" fmla="*/ 1 h 1508"/>
                  <a:gd name="T40" fmla="*/ 0 w 610"/>
                  <a:gd name="T41" fmla="*/ 1 h 1508"/>
                  <a:gd name="T42" fmla="*/ 0 w 610"/>
                  <a:gd name="T43" fmla="*/ 1 h 1508"/>
                  <a:gd name="T44" fmla="*/ 0 w 610"/>
                  <a:gd name="T45" fmla="*/ 1 h 1508"/>
                  <a:gd name="T46" fmla="*/ 0 w 610"/>
                  <a:gd name="T47" fmla="*/ 0 h 1508"/>
                  <a:gd name="T48" fmla="*/ 0 w 610"/>
                  <a:gd name="T49" fmla="*/ 0 h 1508"/>
                  <a:gd name="T50" fmla="*/ 0 w 610"/>
                  <a:gd name="T51" fmla="*/ 0 h 1508"/>
                  <a:gd name="T52" fmla="*/ 0 w 610"/>
                  <a:gd name="T53" fmla="*/ 0 h 1508"/>
                  <a:gd name="T54" fmla="*/ 0 w 610"/>
                  <a:gd name="T55" fmla="*/ 0 h 1508"/>
                  <a:gd name="T56" fmla="*/ 0 w 610"/>
                  <a:gd name="T57" fmla="*/ 0 h 1508"/>
                  <a:gd name="T58" fmla="*/ 0 w 610"/>
                  <a:gd name="T59" fmla="*/ 0 h 1508"/>
                  <a:gd name="T60" fmla="*/ 0 w 610"/>
                  <a:gd name="T61" fmla="*/ 0 h 1508"/>
                  <a:gd name="T62" fmla="*/ 0 w 610"/>
                  <a:gd name="T63" fmla="*/ 0 h 1508"/>
                  <a:gd name="T64" fmla="*/ 0 w 610"/>
                  <a:gd name="T65" fmla="*/ 0 h 1508"/>
                  <a:gd name="T66" fmla="*/ 0 w 610"/>
                  <a:gd name="T67" fmla="*/ 0 h 1508"/>
                  <a:gd name="T68" fmla="*/ 0 60000 65536"/>
                  <a:gd name="T69" fmla="*/ 0 60000 65536"/>
                  <a:gd name="T70" fmla="*/ 0 60000 65536"/>
                  <a:gd name="T71" fmla="*/ 0 60000 65536"/>
                  <a:gd name="T72" fmla="*/ 0 60000 65536"/>
                  <a:gd name="T73" fmla="*/ 0 60000 65536"/>
                  <a:gd name="T74" fmla="*/ 0 60000 65536"/>
                  <a:gd name="T75" fmla="*/ 0 60000 65536"/>
                  <a:gd name="T76" fmla="*/ 0 60000 65536"/>
                  <a:gd name="T77" fmla="*/ 0 60000 65536"/>
                  <a:gd name="T78" fmla="*/ 0 60000 65536"/>
                  <a:gd name="T79" fmla="*/ 0 60000 65536"/>
                  <a:gd name="T80" fmla="*/ 0 60000 65536"/>
                  <a:gd name="T81" fmla="*/ 0 60000 65536"/>
                  <a:gd name="T82" fmla="*/ 0 60000 65536"/>
                  <a:gd name="T83" fmla="*/ 0 60000 65536"/>
                  <a:gd name="T84" fmla="*/ 0 60000 65536"/>
                  <a:gd name="T85" fmla="*/ 0 60000 65536"/>
                  <a:gd name="T86" fmla="*/ 0 60000 65536"/>
                  <a:gd name="T87" fmla="*/ 0 60000 65536"/>
                  <a:gd name="T88" fmla="*/ 0 60000 65536"/>
                  <a:gd name="T89" fmla="*/ 0 60000 655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 name="T99" fmla="*/ 0 60000 65536"/>
                  <a:gd name="T100" fmla="*/ 0 60000 65536"/>
                  <a:gd name="T101" fmla="*/ 0 60000 65536"/>
                </a:gdLst>
                <a:ahLst/>
                <a:cxnLst>
                  <a:cxn ang="T68">
                    <a:pos x="T0" y="T1"/>
                  </a:cxn>
                  <a:cxn ang="T69">
                    <a:pos x="T2" y="T3"/>
                  </a:cxn>
                  <a:cxn ang="T70">
                    <a:pos x="T4" y="T5"/>
                  </a:cxn>
                  <a:cxn ang="T71">
                    <a:pos x="T6" y="T7"/>
                  </a:cxn>
                  <a:cxn ang="T72">
                    <a:pos x="T8" y="T9"/>
                  </a:cxn>
                  <a:cxn ang="T73">
                    <a:pos x="T10" y="T11"/>
                  </a:cxn>
                  <a:cxn ang="T74">
                    <a:pos x="T12" y="T13"/>
                  </a:cxn>
                  <a:cxn ang="T75">
                    <a:pos x="T14" y="T15"/>
                  </a:cxn>
                  <a:cxn ang="T76">
                    <a:pos x="T16" y="T17"/>
                  </a:cxn>
                  <a:cxn ang="T77">
                    <a:pos x="T18" y="T19"/>
                  </a:cxn>
                  <a:cxn ang="T78">
                    <a:pos x="T20" y="T21"/>
                  </a:cxn>
                  <a:cxn ang="T79">
                    <a:pos x="T22" y="T23"/>
                  </a:cxn>
                  <a:cxn ang="T80">
                    <a:pos x="T24" y="T25"/>
                  </a:cxn>
                  <a:cxn ang="T81">
                    <a:pos x="T26" y="T27"/>
                  </a:cxn>
                  <a:cxn ang="T82">
                    <a:pos x="T28" y="T29"/>
                  </a:cxn>
                  <a:cxn ang="T83">
                    <a:pos x="T30" y="T31"/>
                  </a:cxn>
                  <a:cxn ang="T84">
                    <a:pos x="T32" y="T33"/>
                  </a:cxn>
                  <a:cxn ang="T85">
                    <a:pos x="T34" y="T35"/>
                  </a:cxn>
                  <a:cxn ang="T86">
                    <a:pos x="T36" y="T37"/>
                  </a:cxn>
                  <a:cxn ang="T87">
                    <a:pos x="T38" y="T39"/>
                  </a:cxn>
                  <a:cxn ang="T88">
                    <a:pos x="T40" y="T41"/>
                  </a:cxn>
                  <a:cxn ang="T89">
                    <a:pos x="T42" y="T43"/>
                  </a:cxn>
                  <a:cxn ang="T90">
                    <a:pos x="T44" y="T45"/>
                  </a:cxn>
                  <a:cxn ang="T91">
                    <a:pos x="T46" y="T47"/>
                  </a:cxn>
                  <a:cxn ang="T92">
                    <a:pos x="T48" y="T49"/>
                  </a:cxn>
                  <a:cxn ang="T93">
                    <a:pos x="T50" y="T51"/>
                  </a:cxn>
                  <a:cxn ang="T94">
                    <a:pos x="T52" y="T53"/>
                  </a:cxn>
                  <a:cxn ang="T95">
                    <a:pos x="T54" y="T55"/>
                  </a:cxn>
                  <a:cxn ang="T96">
                    <a:pos x="T56" y="T57"/>
                  </a:cxn>
                  <a:cxn ang="T97">
                    <a:pos x="T58" y="T59"/>
                  </a:cxn>
                  <a:cxn ang="T98">
                    <a:pos x="T60" y="T61"/>
                  </a:cxn>
                  <a:cxn ang="T99">
                    <a:pos x="T62" y="T63"/>
                  </a:cxn>
                  <a:cxn ang="T100">
                    <a:pos x="T64" y="T65"/>
                  </a:cxn>
                  <a:cxn ang="T101">
                    <a:pos x="T66" y="T67"/>
                  </a:cxn>
                </a:cxnLst>
                <a:rect l="0" t="0" r="r" b="b"/>
                <a:pathLst>
                  <a:path w="610" h="1508">
                    <a:moveTo>
                      <a:pt x="84" y="4"/>
                    </a:moveTo>
                    <a:lnTo>
                      <a:pt x="133" y="0"/>
                    </a:lnTo>
                    <a:lnTo>
                      <a:pt x="182" y="4"/>
                    </a:lnTo>
                    <a:lnTo>
                      <a:pt x="226" y="35"/>
                    </a:lnTo>
                    <a:lnTo>
                      <a:pt x="253" y="75"/>
                    </a:lnTo>
                    <a:lnTo>
                      <a:pt x="445" y="504"/>
                    </a:lnTo>
                    <a:lnTo>
                      <a:pt x="515" y="693"/>
                    </a:lnTo>
                    <a:lnTo>
                      <a:pt x="565" y="902"/>
                    </a:lnTo>
                    <a:lnTo>
                      <a:pt x="596" y="1105"/>
                    </a:lnTo>
                    <a:lnTo>
                      <a:pt x="609" y="1300"/>
                    </a:lnTo>
                    <a:lnTo>
                      <a:pt x="609" y="1388"/>
                    </a:lnTo>
                    <a:lnTo>
                      <a:pt x="596" y="1436"/>
                    </a:lnTo>
                    <a:lnTo>
                      <a:pt x="574" y="1472"/>
                    </a:lnTo>
                    <a:lnTo>
                      <a:pt x="529" y="1498"/>
                    </a:lnTo>
                    <a:lnTo>
                      <a:pt x="489" y="1507"/>
                    </a:lnTo>
                    <a:lnTo>
                      <a:pt x="436" y="1498"/>
                    </a:lnTo>
                    <a:lnTo>
                      <a:pt x="400" y="1472"/>
                    </a:lnTo>
                    <a:lnTo>
                      <a:pt x="373" y="1436"/>
                    </a:lnTo>
                    <a:lnTo>
                      <a:pt x="368" y="1388"/>
                    </a:lnTo>
                    <a:lnTo>
                      <a:pt x="368" y="1269"/>
                    </a:lnTo>
                    <a:lnTo>
                      <a:pt x="351" y="1105"/>
                    </a:lnTo>
                    <a:lnTo>
                      <a:pt x="324" y="937"/>
                    </a:lnTo>
                    <a:lnTo>
                      <a:pt x="280" y="782"/>
                    </a:lnTo>
                    <a:lnTo>
                      <a:pt x="217" y="618"/>
                    </a:lnTo>
                    <a:lnTo>
                      <a:pt x="84" y="286"/>
                    </a:lnTo>
                    <a:lnTo>
                      <a:pt x="4" y="123"/>
                    </a:lnTo>
                    <a:lnTo>
                      <a:pt x="0" y="83"/>
                    </a:lnTo>
                    <a:lnTo>
                      <a:pt x="13" y="39"/>
                    </a:lnTo>
                    <a:lnTo>
                      <a:pt x="53" y="13"/>
                    </a:lnTo>
                    <a:lnTo>
                      <a:pt x="84" y="4"/>
                    </a:lnTo>
                  </a:path>
                </a:pathLst>
              </a:custGeom>
              <a:gradFill rotWithShape="0">
                <a:gsLst>
                  <a:gs pos="0">
                    <a:srgbClr val="33CC33"/>
                  </a:gs>
                  <a:gs pos="100000">
                    <a:srgbClr val="238D23"/>
                  </a:gs>
                </a:gsLst>
                <a:lin ang="16200000" scaled="1"/>
              </a:gradFill>
              <a:ln w="12600">
                <a:solidFill>
                  <a:srgbClr val="000000"/>
                </a:solidFill>
                <a:round/>
                <a:headEnd/>
                <a:tailEnd/>
              </a:ln>
            </p:spPr>
            <p:txBody>
              <a:bodyPr wrap="none" anchor="ctr"/>
              <a:lstStyle/>
              <a:p>
                <a:endParaRPr lang="zh-CN" altLang="en-US"/>
              </a:p>
            </p:txBody>
          </p:sp>
        </p:grpSp>
        <p:grpSp>
          <p:nvGrpSpPr>
            <p:cNvPr id="53259" name="Group 23"/>
            <p:cNvGrpSpPr>
              <a:grpSpLocks/>
            </p:cNvGrpSpPr>
            <p:nvPr/>
          </p:nvGrpSpPr>
          <p:grpSpPr bwMode="auto">
            <a:xfrm>
              <a:off x="2295" y="1663"/>
              <a:ext cx="135" cy="439"/>
              <a:chOff x="2295" y="1663"/>
              <a:chExt cx="135" cy="439"/>
            </a:xfrm>
          </p:grpSpPr>
          <p:sp>
            <p:nvSpPr>
              <p:cNvPr id="53272" name="Freeform 24"/>
              <p:cNvSpPr>
                <a:spLocks noChangeArrowheads="1"/>
              </p:cNvSpPr>
              <p:nvPr/>
            </p:nvSpPr>
            <p:spPr bwMode="auto">
              <a:xfrm>
                <a:off x="2322" y="1663"/>
                <a:ext cx="90" cy="432"/>
              </a:xfrm>
              <a:custGeom>
                <a:avLst/>
                <a:gdLst>
                  <a:gd name="T0" fmla="*/ 0 w 396"/>
                  <a:gd name="T1" fmla="*/ 1 h 1906"/>
                  <a:gd name="T2" fmla="*/ 0 w 396"/>
                  <a:gd name="T3" fmla="*/ 1 h 1906"/>
                  <a:gd name="T4" fmla="*/ 0 w 396"/>
                  <a:gd name="T5" fmla="*/ 1 h 1906"/>
                  <a:gd name="T6" fmla="*/ 0 w 396"/>
                  <a:gd name="T7" fmla="*/ 1 h 1906"/>
                  <a:gd name="T8" fmla="*/ 0 w 396"/>
                  <a:gd name="T9" fmla="*/ 1 h 1906"/>
                  <a:gd name="T10" fmla="*/ 0 w 396"/>
                  <a:gd name="T11" fmla="*/ 0 h 1906"/>
                  <a:gd name="T12" fmla="*/ 0 w 396"/>
                  <a:gd name="T13" fmla="*/ 0 h 1906"/>
                  <a:gd name="T14" fmla="*/ 0 w 396"/>
                  <a:gd name="T15" fmla="*/ 0 h 1906"/>
                  <a:gd name="T16" fmla="*/ 0 w 396"/>
                  <a:gd name="T17" fmla="*/ 0 h 1906"/>
                  <a:gd name="T18" fmla="*/ 0 w 396"/>
                  <a:gd name="T19" fmla="*/ 0 h 1906"/>
                  <a:gd name="T20" fmla="*/ 0 w 396"/>
                  <a:gd name="T21" fmla="*/ 0 h 1906"/>
                  <a:gd name="T22" fmla="*/ 0 60000 65536"/>
                  <a:gd name="T23" fmla="*/ 0 60000 65536"/>
                  <a:gd name="T24" fmla="*/ 0 60000 65536"/>
                  <a:gd name="T25" fmla="*/ 0 60000 65536"/>
                  <a:gd name="T26" fmla="*/ 0 60000 65536"/>
                  <a:gd name="T27" fmla="*/ 0 60000 65536"/>
                  <a:gd name="T28" fmla="*/ 0 60000 65536"/>
                  <a:gd name="T29" fmla="*/ 0 60000 65536"/>
                  <a:gd name="T30" fmla="*/ 0 60000 65536"/>
                  <a:gd name="T31" fmla="*/ 0 60000 65536"/>
                  <a:gd name="T32" fmla="*/ 0 60000 65536"/>
                </a:gdLst>
                <a:ahLst/>
                <a:cxnLst>
                  <a:cxn ang="T22">
                    <a:pos x="T0" y="T1"/>
                  </a:cxn>
                  <a:cxn ang="T23">
                    <a:pos x="T2" y="T3"/>
                  </a:cxn>
                  <a:cxn ang="T24">
                    <a:pos x="T4" y="T5"/>
                  </a:cxn>
                  <a:cxn ang="T25">
                    <a:pos x="T6" y="T7"/>
                  </a:cxn>
                  <a:cxn ang="T26">
                    <a:pos x="T8" y="T9"/>
                  </a:cxn>
                  <a:cxn ang="T27">
                    <a:pos x="T10" y="T11"/>
                  </a:cxn>
                  <a:cxn ang="T28">
                    <a:pos x="T12" y="T13"/>
                  </a:cxn>
                  <a:cxn ang="T29">
                    <a:pos x="T14" y="T15"/>
                  </a:cxn>
                  <a:cxn ang="T30">
                    <a:pos x="T16" y="T17"/>
                  </a:cxn>
                  <a:cxn ang="T31">
                    <a:pos x="T18" y="T19"/>
                  </a:cxn>
                  <a:cxn ang="T32">
                    <a:pos x="T20" y="T21"/>
                  </a:cxn>
                </a:cxnLst>
                <a:rect l="0" t="0" r="r" b="b"/>
                <a:pathLst>
                  <a:path w="396" h="1906">
                    <a:moveTo>
                      <a:pt x="0" y="1905"/>
                    </a:moveTo>
                    <a:lnTo>
                      <a:pt x="0" y="1586"/>
                    </a:lnTo>
                    <a:lnTo>
                      <a:pt x="4" y="1432"/>
                    </a:lnTo>
                    <a:lnTo>
                      <a:pt x="35" y="1278"/>
                    </a:lnTo>
                    <a:lnTo>
                      <a:pt x="75" y="1127"/>
                    </a:lnTo>
                    <a:lnTo>
                      <a:pt x="142" y="981"/>
                    </a:lnTo>
                    <a:lnTo>
                      <a:pt x="289" y="684"/>
                    </a:lnTo>
                    <a:lnTo>
                      <a:pt x="346" y="543"/>
                    </a:lnTo>
                    <a:lnTo>
                      <a:pt x="382" y="389"/>
                    </a:lnTo>
                    <a:lnTo>
                      <a:pt x="395" y="233"/>
                    </a:lnTo>
                    <a:lnTo>
                      <a:pt x="395" y="0"/>
                    </a:lnTo>
                  </a:path>
                </a:pathLst>
              </a:custGeom>
              <a:noFill/>
              <a:ln w="25560">
                <a:solidFill>
                  <a:srgbClr val="FF9900"/>
                </a:solidFill>
                <a:round/>
                <a:headEnd/>
                <a:tailEnd/>
              </a:ln>
              <a:extLst>
                <a:ext uri="{909E8E84-426E-40DD-AFC4-6F175D3DCCD1}">
                  <a14:hiddenFill xmlns:a14="http://schemas.microsoft.com/office/drawing/2010/main">
                    <a:solidFill>
                      <a:srgbClr val="FFFFFF"/>
                    </a:solidFill>
                  </a14:hiddenFill>
                </a:ext>
              </a:extLst>
            </p:spPr>
            <p:txBody>
              <a:bodyPr/>
              <a:lstStyle/>
              <a:p>
                <a:endParaRPr lang="zh-CN" altLang="en-US"/>
              </a:p>
            </p:txBody>
          </p:sp>
          <p:sp>
            <p:nvSpPr>
              <p:cNvPr id="53273" name="Freeform 25"/>
              <p:cNvSpPr>
                <a:spLocks noChangeArrowheads="1"/>
              </p:cNvSpPr>
              <p:nvPr/>
            </p:nvSpPr>
            <p:spPr bwMode="auto">
              <a:xfrm>
                <a:off x="2295" y="1761"/>
                <a:ext cx="136" cy="342"/>
              </a:xfrm>
              <a:custGeom>
                <a:avLst/>
                <a:gdLst>
                  <a:gd name="T0" fmla="*/ 0 w 601"/>
                  <a:gd name="T1" fmla="*/ 0 h 1508"/>
                  <a:gd name="T2" fmla="*/ 0 w 601"/>
                  <a:gd name="T3" fmla="*/ 0 h 1508"/>
                  <a:gd name="T4" fmla="*/ 0 w 601"/>
                  <a:gd name="T5" fmla="*/ 0 h 1508"/>
                  <a:gd name="T6" fmla="*/ 0 w 601"/>
                  <a:gd name="T7" fmla="*/ 0 h 1508"/>
                  <a:gd name="T8" fmla="*/ 0 w 601"/>
                  <a:gd name="T9" fmla="*/ 0 h 1508"/>
                  <a:gd name="T10" fmla="*/ 0 w 601"/>
                  <a:gd name="T11" fmla="*/ 0 h 1508"/>
                  <a:gd name="T12" fmla="*/ 0 w 601"/>
                  <a:gd name="T13" fmla="*/ 0 h 1508"/>
                  <a:gd name="T14" fmla="*/ 0 w 601"/>
                  <a:gd name="T15" fmla="*/ 0 h 1508"/>
                  <a:gd name="T16" fmla="*/ 0 w 601"/>
                  <a:gd name="T17" fmla="*/ 0 h 1508"/>
                  <a:gd name="T18" fmla="*/ 0 w 601"/>
                  <a:gd name="T19" fmla="*/ 1 h 1508"/>
                  <a:gd name="T20" fmla="*/ 0 w 601"/>
                  <a:gd name="T21" fmla="*/ 1 h 1508"/>
                  <a:gd name="T22" fmla="*/ 0 w 601"/>
                  <a:gd name="T23" fmla="*/ 1 h 1508"/>
                  <a:gd name="T24" fmla="*/ 0 w 601"/>
                  <a:gd name="T25" fmla="*/ 1 h 1508"/>
                  <a:gd name="T26" fmla="*/ 0 w 601"/>
                  <a:gd name="T27" fmla="*/ 1 h 1508"/>
                  <a:gd name="T28" fmla="*/ 0 w 601"/>
                  <a:gd name="T29" fmla="*/ 1 h 1508"/>
                  <a:gd name="T30" fmla="*/ 0 w 601"/>
                  <a:gd name="T31" fmla="*/ 1 h 1508"/>
                  <a:gd name="T32" fmla="*/ 0 w 601"/>
                  <a:gd name="T33" fmla="*/ 1 h 1508"/>
                  <a:gd name="T34" fmla="*/ 0 w 601"/>
                  <a:gd name="T35" fmla="*/ 1 h 1508"/>
                  <a:gd name="T36" fmla="*/ 0 w 601"/>
                  <a:gd name="T37" fmla="*/ 1 h 1508"/>
                  <a:gd name="T38" fmla="*/ 0 w 601"/>
                  <a:gd name="T39" fmla="*/ 1 h 1508"/>
                  <a:gd name="T40" fmla="*/ 0 w 601"/>
                  <a:gd name="T41" fmla="*/ 1 h 1508"/>
                  <a:gd name="T42" fmla="*/ 0 w 601"/>
                  <a:gd name="T43" fmla="*/ 1 h 1508"/>
                  <a:gd name="T44" fmla="*/ 0 w 601"/>
                  <a:gd name="T45" fmla="*/ 1 h 1508"/>
                  <a:gd name="T46" fmla="*/ 0 w 601"/>
                  <a:gd name="T47" fmla="*/ 0 h 1508"/>
                  <a:gd name="T48" fmla="*/ 0 w 601"/>
                  <a:gd name="T49" fmla="*/ 0 h 1508"/>
                  <a:gd name="T50" fmla="*/ 0 w 601"/>
                  <a:gd name="T51" fmla="*/ 0 h 1508"/>
                  <a:gd name="T52" fmla="*/ 0 w 601"/>
                  <a:gd name="T53" fmla="*/ 0 h 1508"/>
                  <a:gd name="T54" fmla="*/ 0 w 601"/>
                  <a:gd name="T55" fmla="*/ 0 h 1508"/>
                  <a:gd name="T56" fmla="*/ 0 w 601"/>
                  <a:gd name="T57" fmla="*/ 0 h 1508"/>
                  <a:gd name="T58" fmla="*/ 0 w 601"/>
                  <a:gd name="T59" fmla="*/ 0 h 1508"/>
                  <a:gd name="T60" fmla="*/ 0 w 601"/>
                  <a:gd name="T61" fmla="*/ 0 h 1508"/>
                  <a:gd name="T62" fmla="*/ 0 w 601"/>
                  <a:gd name="T63" fmla="*/ 0 h 1508"/>
                  <a:gd name="T64" fmla="*/ 0 w 601"/>
                  <a:gd name="T65" fmla="*/ 0 h 1508"/>
                  <a:gd name="T66" fmla="*/ 0 w 601"/>
                  <a:gd name="T67" fmla="*/ 0 h 1508"/>
                  <a:gd name="T68" fmla="*/ 0 60000 65536"/>
                  <a:gd name="T69" fmla="*/ 0 60000 65536"/>
                  <a:gd name="T70" fmla="*/ 0 60000 65536"/>
                  <a:gd name="T71" fmla="*/ 0 60000 65536"/>
                  <a:gd name="T72" fmla="*/ 0 60000 65536"/>
                  <a:gd name="T73" fmla="*/ 0 60000 65536"/>
                  <a:gd name="T74" fmla="*/ 0 60000 65536"/>
                  <a:gd name="T75" fmla="*/ 0 60000 65536"/>
                  <a:gd name="T76" fmla="*/ 0 60000 65536"/>
                  <a:gd name="T77" fmla="*/ 0 60000 65536"/>
                  <a:gd name="T78" fmla="*/ 0 60000 65536"/>
                  <a:gd name="T79" fmla="*/ 0 60000 65536"/>
                  <a:gd name="T80" fmla="*/ 0 60000 65536"/>
                  <a:gd name="T81" fmla="*/ 0 60000 65536"/>
                  <a:gd name="T82" fmla="*/ 0 60000 65536"/>
                  <a:gd name="T83" fmla="*/ 0 60000 65536"/>
                  <a:gd name="T84" fmla="*/ 0 60000 65536"/>
                  <a:gd name="T85" fmla="*/ 0 60000 65536"/>
                  <a:gd name="T86" fmla="*/ 0 60000 65536"/>
                  <a:gd name="T87" fmla="*/ 0 60000 65536"/>
                  <a:gd name="T88" fmla="*/ 0 60000 65536"/>
                  <a:gd name="T89" fmla="*/ 0 60000 655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 name="T99" fmla="*/ 0 60000 65536"/>
                  <a:gd name="T100" fmla="*/ 0 60000 65536"/>
                  <a:gd name="T101" fmla="*/ 0 60000 65536"/>
                </a:gdLst>
                <a:ahLst/>
                <a:cxnLst>
                  <a:cxn ang="T68">
                    <a:pos x="T0" y="T1"/>
                  </a:cxn>
                  <a:cxn ang="T69">
                    <a:pos x="T2" y="T3"/>
                  </a:cxn>
                  <a:cxn ang="T70">
                    <a:pos x="T4" y="T5"/>
                  </a:cxn>
                  <a:cxn ang="T71">
                    <a:pos x="T6" y="T7"/>
                  </a:cxn>
                  <a:cxn ang="T72">
                    <a:pos x="T8" y="T9"/>
                  </a:cxn>
                  <a:cxn ang="T73">
                    <a:pos x="T10" y="T11"/>
                  </a:cxn>
                  <a:cxn ang="T74">
                    <a:pos x="T12" y="T13"/>
                  </a:cxn>
                  <a:cxn ang="T75">
                    <a:pos x="T14" y="T15"/>
                  </a:cxn>
                  <a:cxn ang="T76">
                    <a:pos x="T16" y="T17"/>
                  </a:cxn>
                  <a:cxn ang="T77">
                    <a:pos x="T18" y="T19"/>
                  </a:cxn>
                  <a:cxn ang="T78">
                    <a:pos x="T20" y="T21"/>
                  </a:cxn>
                  <a:cxn ang="T79">
                    <a:pos x="T22" y="T23"/>
                  </a:cxn>
                  <a:cxn ang="T80">
                    <a:pos x="T24" y="T25"/>
                  </a:cxn>
                  <a:cxn ang="T81">
                    <a:pos x="T26" y="T27"/>
                  </a:cxn>
                  <a:cxn ang="T82">
                    <a:pos x="T28" y="T29"/>
                  </a:cxn>
                  <a:cxn ang="T83">
                    <a:pos x="T30" y="T31"/>
                  </a:cxn>
                  <a:cxn ang="T84">
                    <a:pos x="T32" y="T33"/>
                  </a:cxn>
                  <a:cxn ang="T85">
                    <a:pos x="T34" y="T35"/>
                  </a:cxn>
                  <a:cxn ang="T86">
                    <a:pos x="T36" y="T37"/>
                  </a:cxn>
                  <a:cxn ang="T87">
                    <a:pos x="T38" y="T39"/>
                  </a:cxn>
                  <a:cxn ang="T88">
                    <a:pos x="T40" y="T41"/>
                  </a:cxn>
                  <a:cxn ang="T89">
                    <a:pos x="T42" y="T43"/>
                  </a:cxn>
                  <a:cxn ang="T90">
                    <a:pos x="T44" y="T45"/>
                  </a:cxn>
                  <a:cxn ang="T91">
                    <a:pos x="T46" y="T47"/>
                  </a:cxn>
                  <a:cxn ang="T92">
                    <a:pos x="T48" y="T49"/>
                  </a:cxn>
                  <a:cxn ang="T93">
                    <a:pos x="T50" y="T51"/>
                  </a:cxn>
                  <a:cxn ang="T94">
                    <a:pos x="T52" y="T53"/>
                  </a:cxn>
                  <a:cxn ang="T95">
                    <a:pos x="T54" y="T55"/>
                  </a:cxn>
                  <a:cxn ang="T96">
                    <a:pos x="T56" y="T57"/>
                  </a:cxn>
                  <a:cxn ang="T97">
                    <a:pos x="T58" y="T59"/>
                  </a:cxn>
                  <a:cxn ang="T98">
                    <a:pos x="T60" y="T61"/>
                  </a:cxn>
                  <a:cxn ang="T99">
                    <a:pos x="T62" y="T63"/>
                  </a:cxn>
                  <a:cxn ang="T100">
                    <a:pos x="T64" y="T65"/>
                  </a:cxn>
                  <a:cxn ang="T101">
                    <a:pos x="T66" y="T67"/>
                  </a:cxn>
                </a:cxnLst>
                <a:rect l="0" t="0" r="r" b="b"/>
                <a:pathLst>
                  <a:path w="601" h="1508">
                    <a:moveTo>
                      <a:pt x="515" y="4"/>
                    </a:moveTo>
                    <a:lnTo>
                      <a:pt x="467" y="0"/>
                    </a:lnTo>
                    <a:lnTo>
                      <a:pt x="418" y="4"/>
                    </a:lnTo>
                    <a:lnTo>
                      <a:pt x="373" y="35"/>
                    </a:lnTo>
                    <a:lnTo>
                      <a:pt x="346" y="75"/>
                    </a:lnTo>
                    <a:lnTo>
                      <a:pt x="160" y="504"/>
                    </a:lnTo>
                    <a:lnTo>
                      <a:pt x="89" y="693"/>
                    </a:lnTo>
                    <a:lnTo>
                      <a:pt x="35" y="902"/>
                    </a:lnTo>
                    <a:lnTo>
                      <a:pt x="4" y="1105"/>
                    </a:lnTo>
                    <a:lnTo>
                      <a:pt x="0" y="1300"/>
                    </a:lnTo>
                    <a:lnTo>
                      <a:pt x="0" y="1388"/>
                    </a:lnTo>
                    <a:lnTo>
                      <a:pt x="4" y="1436"/>
                    </a:lnTo>
                    <a:lnTo>
                      <a:pt x="35" y="1472"/>
                    </a:lnTo>
                    <a:lnTo>
                      <a:pt x="70" y="1498"/>
                    </a:lnTo>
                    <a:lnTo>
                      <a:pt x="120" y="1507"/>
                    </a:lnTo>
                    <a:lnTo>
                      <a:pt x="160" y="1498"/>
                    </a:lnTo>
                    <a:lnTo>
                      <a:pt x="204" y="1472"/>
                    </a:lnTo>
                    <a:lnTo>
                      <a:pt x="227" y="1436"/>
                    </a:lnTo>
                    <a:lnTo>
                      <a:pt x="240" y="1388"/>
                    </a:lnTo>
                    <a:lnTo>
                      <a:pt x="240" y="1269"/>
                    </a:lnTo>
                    <a:lnTo>
                      <a:pt x="249" y="1105"/>
                    </a:lnTo>
                    <a:lnTo>
                      <a:pt x="275" y="937"/>
                    </a:lnTo>
                    <a:lnTo>
                      <a:pt x="324" y="782"/>
                    </a:lnTo>
                    <a:lnTo>
                      <a:pt x="383" y="618"/>
                    </a:lnTo>
                    <a:lnTo>
                      <a:pt x="524" y="286"/>
                    </a:lnTo>
                    <a:lnTo>
                      <a:pt x="596" y="123"/>
                    </a:lnTo>
                    <a:lnTo>
                      <a:pt x="600" y="83"/>
                    </a:lnTo>
                    <a:lnTo>
                      <a:pt x="587" y="39"/>
                    </a:lnTo>
                    <a:lnTo>
                      <a:pt x="551" y="13"/>
                    </a:lnTo>
                    <a:lnTo>
                      <a:pt x="515" y="4"/>
                    </a:lnTo>
                  </a:path>
                </a:pathLst>
              </a:custGeom>
              <a:gradFill rotWithShape="0">
                <a:gsLst>
                  <a:gs pos="0">
                    <a:srgbClr val="FF0033"/>
                  </a:gs>
                  <a:gs pos="100000">
                    <a:srgbClr val="B10023"/>
                  </a:gs>
                </a:gsLst>
                <a:lin ang="16200000" scaled="1"/>
              </a:gradFill>
              <a:ln w="12600">
                <a:solidFill>
                  <a:srgbClr val="FFFFFF"/>
                </a:solidFill>
                <a:round/>
                <a:headEnd/>
                <a:tailEnd/>
              </a:ln>
            </p:spPr>
            <p:txBody>
              <a:bodyPr wrap="none" anchor="ctr"/>
              <a:lstStyle/>
              <a:p>
                <a:endParaRPr lang="zh-CN" altLang="en-US"/>
              </a:p>
            </p:txBody>
          </p:sp>
        </p:grpSp>
        <p:grpSp>
          <p:nvGrpSpPr>
            <p:cNvPr id="53260" name="Group 26"/>
            <p:cNvGrpSpPr>
              <a:grpSpLocks/>
            </p:cNvGrpSpPr>
            <p:nvPr/>
          </p:nvGrpSpPr>
          <p:grpSpPr bwMode="auto">
            <a:xfrm>
              <a:off x="2644" y="1663"/>
              <a:ext cx="137" cy="439"/>
              <a:chOff x="2644" y="1663"/>
              <a:chExt cx="137" cy="439"/>
            </a:xfrm>
          </p:grpSpPr>
          <p:sp>
            <p:nvSpPr>
              <p:cNvPr id="53270" name="Freeform 27"/>
              <p:cNvSpPr>
                <a:spLocks noChangeArrowheads="1"/>
              </p:cNvSpPr>
              <p:nvPr/>
            </p:nvSpPr>
            <p:spPr bwMode="auto">
              <a:xfrm>
                <a:off x="2671" y="1663"/>
                <a:ext cx="91" cy="432"/>
              </a:xfrm>
              <a:custGeom>
                <a:avLst/>
                <a:gdLst>
                  <a:gd name="T0" fmla="*/ 0 w 400"/>
                  <a:gd name="T1" fmla="*/ 1 h 1906"/>
                  <a:gd name="T2" fmla="*/ 0 w 400"/>
                  <a:gd name="T3" fmla="*/ 1 h 1906"/>
                  <a:gd name="T4" fmla="*/ 0 w 400"/>
                  <a:gd name="T5" fmla="*/ 1 h 1906"/>
                  <a:gd name="T6" fmla="*/ 0 w 400"/>
                  <a:gd name="T7" fmla="*/ 1 h 1906"/>
                  <a:gd name="T8" fmla="*/ 0 w 400"/>
                  <a:gd name="T9" fmla="*/ 1 h 1906"/>
                  <a:gd name="T10" fmla="*/ 0 w 400"/>
                  <a:gd name="T11" fmla="*/ 0 h 1906"/>
                  <a:gd name="T12" fmla="*/ 0 w 400"/>
                  <a:gd name="T13" fmla="*/ 0 h 1906"/>
                  <a:gd name="T14" fmla="*/ 0 w 400"/>
                  <a:gd name="T15" fmla="*/ 0 h 1906"/>
                  <a:gd name="T16" fmla="*/ 0 w 400"/>
                  <a:gd name="T17" fmla="*/ 0 h 1906"/>
                  <a:gd name="T18" fmla="*/ 0 w 400"/>
                  <a:gd name="T19" fmla="*/ 0 h 1906"/>
                  <a:gd name="T20" fmla="*/ 0 w 400"/>
                  <a:gd name="T21" fmla="*/ 0 h 1906"/>
                  <a:gd name="T22" fmla="*/ 0 60000 65536"/>
                  <a:gd name="T23" fmla="*/ 0 60000 65536"/>
                  <a:gd name="T24" fmla="*/ 0 60000 65536"/>
                  <a:gd name="T25" fmla="*/ 0 60000 65536"/>
                  <a:gd name="T26" fmla="*/ 0 60000 65536"/>
                  <a:gd name="T27" fmla="*/ 0 60000 65536"/>
                  <a:gd name="T28" fmla="*/ 0 60000 65536"/>
                  <a:gd name="T29" fmla="*/ 0 60000 65536"/>
                  <a:gd name="T30" fmla="*/ 0 60000 65536"/>
                  <a:gd name="T31" fmla="*/ 0 60000 65536"/>
                  <a:gd name="T32" fmla="*/ 0 60000 65536"/>
                </a:gdLst>
                <a:ahLst/>
                <a:cxnLst>
                  <a:cxn ang="T22">
                    <a:pos x="T0" y="T1"/>
                  </a:cxn>
                  <a:cxn ang="T23">
                    <a:pos x="T2" y="T3"/>
                  </a:cxn>
                  <a:cxn ang="T24">
                    <a:pos x="T4" y="T5"/>
                  </a:cxn>
                  <a:cxn ang="T25">
                    <a:pos x="T6" y="T7"/>
                  </a:cxn>
                  <a:cxn ang="T26">
                    <a:pos x="T8" y="T9"/>
                  </a:cxn>
                  <a:cxn ang="T27">
                    <a:pos x="T10" y="T11"/>
                  </a:cxn>
                  <a:cxn ang="T28">
                    <a:pos x="T12" y="T13"/>
                  </a:cxn>
                  <a:cxn ang="T29">
                    <a:pos x="T14" y="T15"/>
                  </a:cxn>
                  <a:cxn ang="T30">
                    <a:pos x="T16" y="T17"/>
                  </a:cxn>
                  <a:cxn ang="T31">
                    <a:pos x="T18" y="T19"/>
                  </a:cxn>
                  <a:cxn ang="T32">
                    <a:pos x="T20" y="T21"/>
                  </a:cxn>
                </a:cxnLst>
                <a:rect l="0" t="0" r="r" b="b"/>
                <a:pathLst>
                  <a:path w="400" h="1906">
                    <a:moveTo>
                      <a:pt x="0" y="1905"/>
                    </a:moveTo>
                    <a:lnTo>
                      <a:pt x="0" y="1586"/>
                    </a:lnTo>
                    <a:lnTo>
                      <a:pt x="8" y="1432"/>
                    </a:lnTo>
                    <a:lnTo>
                      <a:pt x="35" y="1278"/>
                    </a:lnTo>
                    <a:lnTo>
                      <a:pt x="79" y="1127"/>
                    </a:lnTo>
                    <a:lnTo>
                      <a:pt x="142" y="981"/>
                    </a:lnTo>
                    <a:lnTo>
                      <a:pt x="293" y="684"/>
                    </a:lnTo>
                    <a:lnTo>
                      <a:pt x="350" y="543"/>
                    </a:lnTo>
                    <a:lnTo>
                      <a:pt x="390" y="389"/>
                    </a:lnTo>
                    <a:lnTo>
                      <a:pt x="399" y="233"/>
                    </a:lnTo>
                    <a:lnTo>
                      <a:pt x="399" y="0"/>
                    </a:lnTo>
                  </a:path>
                </a:pathLst>
              </a:custGeom>
              <a:noFill/>
              <a:ln w="25560">
                <a:solidFill>
                  <a:srgbClr val="FF9900"/>
                </a:solidFill>
                <a:round/>
                <a:headEnd/>
                <a:tailEnd/>
              </a:ln>
              <a:extLst>
                <a:ext uri="{909E8E84-426E-40DD-AFC4-6F175D3DCCD1}">
                  <a14:hiddenFill xmlns:a14="http://schemas.microsoft.com/office/drawing/2010/main">
                    <a:solidFill>
                      <a:srgbClr val="FFFFFF"/>
                    </a:solidFill>
                  </a14:hiddenFill>
                </a:ext>
              </a:extLst>
            </p:spPr>
            <p:txBody>
              <a:bodyPr/>
              <a:lstStyle/>
              <a:p>
                <a:endParaRPr lang="zh-CN" altLang="en-US"/>
              </a:p>
            </p:txBody>
          </p:sp>
          <p:sp>
            <p:nvSpPr>
              <p:cNvPr id="53271" name="Freeform 28"/>
              <p:cNvSpPr>
                <a:spLocks noChangeArrowheads="1"/>
              </p:cNvSpPr>
              <p:nvPr/>
            </p:nvSpPr>
            <p:spPr bwMode="auto">
              <a:xfrm>
                <a:off x="2644" y="1761"/>
                <a:ext cx="138" cy="342"/>
              </a:xfrm>
              <a:custGeom>
                <a:avLst/>
                <a:gdLst>
                  <a:gd name="T0" fmla="*/ 0 w 609"/>
                  <a:gd name="T1" fmla="*/ 0 h 1508"/>
                  <a:gd name="T2" fmla="*/ 0 w 609"/>
                  <a:gd name="T3" fmla="*/ 0 h 1508"/>
                  <a:gd name="T4" fmla="*/ 0 w 609"/>
                  <a:gd name="T5" fmla="*/ 0 h 1508"/>
                  <a:gd name="T6" fmla="*/ 0 w 609"/>
                  <a:gd name="T7" fmla="*/ 0 h 1508"/>
                  <a:gd name="T8" fmla="*/ 0 w 609"/>
                  <a:gd name="T9" fmla="*/ 0 h 1508"/>
                  <a:gd name="T10" fmla="*/ 0 w 609"/>
                  <a:gd name="T11" fmla="*/ 0 h 1508"/>
                  <a:gd name="T12" fmla="*/ 0 w 609"/>
                  <a:gd name="T13" fmla="*/ 0 h 1508"/>
                  <a:gd name="T14" fmla="*/ 0 w 609"/>
                  <a:gd name="T15" fmla="*/ 0 h 1508"/>
                  <a:gd name="T16" fmla="*/ 0 w 609"/>
                  <a:gd name="T17" fmla="*/ 0 h 1508"/>
                  <a:gd name="T18" fmla="*/ 0 w 609"/>
                  <a:gd name="T19" fmla="*/ 1 h 1508"/>
                  <a:gd name="T20" fmla="*/ 0 w 609"/>
                  <a:gd name="T21" fmla="*/ 1 h 1508"/>
                  <a:gd name="T22" fmla="*/ 0 w 609"/>
                  <a:gd name="T23" fmla="*/ 1 h 1508"/>
                  <a:gd name="T24" fmla="*/ 0 w 609"/>
                  <a:gd name="T25" fmla="*/ 1 h 1508"/>
                  <a:gd name="T26" fmla="*/ 0 w 609"/>
                  <a:gd name="T27" fmla="*/ 1 h 1508"/>
                  <a:gd name="T28" fmla="*/ 0 w 609"/>
                  <a:gd name="T29" fmla="*/ 1 h 1508"/>
                  <a:gd name="T30" fmla="*/ 0 w 609"/>
                  <a:gd name="T31" fmla="*/ 1 h 1508"/>
                  <a:gd name="T32" fmla="*/ 0 w 609"/>
                  <a:gd name="T33" fmla="*/ 1 h 1508"/>
                  <a:gd name="T34" fmla="*/ 0 w 609"/>
                  <a:gd name="T35" fmla="*/ 1 h 1508"/>
                  <a:gd name="T36" fmla="*/ 0 w 609"/>
                  <a:gd name="T37" fmla="*/ 1 h 1508"/>
                  <a:gd name="T38" fmla="*/ 0 w 609"/>
                  <a:gd name="T39" fmla="*/ 1 h 1508"/>
                  <a:gd name="T40" fmla="*/ 0 w 609"/>
                  <a:gd name="T41" fmla="*/ 1 h 1508"/>
                  <a:gd name="T42" fmla="*/ 0 w 609"/>
                  <a:gd name="T43" fmla="*/ 1 h 1508"/>
                  <a:gd name="T44" fmla="*/ 0 w 609"/>
                  <a:gd name="T45" fmla="*/ 1 h 1508"/>
                  <a:gd name="T46" fmla="*/ 0 w 609"/>
                  <a:gd name="T47" fmla="*/ 0 h 1508"/>
                  <a:gd name="T48" fmla="*/ 0 w 609"/>
                  <a:gd name="T49" fmla="*/ 0 h 1508"/>
                  <a:gd name="T50" fmla="*/ 0 w 609"/>
                  <a:gd name="T51" fmla="*/ 0 h 1508"/>
                  <a:gd name="T52" fmla="*/ 0 w 609"/>
                  <a:gd name="T53" fmla="*/ 0 h 1508"/>
                  <a:gd name="T54" fmla="*/ 0 w 609"/>
                  <a:gd name="T55" fmla="*/ 0 h 1508"/>
                  <a:gd name="T56" fmla="*/ 0 w 609"/>
                  <a:gd name="T57" fmla="*/ 0 h 1508"/>
                  <a:gd name="T58" fmla="*/ 0 w 609"/>
                  <a:gd name="T59" fmla="*/ 0 h 1508"/>
                  <a:gd name="T60" fmla="*/ 0 w 609"/>
                  <a:gd name="T61" fmla="*/ 0 h 1508"/>
                  <a:gd name="T62" fmla="*/ 0 w 609"/>
                  <a:gd name="T63" fmla="*/ 0 h 1508"/>
                  <a:gd name="T64" fmla="*/ 0 w 609"/>
                  <a:gd name="T65" fmla="*/ 0 h 1508"/>
                  <a:gd name="T66" fmla="*/ 0 w 609"/>
                  <a:gd name="T67" fmla="*/ 0 h 1508"/>
                  <a:gd name="T68" fmla="*/ 0 60000 65536"/>
                  <a:gd name="T69" fmla="*/ 0 60000 65536"/>
                  <a:gd name="T70" fmla="*/ 0 60000 65536"/>
                  <a:gd name="T71" fmla="*/ 0 60000 65536"/>
                  <a:gd name="T72" fmla="*/ 0 60000 65536"/>
                  <a:gd name="T73" fmla="*/ 0 60000 65536"/>
                  <a:gd name="T74" fmla="*/ 0 60000 65536"/>
                  <a:gd name="T75" fmla="*/ 0 60000 65536"/>
                  <a:gd name="T76" fmla="*/ 0 60000 65536"/>
                  <a:gd name="T77" fmla="*/ 0 60000 65536"/>
                  <a:gd name="T78" fmla="*/ 0 60000 65536"/>
                  <a:gd name="T79" fmla="*/ 0 60000 65536"/>
                  <a:gd name="T80" fmla="*/ 0 60000 65536"/>
                  <a:gd name="T81" fmla="*/ 0 60000 65536"/>
                  <a:gd name="T82" fmla="*/ 0 60000 65536"/>
                  <a:gd name="T83" fmla="*/ 0 60000 65536"/>
                  <a:gd name="T84" fmla="*/ 0 60000 65536"/>
                  <a:gd name="T85" fmla="*/ 0 60000 65536"/>
                  <a:gd name="T86" fmla="*/ 0 60000 65536"/>
                  <a:gd name="T87" fmla="*/ 0 60000 65536"/>
                  <a:gd name="T88" fmla="*/ 0 60000 65536"/>
                  <a:gd name="T89" fmla="*/ 0 60000 655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 name="T99" fmla="*/ 0 60000 65536"/>
                  <a:gd name="T100" fmla="*/ 0 60000 65536"/>
                  <a:gd name="T101" fmla="*/ 0 60000 65536"/>
                </a:gdLst>
                <a:ahLst/>
                <a:cxnLst>
                  <a:cxn ang="T68">
                    <a:pos x="T0" y="T1"/>
                  </a:cxn>
                  <a:cxn ang="T69">
                    <a:pos x="T2" y="T3"/>
                  </a:cxn>
                  <a:cxn ang="T70">
                    <a:pos x="T4" y="T5"/>
                  </a:cxn>
                  <a:cxn ang="T71">
                    <a:pos x="T6" y="T7"/>
                  </a:cxn>
                  <a:cxn ang="T72">
                    <a:pos x="T8" y="T9"/>
                  </a:cxn>
                  <a:cxn ang="T73">
                    <a:pos x="T10" y="T11"/>
                  </a:cxn>
                  <a:cxn ang="T74">
                    <a:pos x="T12" y="T13"/>
                  </a:cxn>
                  <a:cxn ang="T75">
                    <a:pos x="T14" y="T15"/>
                  </a:cxn>
                  <a:cxn ang="T76">
                    <a:pos x="T16" y="T17"/>
                  </a:cxn>
                  <a:cxn ang="T77">
                    <a:pos x="T18" y="T19"/>
                  </a:cxn>
                  <a:cxn ang="T78">
                    <a:pos x="T20" y="T21"/>
                  </a:cxn>
                  <a:cxn ang="T79">
                    <a:pos x="T22" y="T23"/>
                  </a:cxn>
                  <a:cxn ang="T80">
                    <a:pos x="T24" y="T25"/>
                  </a:cxn>
                  <a:cxn ang="T81">
                    <a:pos x="T26" y="T27"/>
                  </a:cxn>
                  <a:cxn ang="T82">
                    <a:pos x="T28" y="T29"/>
                  </a:cxn>
                  <a:cxn ang="T83">
                    <a:pos x="T30" y="T31"/>
                  </a:cxn>
                  <a:cxn ang="T84">
                    <a:pos x="T32" y="T33"/>
                  </a:cxn>
                  <a:cxn ang="T85">
                    <a:pos x="T34" y="T35"/>
                  </a:cxn>
                  <a:cxn ang="T86">
                    <a:pos x="T36" y="T37"/>
                  </a:cxn>
                  <a:cxn ang="T87">
                    <a:pos x="T38" y="T39"/>
                  </a:cxn>
                  <a:cxn ang="T88">
                    <a:pos x="T40" y="T41"/>
                  </a:cxn>
                  <a:cxn ang="T89">
                    <a:pos x="T42" y="T43"/>
                  </a:cxn>
                  <a:cxn ang="T90">
                    <a:pos x="T44" y="T45"/>
                  </a:cxn>
                  <a:cxn ang="T91">
                    <a:pos x="T46" y="T47"/>
                  </a:cxn>
                  <a:cxn ang="T92">
                    <a:pos x="T48" y="T49"/>
                  </a:cxn>
                  <a:cxn ang="T93">
                    <a:pos x="T50" y="T51"/>
                  </a:cxn>
                  <a:cxn ang="T94">
                    <a:pos x="T52" y="T53"/>
                  </a:cxn>
                  <a:cxn ang="T95">
                    <a:pos x="T54" y="T55"/>
                  </a:cxn>
                  <a:cxn ang="T96">
                    <a:pos x="T56" y="T57"/>
                  </a:cxn>
                  <a:cxn ang="T97">
                    <a:pos x="T58" y="T59"/>
                  </a:cxn>
                  <a:cxn ang="T98">
                    <a:pos x="T60" y="T61"/>
                  </a:cxn>
                  <a:cxn ang="T99">
                    <a:pos x="T62" y="T63"/>
                  </a:cxn>
                  <a:cxn ang="T100">
                    <a:pos x="T64" y="T65"/>
                  </a:cxn>
                  <a:cxn ang="T101">
                    <a:pos x="T66" y="T67"/>
                  </a:cxn>
                </a:cxnLst>
                <a:rect l="0" t="0" r="r" b="b"/>
                <a:pathLst>
                  <a:path w="609" h="1508">
                    <a:moveTo>
                      <a:pt x="519" y="4"/>
                    </a:moveTo>
                    <a:lnTo>
                      <a:pt x="470" y="0"/>
                    </a:lnTo>
                    <a:lnTo>
                      <a:pt x="417" y="4"/>
                    </a:lnTo>
                    <a:lnTo>
                      <a:pt x="377" y="35"/>
                    </a:lnTo>
                    <a:lnTo>
                      <a:pt x="346" y="75"/>
                    </a:lnTo>
                    <a:lnTo>
                      <a:pt x="164" y="504"/>
                    </a:lnTo>
                    <a:lnTo>
                      <a:pt x="93" y="693"/>
                    </a:lnTo>
                    <a:lnTo>
                      <a:pt x="44" y="902"/>
                    </a:lnTo>
                    <a:lnTo>
                      <a:pt x="13" y="1105"/>
                    </a:lnTo>
                    <a:lnTo>
                      <a:pt x="0" y="1300"/>
                    </a:lnTo>
                    <a:lnTo>
                      <a:pt x="0" y="1388"/>
                    </a:lnTo>
                    <a:lnTo>
                      <a:pt x="8" y="1436"/>
                    </a:lnTo>
                    <a:lnTo>
                      <a:pt x="35" y="1472"/>
                    </a:lnTo>
                    <a:lnTo>
                      <a:pt x="80" y="1498"/>
                    </a:lnTo>
                    <a:lnTo>
                      <a:pt x="120" y="1507"/>
                    </a:lnTo>
                    <a:lnTo>
                      <a:pt x="164" y="1498"/>
                    </a:lnTo>
                    <a:lnTo>
                      <a:pt x="203" y="1472"/>
                    </a:lnTo>
                    <a:lnTo>
                      <a:pt x="235" y="1436"/>
                    </a:lnTo>
                    <a:lnTo>
                      <a:pt x="240" y="1388"/>
                    </a:lnTo>
                    <a:lnTo>
                      <a:pt x="240" y="1269"/>
                    </a:lnTo>
                    <a:lnTo>
                      <a:pt x="249" y="1105"/>
                    </a:lnTo>
                    <a:lnTo>
                      <a:pt x="284" y="937"/>
                    </a:lnTo>
                    <a:lnTo>
                      <a:pt x="328" y="782"/>
                    </a:lnTo>
                    <a:lnTo>
                      <a:pt x="382" y="618"/>
                    </a:lnTo>
                    <a:lnTo>
                      <a:pt x="523" y="286"/>
                    </a:lnTo>
                    <a:lnTo>
                      <a:pt x="604" y="123"/>
                    </a:lnTo>
                    <a:lnTo>
                      <a:pt x="608" y="83"/>
                    </a:lnTo>
                    <a:lnTo>
                      <a:pt x="590" y="39"/>
                    </a:lnTo>
                    <a:lnTo>
                      <a:pt x="555" y="13"/>
                    </a:lnTo>
                    <a:lnTo>
                      <a:pt x="519" y="4"/>
                    </a:lnTo>
                  </a:path>
                </a:pathLst>
              </a:custGeom>
              <a:gradFill rotWithShape="0">
                <a:gsLst>
                  <a:gs pos="0">
                    <a:srgbClr val="FF0033"/>
                  </a:gs>
                  <a:gs pos="100000">
                    <a:srgbClr val="B10023"/>
                  </a:gs>
                </a:gsLst>
                <a:lin ang="16200000" scaled="1"/>
              </a:gradFill>
              <a:ln w="12600">
                <a:solidFill>
                  <a:srgbClr val="FFFFFF"/>
                </a:solidFill>
                <a:round/>
                <a:headEnd/>
                <a:tailEnd/>
              </a:ln>
            </p:spPr>
            <p:txBody>
              <a:bodyPr wrap="none" anchor="ctr"/>
              <a:lstStyle/>
              <a:p>
                <a:endParaRPr lang="zh-CN" altLang="en-US"/>
              </a:p>
            </p:txBody>
          </p:sp>
        </p:grpSp>
        <p:grpSp>
          <p:nvGrpSpPr>
            <p:cNvPr id="53261" name="Group 29"/>
            <p:cNvGrpSpPr>
              <a:grpSpLocks/>
            </p:cNvGrpSpPr>
            <p:nvPr/>
          </p:nvGrpSpPr>
          <p:grpSpPr bwMode="auto">
            <a:xfrm>
              <a:off x="2652" y="1663"/>
              <a:ext cx="136" cy="439"/>
              <a:chOff x="2652" y="1663"/>
              <a:chExt cx="136" cy="439"/>
            </a:xfrm>
          </p:grpSpPr>
          <p:sp>
            <p:nvSpPr>
              <p:cNvPr id="53268" name="Freeform 30"/>
              <p:cNvSpPr>
                <a:spLocks noChangeArrowheads="1"/>
              </p:cNvSpPr>
              <p:nvPr/>
            </p:nvSpPr>
            <p:spPr bwMode="auto">
              <a:xfrm>
                <a:off x="2671" y="1663"/>
                <a:ext cx="91" cy="432"/>
              </a:xfrm>
              <a:custGeom>
                <a:avLst/>
                <a:gdLst>
                  <a:gd name="T0" fmla="*/ 0 w 400"/>
                  <a:gd name="T1" fmla="*/ 1 h 1906"/>
                  <a:gd name="T2" fmla="*/ 0 w 400"/>
                  <a:gd name="T3" fmla="*/ 1 h 1906"/>
                  <a:gd name="T4" fmla="*/ 0 w 400"/>
                  <a:gd name="T5" fmla="*/ 1 h 1906"/>
                  <a:gd name="T6" fmla="*/ 0 w 400"/>
                  <a:gd name="T7" fmla="*/ 1 h 1906"/>
                  <a:gd name="T8" fmla="*/ 0 w 400"/>
                  <a:gd name="T9" fmla="*/ 1 h 1906"/>
                  <a:gd name="T10" fmla="*/ 0 w 400"/>
                  <a:gd name="T11" fmla="*/ 0 h 1906"/>
                  <a:gd name="T12" fmla="*/ 0 w 400"/>
                  <a:gd name="T13" fmla="*/ 0 h 1906"/>
                  <a:gd name="T14" fmla="*/ 0 w 400"/>
                  <a:gd name="T15" fmla="*/ 0 h 1906"/>
                  <a:gd name="T16" fmla="*/ 0 w 400"/>
                  <a:gd name="T17" fmla="*/ 0 h 1906"/>
                  <a:gd name="T18" fmla="*/ 0 w 400"/>
                  <a:gd name="T19" fmla="*/ 0 h 1906"/>
                  <a:gd name="T20" fmla="*/ 0 w 400"/>
                  <a:gd name="T21" fmla="*/ 0 h 1906"/>
                  <a:gd name="T22" fmla="*/ 0 60000 65536"/>
                  <a:gd name="T23" fmla="*/ 0 60000 65536"/>
                  <a:gd name="T24" fmla="*/ 0 60000 65536"/>
                  <a:gd name="T25" fmla="*/ 0 60000 65536"/>
                  <a:gd name="T26" fmla="*/ 0 60000 65536"/>
                  <a:gd name="T27" fmla="*/ 0 60000 65536"/>
                  <a:gd name="T28" fmla="*/ 0 60000 65536"/>
                  <a:gd name="T29" fmla="*/ 0 60000 65536"/>
                  <a:gd name="T30" fmla="*/ 0 60000 65536"/>
                  <a:gd name="T31" fmla="*/ 0 60000 65536"/>
                  <a:gd name="T32" fmla="*/ 0 60000 65536"/>
                </a:gdLst>
                <a:ahLst/>
                <a:cxnLst>
                  <a:cxn ang="T22">
                    <a:pos x="T0" y="T1"/>
                  </a:cxn>
                  <a:cxn ang="T23">
                    <a:pos x="T2" y="T3"/>
                  </a:cxn>
                  <a:cxn ang="T24">
                    <a:pos x="T4" y="T5"/>
                  </a:cxn>
                  <a:cxn ang="T25">
                    <a:pos x="T6" y="T7"/>
                  </a:cxn>
                  <a:cxn ang="T26">
                    <a:pos x="T8" y="T9"/>
                  </a:cxn>
                  <a:cxn ang="T27">
                    <a:pos x="T10" y="T11"/>
                  </a:cxn>
                  <a:cxn ang="T28">
                    <a:pos x="T12" y="T13"/>
                  </a:cxn>
                  <a:cxn ang="T29">
                    <a:pos x="T14" y="T15"/>
                  </a:cxn>
                  <a:cxn ang="T30">
                    <a:pos x="T16" y="T17"/>
                  </a:cxn>
                  <a:cxn ang="T31">
                    <a:pos x="T18" y="T19"/>
                  </a:cxn>
                  <a:cxn ang="T32">
                    <a:pos x="T20" y="T21"/>
                  </a:cxn>
                </a:cxnLst>
                <a:rect l="0" t="0" r="r" b="b"/>
                <a:pathLst>
                  <a:path w="400" h="1906">
                    <a:moveTo>
                      <a:pt x="399" y="1905"/>
                    </a:moveTo>
                    <a:lnTo>
                      <a:pt x="399" y="1586"/>
                    </a:lnTo>
                    <a:lnTo>
                      <a:pt x="390" y="1432"/>
                    </a:lnTo>
                    <a:lnTo>
                      <a:pt x="364" y="1278"/>
                    </a:lnTo>
                    <a:lnTo>
                      <a:pt x="320" y="1127"/>
                    </a:lnTo>
                    <a:lnTo>
                      <a:pt x="257" y="981"/>
                    </a:lnTo>
                    <a:lnTo>
                      <a:pt x="106" y="684"/>
                    </a:lnTo>
                    <a:lnTo>
                      <a:pt x="53" y="543"/>
                    </a:lnTo>
                    <a:lnTo>
                      <a:pt x="17" y="389"/>
                    </a:lnTo>
                    <a:lnTo>
                      <a:pt x="0" y="233"/>
                    </a:lnTo>
                    <a:lnTo>
                      <a:pt x="0" y="0"/>
                    </a:lnTo>
                  </a:path>
                </a:pathLst>
              </a:custGeom>
              <a:noFill/>
              <a:ln w="25560">
                <a:solidFill>
                  <a:srgbClr val="FF9900"/>
                </a:solidFill>
                <a:round/>
                <a:headEnd/>
                <a:tailEnd/>
              </a:ln>
              <a:extLst>
                <a:ext uri="{909E8E84-426E-40DD-AFC4-6F175D3DCCD1}">
                  <a14:hiddenFill xmlns:a14="http://schemas.microsoft.com/office/drawing/2010/main">
                    <a:solidFill>
                      <a:srgbClr val="FFFFFF"/>
                    </a:solidFill>
                  </a14:hiddenFill>
                </a:ext>
              </a:extLst>
            </p:spPr>
            <p:txBody>
              <a:bodyPr/>
              <a:lstStyle/>
              <a:p>
                <a:endParaRPr lang="zh-CN" altLang="en-US"/>
              </a:p>
            </p:txBody>
          </p:sp>
          <p:sp>
            <p:nvSpPr>
              <p:cNvPr id="53269" name="Freeform 31"/>
              <p:cNvSpPr>
                <a:spLocks noChangeArrowheads="1"/>
              </p:cNvSpPr>
              <p:nvPr/>
            </p:nvSpPr>
            <p:spPr bwMode="auto">
              <a:xfrm>
                <a:off x="2652" y="1761"/>
                <a:ext cx="137" cy="342"/>
              </a:xfrm>
              <a:custGeom>
                <a:avLst/>
                <a:gdLst>
                  <a:gd name="T0" fmla="*/ 0 w 605"/>
                  <a:gd name="T1" fmla="*/ 0 h 1508"/>
                  <a:gd name="T2" fmla="*/ 0 w 605"/>
                  <a:gd name="T3" fmla="*/ 0 h 1508"/>
                  <a:gd name="T4" fmla="*/ 0 w 605"/>
                  <a:gd name="T5" fmla="*/ 0 h 1508"/>
                  <a:gd name="T6" fmla="*/ 0 w 605"/>
                  <a:gd name="T7" fmla="*/ 0 h 1508"/>
                  <a:gd name="T8" fmla="*/ 0 w 605"/>
                  <a:gd name="T9" fmla="*/ 0 h 1508"/>
                  <a:gd name="T10" fmla="*/ 0 w 605"/>
                  <a:gd name="T11" fmla="*/ 0 h 1508"/>
                  <a:gd name="T12" fmla="*/ 0 w 605"/>
                  <a:gd name="T13" fmla="*/ 0 h 1508"/>
                  <a:gd name="T14" fmla="*/ 0 w 605"/>
                  <a:gd name="T15" fmla="*/ 0 h 1508"/>
                  <a:gd name="T16" fmla="*/ 0 w 605"/>
                  <a:gd name="T17" fmla="*/ 0 h 1508"/>
                  <a:gd name="T18" fmla="*/ 0 w 605"/>
                  <a:gd name="T19" fmla="*/ 1 h 1508"/>
                  <a:gd name="T20" fmla="*/ 0 w 605"/>
                  <a:gd name="T21" fmla="*/ 1 h 1508"/>
                  <a:gd name="T22" fmla="*/ 0 w 605"/>
                  <a:gd name="T23" fmla="*/ 1 h 1508"/>
                  <a:gd name="T24" fmla="*/ 0 w 605"/>
                  <a:gd name="T25" fmla="*/ 1 h 1508"/>
                  <a:gd name="T26" fmla="*/ 0 w 605"/>
                  <a:gd name="T27" fmla="*/ 1 h 1508"/>
                  <a:gd name="T28" fmla="*/ 0 w 605"/>
                  <a:gd name="T29" fmla="*/ 1 h 1508"/>
                  <a:gd name="T30" fmla="*/ 0 w 605"/>
                  <a:gd name="T31" fmla="*/ 1 h 1508"/>
                  <a:gd name="T32" fmla="*/ 0 w 605"/>
                  <a:gd name="T33" fmla="*/ 1 h 1508"/>
                  <a:gd name="T34" fmla="*/ 0 w 605"/>
                  <a:gd name="T35" fmla="*/ 1 h 1508"/>
                  <a:gd name="T36" fmla="*/ 0 w 605"/>
                  <a:gd name="T37" fmla="*/ 1 h 1508"/>
                  <a:gd name="T38" fmla="*/ 0 w 605"/>
                  <a:gd name="T39" fmla="*/ 1 h 1508"/>
                  <a:gd name="T40" fmla="*/ 0 w 605"/>
                  <a:gd name="T41" fmla="*/ 1 h 1508"/>
                  <a:gd name="T42" fmla="*/ 0 w 605"/>
                  <a:gd name="T43" fmla="*/ 1 h 1508"/>
                  <a:gd name="T44" fmla="*/ 0 w 605"/>
                  <a:gd name="T45" fmla="*/ 1 h 1508"/>
                  <a:gd name="T46" fmla="*/ 0 w 605"/>
                  <a:gd name="T47" fmla="*/ 0 h 1508"/>
                  <a:gd name="T48" fmla="*/ 0 w 605"/>
                  <a:gd name="T49" fmla="*/ 0 h 1508"/>
                  <a:gd name="T50" fmla="*/ 0 w 605"/>
                  <a:gd name="T51" fmla="*/ 0 h 1508"/>
                  <a:gd name="T52" fmla="*/ 0 w 605"/>
                  <a:gd name="T53" fmla="*/ 0 h 1508"/>
                  <a:gd name="T54" fmla="*/ 0 w 605"/>
                  <a:gd name="T55" fmla="*/ 0 h 1508"/>
                  <a:gd name="T56" fmla="*/ 0 w 605"/>
                  <a:gd name="T57" fmla="*/ 0 h 1508"/>
                  <a:gd name="T58" fmla="*/ 0 w 605"/>
                  <a:gd name="T59" fmla="*/ 0 h 1508"/>
                  <a:gd name="T60" fmla="*/ 0 w 605"/>
                  <a:gd name="T61" fmla="*/ 0 h 1508"/>
                  <a:gd name="T62" fmla="*/ 0 w 605"/>
                  <a:gd name="T63" fmla="*/ 0 h 1508"/>
                  <a:gd name="T64" fmla="*/ 0 w 605"/>
                  <a:gd name="T65" fmla="*/ 0 h 1508"/>
                  <a:gd name="T66" fmla="*/ 0 w 605"/>
                  <a:gd name="T67" fmla="*/ 0 h 1508"/>
                  <a:gd name="T68" fmla="*/ 0 60000 65536"/>
                  <a:gd name="T69" fmla="*/ 0 60000 65536"/>
                  <a:gd name="T70" fmla="*/ 0 60000 65536"/>
                  <a:gd name="T71" fmla="*/ 0 60000 65536"/>
                  <a:gd name="T72" fmla="*/ 0 60000 65536"/>
                  <a:gd name="T73" fmla="*/ 0 60000 65536"/>
                  <a:gd name="T74" fmla="*/ 0 60000 65536"/>
                  <a:gd name="T75" fmla="*/ 0 60000 65536"/>
                  <a:gd name="T76" fmla="*/ 0 60000 65536"/>
                  <a:gd name="T77" fmla="*/ 0 60000 65536"/>
                  <a:gd name="T78" fmla="*/ 0 60000 65536"/>
                  <a:gd name="T79" fmla="*/ 0 60000 65536"/>
                  <a:gd name="T80" fmla="*/ 0 60000 65536"/>
                  <a:gd name="T81" fmla="*/ 0 60000 65536"/>
                  <a:gd name="T82" fmla="*/ 0 60000 65536"/>
                  <a:gd name="T83" fmla="*/ 0 60000 65536"/>
                  <a:gd name="T84" fmla="*/ 0 60000 65536"/>
                  <a:gd name="T85" fmla="*/ 0 60000 65536"/>
                  <a:gd name="T86" fmla="*/ 0 60000 65536"/>
                  <a:gd name="T87" fmla="*/ 0 60000 65536"/>
                  <a:gd name="T88" fmla="*/ 0 60000 65536"/>
                  <a:gd name="T89" fmla="*/ 0 60000 655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 name="T99" fmla="*/ 0 60000 65536"/>
                  <a:gd name="T100" fmla="*/ 0 60000 65536"/>
                  <a:gd name="T101" fmla="*/ 0 60000 65536"/>
                </a:gdLst>
                <a:ahLst/>
                <a:cxnLst>
                  <a:cxn ang="T68">
                    <a:pos x="T0" y="T1"/>
                  </a:cxn>
                  <a:cxn ang="T69">
                    <a:pos x="T2" y="T3"/>
                  </a:cxn>
                  <a:cxn ang="T70">
                    <a:pos x="T4" y="T5"/>
                  </a:cxn>
                  <a:cxn ang="T71">
                    <a:pos x="T6" y="T7"/>
                  </a:cxn>
                  <a:cxn ang="T72">
                    <a:pos x="T8" y="T9"/>
                  </a:cxn>
                  <a:cxn ang="T73">
                    <a:pos x="T10" y="T11"/>
                  </a:cxn>
                  <a:cxn ang="T74">
                    <a:pos x="T12" y="T13"/>
                  </a:cxn>
                  <a:cxn ang="T75">
                    <a:pos x="T14" y="T15"/>
                  </a:cxn>
                  <a:cxn ang="T76">
                    <a:pos x="T16" y="T17"/>
                  </a:cxn>
                  <a:cxn ang="T77">
                    <a:pos x="T18" y="T19"/>
                  </a:cxn>
                  <a:cxn ang="T78">
                    <a:pos x="T20" y="T21"/>
                  </a:cxn>
                  <a:cxn ang="T79">
                    <a:pos x="T22" y="T23"/>
                  </a:cxn>
                  <a:cxn ang="T80">
                    <a:pos x="T24" y="T25"/>
                  </a:cxn>
                  <a:cxn ang="T81">
                    <a:pos x="T26" y="T27"/>
                  </a:cxn>
                  <a:cxn ang="T82">
                    <a:pos x="T28" y="T29"/>
                  </a:cxn>
                  <a:cxn ang="T83">
                    <a:pos x="T30" y="T31"/>
                  </a:cxn>
                  <a:cxn ang="T84">
                    <a:pos x="T32" y="T33"/>
                  </a:cxn>
                  <a:cxn ang="T85">
                    <a:pos x="T34" y="T35"/>
                  </a:cxn>
                  <a:cxn ang="T86">
                    <a:pos x="T36" y="T37"/>
                  </a:cxn>
                  <a:cxn ang="T87">
                    <a:pos x="T38" y="T39"/>
                  </a:cxn>
                  <a:cxn ang="T88">
                    <a:pos x="T40" y="T41"/>
                  </a:cxn>
                  <a:cxn ang="T89">
                    <a:pos x="T42" y="T43"/>
                  </a:cxn>
                  <a:cxn ang="T90">
                    <a:pos x="T44" y="T45"/>
                  </a:cxn>
                  <a:cxn ang="T91">
                    <a:pos x="T46" y="T47"/>
                  </a:cxn>
                  <a:cxn ang="T92">
                    <a:pos x="T48" y="T49"/>
                  </a:cxn>
                  <a:cxn ang="T93">
                    <a:pos x="T50" y="T51"/>
                  </a:cxn>
                  <a:cxn ang="T94">
                    <a:pos x="T52" y="T53"/>
                  </a:cxn>
                  <a:cxn ang="T95">
                    <a:pos x="T54" y="T55"/>
                  </a:cxn>
                  <a:cxn ang="T96">
                    <a:pos x="T56" y="T57"/>
                  </a:cxn>
                  <a:cxn ang="T97">
                    <a:pos x="T58" y="T59"/>
                  </a:cxn>
                  <a:cxn ang="T98">
                    <a:pos x="T60" y="T61"/>
                  </a:cxn>
                  <a:cxn ang="T99">
                    <a:pos x="T62" y="T63"/>
                  </a:cxn>
                  <a:cxn ang="T100">
                    <a:pos x="T64" y="T65"/>
                  </a:cxn>
                  <a:cxn ang="T101">
                    <a:pos x="T66" y="T67"/>
                  </a:cxn>
                </a:cxnLst>
                <a:rect l="0" t="0" r="r" b="b"/>
                <a:pathLst>
                  <a:path w="605" h="1508">
                    <a:moveTo>
                      <a:pt x="84" y="4"/>
                    </a:moveTo>
                    <a:lnTo>
                      <a:pt x="137" y="0"/>
                    </a:lnTo>
                    <a:lnTo>
                      <a:pt x="186" y="4"/>
                    </a:lnTo>
                    <a:lnTo>
                      <a:pt x="227" y="35"/>
                    </a:lnTo>
                    <a:lnTo>
                      <a:pt x="258" y="75"/>
                    </a:lnTo>
                    <a:lnTo>
                      <a:pt x="440" y="504"/>
                    </a:lnTo>
                    <a:lnTo>
                      <a:pt x="510" y="693"/>
                    </a:lnTo>
                    <a:lnTo>
                      <a:pt x="569" y="902"/>
                    </a:lnTo>
                    <a:lnTo>
                      <a:pt x="595" y="1105"/>
                    </a:lnTo>
                    <a:lnTo>
                      <a:pt x="604" y="1300"/>
                    </a:lnTo>
                    <a:lnTo>
                      <a:pt x="604" y="1388"/>
                    </a:lnTo>
                    <a:lnTo>
                      <a:pt x="595" y="1436"/>
                    </a:lnTo>
                    <a:lnTo>
                      <a:pt x="569" y="1472"/>
                    </a:lnTo>
                    <a:lnTo>
                      <a:pt x="533" y="1498"/>
                    </a:lnTo>
                    <a:lnTo>
                      <a:pt x="484" y="1507"/>
                    </a:lnTo>
                    <a:lnTo>
                      <a:pt x="440" y="1498"/>
                    </a:lnTo>
                    <a:lnTo>
                      <a:pt x="400" y="1472"/>
                    </a:lnTo>
                    <a:lnTo>
                      <a:pt x="378" y="1436"/>
                    </a:lnTo>
                    <a:lnTo>
                      <a:pt x="364" y="1388"/>
                    </a:lnTo>
                    <a:lnTo>
                      <a:pt x="364" y="1269"/>
                    </a:lnTo>
                    <a:lnTo>
                      <a:pt x="355" y="1105"/>
                    </a:lnTo>
                    <a:lnTo>
                      <a:pt x="328" y="937"/>
                    </a:lnTo>
                    <a:lnTo>
                      <a:pt x="275" y="782"/>
                    </a:lnTo>
                    <a:lnTo>
                      <a:pt x="221" y="618"/>
                    </a:lnTo>
                    <a:lnTo>
                      <a:pt x="80" y="286"/>
                    </a:lnTo>
                    <a:lnTo>
                      <a:pt x="8" y="123"/>
                    </a:lnTo>
                    <a:lnTo>
                      <a:pt x="0" y="83"/>
                    </a:lnTo>
                    <a:lnTo>
                      <a:pt x="13" y="39"/>
                    </a:lnTo>
                    <a:lnTo>
                      <a:pt x="48" y="13"/>
                    </a:lnTo>
                    <a:lnTo>
                      <a:pt x="84" y="4"/>
                    </a:lnTo>
                  </a:path>
                </a:pathLst>
              </a:custGeom>
              <a:gradFill rotWithShape="0">
                <a:gsLst>
                  <a:gs pos="0">
                    <a:srgbClr val="33CC33"/>
                  </a:gs>
                  <a:gs pos="100000">
                    <a:srgbClr val="238D23"/>
                  </a:gs>
                </a:gsLst>
                <a:lin ang="16200000" scaled="1"/>
              </a:gradFill>
              <a:ln w="12600">
                <a:solidFill>
                  <a:srgbClr val="000000"/>
                </a:solidFill>
                <a:round/>
                <a:headEnd/>
                <a:tailEnd/>
              </a:ln>
            </p:spPr>
            <p:txBody>
              <a:bodyPr wrap="none" anchor="ctr"/>
              <a:lstStyle/>
              <a:p>
                <a:endParaRPr lang="zh-CN" altLang="en-US"/>
              </a:p>
            </p:txBody>
          </p:sp>
        </p:grpSp>
        <p:sp>
          <p:nvSpPr>
            <p:cNvPr id="53262" name="Text Box 32"/>
            <p:cNvSpPr txBox="1">
              <a:spLocks noChangeArrowheads="1"/>
            </p:cNvSpPr>
            <p:nvPr/>
          </p:nvSpPr>
          <p:spPr bwMode="auto">
            <a:xfrm>
              <a:off x="340" y="1570"/>
              <a:ext cx="1254" cy="151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92160" tIns="46080" rIns="92160" bIns="46080">
              <a:spAutoFit/>
            </a:bodyPr>
            <a:lstStyle>
              <a:lvl1pPr eaLnBrk="0" hangingPunct="0">
                <a:spcBef>
                  <a:spcPct val="20000"/>
                </a:spcBef>
                <a:buFont typeface="Wingdings" pitchFamily="2" charset="2"/>
                <a:buChar char="Ø"/>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3200">
                  <a:solidFill>
                    <a:srgbClr val="4F6228"/>
                  </a:solidFill>
                  <a:latin typeface="Calibri" pitchFamily="34" charset="0"/>
                  <a:ea typeface="楷体_GB2312" pitchFamily="49" charset="-122"/>
                </a:defRPr>
              </a:lvl1pPr>
              <a:lvl2pPr marL="742950" indent="-285750" eaLnBrk="0" hangingPunct="0">
                <a:spcBef>
                  <a:spcPct val="20000"/>
                </a:spcBef>
                <a:buFont typeface="Wingdings" pitchFamily="2" charset="2"/>
                <a:buChar char="ü"/>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800">
                  <a:solidFill>
                    <a:srgbClr val="4F6228"/>
                  </a:solidFill>
                  <a:latin typeface="Calibri" pitchFamily="34" charset="0"/>
                  <a:ea typeface="楷体_GB2312" pitchFamily="49" charset="-122"/>
                </a:defRPr>
              </a:lvl2pPr>
              <a:lvl3pPr marL="1143000" indent="-228600" eaLnBrk="0" hangingPunct="0">
                <a:spcBef>
                  <a:spcPct val="20000"/>
                </a:spcBef>
                <a:buFont typeface="Arial" charset="0"/>
                <a:buChar char="•"/>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400">
                  <a:solidFill>
                    <a:srgbClr val="4F6228"/>
                  </a:solidFill>
                  <a:latin typeface="Calibri" pitchFamily="34" charset="0"/>
                  <a:ea typeface="楷体_GB2312" pitchFamily="49" charset="-122"/>
                </a:defRPr>
              </a:lvl3pPr>
              <a:lvl4pPr marL="1600200" indent="-228600" eaLnBrk="0" hangingPunct="0">
                <a:spcBef>
                  <a:spcPct val="20000"/>
                </a:spcBef>
                <a:buFont typeface="Arial" charset="0"/>
                <a:buChar char="–"/>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000">
                  <a:solidFill>
                    <a:schemeClr val="tx1"/>
                  </a:solidFill>
                  <a:latin typeface="Calibri" pitchFamily="34" charset="0"/>
                  <a:ea typeface="宋体" pitchFamily="2" charset="-122"/>
                </a:defRPr>
              </a:lvl4pPr>
              <a:lvl5pPr marL="2057400" indent="-228600" eaLnBrk="0" hangingPunct="0">
                <a:spcBef>
                  <a:spcPct val="20000"/>
                </a:spcBef>
                <a:buFont typeface="Arial" charset="0"/>
                <a:buChar char="»"/>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000">
                  <a:solidFill>
                    <a:schemeClr val="tx1"/>
                  </a:solidFill>
                  <a:latin typeface="Calibri" pitchFamily="34" charset="0"/>
                  <a:ea typeface="宋体" pitchFamily="2" charset="-122"/>
                </a:defRPr>
              </a:lvl5pPr>
              <a:lvl6pPr marL="2514600" indent="-228600" eaLnBrk="0" fontAlgn="base" hangingPunct="0">
                <a:spcBef>
                  <a:spcPct val="20000"/>
                </a:spcBef>
                <a:spcAft>
                  <a:spcPct val="0"/>
                </a:spcAft>
                <a:buFont typeface="Arial" charset="0"/>
                <a:buChar char="»"/>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000">
                  <a:solidFill>
                    <a:schemeClr val="tx1"/>
                  </a:solidFill>
                  <a:latin typeface="Calibri" pitchFamily="34" charset="0"/>
                  <a:ea typeface="宋体" pitchFamily="2" charset="-122"/>
                </a:defRPr>
              </a:lvl6pPr>
              <a:lvl7pPr marL="2971800" indent="-228600" eaLnBrk="0" fontAlgn="base" hangingPunct="0">
                <a:spcBef>
                  <a:spcPct val="20000"/>
                </a:spcBef>
                <a:spcAft>
                  <a:spcPct val="0"/>
                </a:spcAft>
                <a:buFont typeface="Arial" charset="0"/>
                <a:buChar char="»"/>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000">
                  <a:solidFill>
                    <a:schemeClr val="tx1"/>
                  </a:solidFill>
                  <a:latin typeface="Calibri" pitchFamily="34" charset="0"/>
                  <a:ea typeface="宋体" pitchFamily="2" charset="-122"/>
                </a:defRPr>
              </a:lvl7pPr>
              <a:lvl8pPr marL="3429000" indent="-228600" eaLnBrk="0" fontAlgn="base" hangingPunct="0">
                <a:spcBef>
                  <a:spcPct val="20000"/>
                </a:spcBef>
                <a:spcAft>
                  <a:spcPct val="0"/>
                </a:spcAft>
                <a:buFont typeface="Arial" charset="0"/>
                <a:buChar char="»"/>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000">
                  <a:solidFill>
                    <a:schemeClr val="tx1"/>
                  </a:solidFill>
                  <a:latin typeface="Calibri" pitchFamily="34" charset="0"/>
                  <a:ea typeface="宋体" pitchFamily="2" charset="-122"/>
                </a:defRPr>
              </a:lvl8pPr>
              <a:lvl9pPr marL="3886200" indent="-228600" eaLnBrk="0" fontAlgn="base" hangingPunct="0">
                <a:spcBef>
                  <a:spcPct val="20000"/>
                </a:spcBef>
                <a:spcAft>
                  <a:spcPct val="0"/>
                </a:spcAft>
                <a:buFont typeface="Arial" charset="0"/>
                <a:buChar char="»"/>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000">
                  <a:solidFill>
                    <a:schemeClr val="tx1"/>
                  </a:solidFill>
                  <a:latin typeface="Calibri" pitchFamily="34" charset="0"/>
                  <a:ea typeface="宋体" pitchFamily="2" charset="-122"/>
                </a:defRPr>
              </a:lvl9pPr>
            </a:lstStyle>
            <a:p>
              <a:pPr algn="r">
                <a:lnSpc>
                  <a:spcPct val="85000"/>
                </a:lnSpc>
                <a:spcBef>
                  <a:spcPts val="1488"/>
                </a:spcBef>
                <a:buClr>
                  <a:srgbClr val="FFFFFF"/>
                </a:buClr>
                <a:buSzPct val="133000"/>
                <a:buFont typeface="Times New Roman" pitchFamily="18" charset="0"/>
                <a:buNone/>
              </a:pPr>
              <a:r>
                <a:rPr lang="en-GB" altLang="zh-CN" sz="2400">
                  <a:solidFill>
                    <a:schemeClr val="tx1"/>
                  </a:solidFill>
                  <a:latin typeface="Arial Narrow" pitchFamily="34" charset="0"/>
                </a:rPr>
                <a:t>内导体芯线</a:t>
              </a:r>
            </a:p>
            <a:p>
              <a:pPr algn="r">
                <a:lnSpc>
                  <a:spcPct val="85000"/>
                </a:lnSpc>
                <a:spcBef>
                  <a:spcPts val="1488"/>
                </a:spcBef>
                <a:buClr>
                  <a:srgbClr val="FFFFFF"/>
                </a:buClr>
                <a:buSzPct val="133000"/>
                <a:buFont typeface="Times New Roman" pitchFamily="18" charset="0"/>
                <a:buNone/>
              </a:pPr>
              <a:r>
                <a:rPr lang="en-GB" altLang="zh-CN" sz="2400">
                  <a:solidFill>
                    <a:schemeClr val="tx1"/>
                  </a:solidFill>
                  <a:latin typeface="Arial Narrow" pitchFamily="34" charset="0"/>
                </a:rPr>
                <a:t>绝缘</a:t>
              </a:r>
            </a:p>
            <a:p>
              <a:pPr algn="r">
                <a:lnSpc>
                  <a:spcPct val="85000"/>
                </a:lnSpc>
                <a:spcBef>
                  <a:spcPts val="1488"/>
                </a:spcBef>
                <a:buClr>
                  <a:srgbClr val="FFFFFF"/>
                </a:buClr>
                <a:buSzPct val="133000"/>
                <a:buFont typeface="Times New Roman" pitchFamily="18" charset="0"/>
                <a:buNone/>
              </a:pPr>
              <a:r>
                <a:rPr lang="en-GB" altLang="zh-CN" sz="2400">
                  <a:solidFill>
                    <a:schemeClr val="tx1"/>
                  </a:solidFill>
                  <a:latin typeface="Arial Narrow" pitchFamily="34" charset="0"/>
                </a:rPr>
                <a:t>内屏蔽</a:t>
              </a:r>
            </a:p>
            <a:p>
              <a:pPr algn="r">
                <a:lnSpc>
                  <a:spcPct val="85000"/>
                </a:lnSpc>
                <a:spcBef>
                  <a:spcPts val="1488"/>
                </a:spcBef>
                <a:buClr>
                  <a:srgbClr val="FFFFFF"/>
                </a:buClr>
                <a:buSzPct val="133000"/>
                <a:buFont typeface="Times New Roman" pitchFamily="18" charset="0"/>
                <a:buNone/>
              </a:pPr>
              <a:r>
                <a:rPr lang="en-GB" altLang="zh-CN" sz="2400">
                  <a:solidFill>
                    <a:schemeClr val="tx1"/>
                  </a:solidFill>
                  <a:latin typeface="Arial Narrow" pitchFamily="34" charset="0"/>
                </a:rPr>
                <a:t>外屏蔽</a:t>
              </a:r>
            </a:p>
            <a:p>
              <a:pPr algn="r">
                <a:lnSpc>
                  <a:spcPct val="85000"/>
                </a:lnSpc>
                <a:spcBef>
                  <a:spcPts val="1488"/>
                </a:spcBef>
                <a:buClr>
                  <a:srgbClr val="FFFFFF"/>
                </a:buClr>
                <a:buSzPct val="133000"/>
                <a:buFont typeface="Times New Roman" pitchFamily="18" charset="0"/>
                <a:buNone/>
              </a:pPr>
              <a:r>
                <a:rPr lang="en-GB" altLang="zh-CN" sz="2400">
                  <a:solidFill>
                    <a:schemeClr val="tx1"/>
                  </a:solidFill>
                  <a:latin typeface="Arial Narrow" pitchFamily="34" charset="0"/>
                </a:rPr>
                <a:t>外套</a:t>
              </a:r>
            </a:p>
          </p:txBody>
        </p:sp>
        <p:sp>
          <p:nvSpPr>
            <p:cNvPr id="53263" name="Line 33"/>
            <p:cNvSpPr>
              <a:spLocks noChangeShapeType="1"/>
            </p:cNvSpPr>
            <p:nvPr/>
          </p:nvSpPr>
          <p:spPr bwMode="auto">
            <a:xfrm>
              <a:off x="1611" y="2238"/>
              <a:ext cx="626" cy="9"/>
            </a:xfrm>
            <a:prstGeom prst="line">
              <a:avLst/>
            </a:prstGeom>
            <a:noFill/>
            <a:ln w="50760">
              <a:solidFill>
                <a:srgbClr val="99FF99"/>
              </a:solidFill>
              <a:round/>
              <a:headEnd/>
              <a:tailEnd type="triangle" w="lg" len="lg"/>
            </a:ln>
            <a:extLst>
              <a:ext uri="{909E8E84-426E-40DD-AFC4-6F175D3DCCD1}">
                <a14:hiddenFill xmlns:a14="http://schemas.microsoft.com/office/drawing/2010/main">
                  <a:noFill/>
                </a14:hiddenFill>
              </a:ext>
            </a:extLst>
          </p:spPr>
          <p:txBody>
            <a:bodyPr/>
            <a:lstStyle/>
            <a:p>
              <a:endParaRPr lang="zh-CN" altLang="en-US"/>
            </a:p>
          </p:txBody>
        </p:sp>
        <p:sp>
          <p:nvSpPr>
            <p:cNvPr id="53264" name="Line 34"/>
            <p:cNvSpPr>
              <a:spLocks noChangeShapeType="1"/>
            </p:cNvSpPr>
            <p:nvPr/>
          </p:nvSpPr>
          <p:spPr bwMode="auto">
            <a:xfrm>
              <a:off x="1611" y="2949"/>
              <a:ext cx="283" cy="1"/>
            </a:xfrm>
            <a:prstGeom prst="line">
              <a:avLst/>
            </a:prstGeom>
            <a:noFill/>
            <a:ln w="50760">
              <a:solidFill>
                <a:srgbClr val="99FF99"/>
              </a:solidFill>
              <a:round/>
              <a:headEnd/>
              <a:tailEnd type="triangle" w="lg" len="lg"/>
            </a:ln>
            <a:extLst>
              <a:ext uri="{909E8E84-426E-40DD-AFC4-6F175D3DCCD1}">
                <a14:hiddenFill xmlns:a14="http://schemas.microsoft.com/office/drawing/2010/main">
                  <a:noFill/>
                </a14:hiddenFill>
              </a:ext>
            </a:extLst>
          </p:spPr>
          <p:txBody>
            <a:bodyPr/>
            <a:lstStyle/>
            <a:p>
              <a:endParaRPr lang="zh-CN" altLang="en-US"/>
            </a:p>
          </p:txBody>
        </p:sp>
        <p:sp>
          <p:nvSpPr>
            <p:cNvPr id="53265" name="Line 35"/>
            <p:cNvSpPr>
              <a:spLocks noChangeShapeType="1"/>
            </p:cNvSpPr>
            <p:nvPr/>
          </p:nvSpPr>
          <p:spPr bwMode="auto">
            <a:xfrm>
              <a:off x="1603" y="1990"/>
              <a:ext cx="634" cy="1"/>
            </a:xfrm>
            <a:prstGeom prst="line">
              <a:avLst/>
            </a:prstGeom>
            <a:noFill/>
            <a:ln w="50760">
              <a:solidFill>
                <a:srgbClr val="99FF99"/>
              </a:solidFill>
              <a:round/>
              <a:headEnd/>
              <a:tailEnd type="triangle" w="lg" len="lg"/>
            </a:ln>
            <a:extLst>
              <a:ext uri="{909E8E84-426E-40DD-AFC4-6F175D3DCCD1}">
                <a14:hiddenFill xmlns:a14="http://schemas.microsoft.com/office/drawing/2010/main">
                  <a:noFill/>
                </a14:hiddenFill>
              </a:ext>
            </a:extLst>
          </p:spPr>
          <p:txBody>
            <a:bodyPr/>
            <a:lstStyle/>
            <a:p>
              <a:endParaRPr lang="zh-CN" altLang="en-US"/>
            </a:p>
          </p:txBody>
        </p:sp>
        <p:sp>
          <p:nvSpPr>
            <p:cNvPr id="53266" name="Line 36"/>
            <p:cNvSpPr>
              <a:spLocks noChangeShapeType="1"/>
            </p:cNvSpPr>
            <p:nvPr/>
          </p:nvSpPr>
          <p:spPr bwMode="auto">
            <a:xfrm flipV="1">
              <a:off x="1594" y="2589"/>
              <a:ext cx="480" cy="11"/>
            </a:xfrm>
            <a:prstGeom prst="line">
              <a:avLst/>
            </a:prstGeom>
            <a:noFill/>
            <a:ln w="50760">
              <a:solidFill>
                <a:srgbClr val="99FF99"/>
              </a:solidFill>
              <a:round/>
              <a:headEnd/>
              <a:tailEnd type="triangle" w="lg" len="lg"/>
            </a:ln>
            <a:extLst>
              <a:ext uri="{909E8E84-426E-40DD-AFC4-6F175D3DCCD1}">
                <a14:hiddenFill xmlns:a14="http://schemas.microsoft.com/office/drawing/2010/main">
                  <a:noFill/>
                </a14:hiddenFill>
              </a:ext>
            </a:extLst>
          </p:spPr>
          <p:txBody>
            <a:bodyPr/>
            <a:lstStyle/>
            <a:p>
              <a:endParaRPr lang="zh-CN" altLang="en-US"/>
            </a:p>
          </p:txBody>
        </p:sp>
        <p:sp>
          <p:nvSpPr>
            <p:cNvPr id="53267" name="Line 37"/>
            <p:cNvSpPr>
              <a:spLocks noChangeShapeType="1"/>
            </p:cNvSpPr>
            <p:nvPr/>
          </p:nvSpPr>
          <p:spPr bwMode="auto">
            <a:xfrm flipV="1">
              <a:off x="1604" y="1698"/>
              <a:ext cx="641" cy="5"/>
            </a:xfrm>
            <a:prstGeom prst="line">
              <a:avLst/>
            </a:prstGeom>
            <a:noFill/>
            <a:ln w="50760">
              <a:solidFill>
                <a:srgbClr val="99FF99"/>
              </a:solidFill>
              <a:round/>
              <a:headEnd/>
              <a:tailEnd type="triangle" w="lg" len="lg"/>
            </a:ln>
            <a:extLst>
              <a:ext uri="{909E8E84-426E-40DD-AFC4-6F175D3DCCD1}">
                <a14:hiddenFill xmlns:a14="http://schemas.microsoft.com/office/drawing/2010/main">
                  <a:noFill/>
                </a14:hiddenFill>
              </a:ext>
            </a:extLst>
          </p:spPr>
          <p:txBody>
            <a:bodyPr/>
            <a:lstStyle/>
            <a:p>
              <a:endParaRPr lang="zh-CN" altLang="en-US"/>
            </a:p>
          </p:txBody>
        </p:sp>
      </p:grpSp>
    </p:spTree>
  </p:cSld>
  <p:clrMapOvr>
    <a:masterClrMapping/>
  </p:clrMapOvr>
  <p:transition spd="slow">
    <p:push dir="u"/>
  </p:transition>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2" presetClass="entr" presetSubtype="4" fill="hold" nodeType="clickEffect">
                                  <p:stCondLst>
                                    <p:cond delay="0"/>
                                  </p:stCondLst>
                                  <p:childTnLst>
                                    <p:set>
                                      <p:cBhvr>
                                        <p:cTn id="6" dur="1" fill="hold">
                                          <p:stCondLst>
                                            <p:cond delay="0"/>
                                          </p:stCondLst>
                                        </p:cTn>
                                        <p:tgtEl>
                                          <p:spTgt spid="5"/>
                                        </p:tgtEl>
                                        <p:attrNameLst>
                                          <p:attrName>style.visibility</p:attrName>
                                        </p:attrNameLst>
                                      </p:cBhvr>
                                      <p:to>
                                        <p:strVal val="visible"/>
                                      </p:to>
                                    </p:set>
                                    <p:anim calcmode="lin" valueType="num">
                                      <p:cBhvr additive="base">
                                        <p:cTn id="7" dur="500" fill="hold"/>
                                        <p:tgtEl>
                                          <p:spTgt spid="5"/>
                                        </p:tgtEl>
                                        <p:attrNameLst>
                                          <p:attrName>ppt_x</p:attrName>
                                        </p:attrNameLst>
                                      </p:cBhvr>
                                      <p:tavLst>
                                        <p:tav tm="0">
                                          <p:val>
                                            <p:strVal val="#ppt_x"/>
                                          </p:val>
                                        </p:tav>
                                        <p:tav tm="100000">
                                          <p:val>
                                            <p:strVal val="#ppt_x"/>
                                          </p:val>
                                        </p:tav>
                                      </p:tavLst>
                                    </p:anim>
                                    <p:anim calcmode="lin" valueType="num">
                                      <p:cBhvr additive="base">
                                        <p:cTn id="8" dur="500" fill="hold"/>
                                        <p:tgtEl>
                                          <p:spTgt spid="5"/>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4274" name="标题 1"/>
          <p:cNvSpPr>
            <a:spLocks noGrp="1"/>
          </p:cNvSpPr>
          <p:nvPr>
            <p:ph type="title"/>
          </p:nvPr>
        </p:nvSpPr>
        <p:spPr>
          <a:xfrm>
            <a:off x="107950" y="44450"/>
            <a:ext cx="7343775" cy="792163"/>
          </a:xfrm>
        </p:spPr>
        <p:txBody>
          <a:bodyPr/>
          <a:lstStyle/>
          <a:p>
            <a:r>
              <a:rPr lang="en-US" altLang="zh-CN" smtClean="0"/>
              <a:t>2.8 </a:t>
            </a:r>
            <a:r>
              <a:rPr lang="zh-CN" altLang="en-US" smtClean="0"/>
              <a:t>网络的传输介质</a:t>
            </a:r>
          </a:p>
        </p:txBody>
      </p:sp>
      <p:sp>
        <p:nvSpPr>
          <p:cNvPr id="4" name="灯片编号占位符 3"/>
          <p:cNvSpPr>
            <a:spLocks noGrp="1"/>
          </p:cNvSpPr>
          <p:nvPr>
            <p:ph type="sldNum" sz="quarter" idx="12"/>
          </p:nvPr>
        </p:nvSpPr>
        <p:spPr/>
        <p:txBody>
          <a:bodyPr/>
          <a:lstStyle/>
          <a:p>
            <a:pPr>
              <a:defRPr/>
            </a:pPr>
            <a:fld id="{A4B1E430-09EA-427D-94AF-DF0DCED91242}" type="slidenum">
              <a:rPr lang="zh-CN" altLang="en-US" smtClean="0"/>
              <a:pPr>
                <a:defRPr/>
              </a:pPr>
              <a:t>39</a:t>
            </a:fld>
            <a:endParaRPr lang="zh-CN" altLang="en-US"/>
          </a:p>
        </p:txBody>
      </p:sp>
      <p:sp>
        <p:nvSpPr>
          <p:cNvPr id="54276" name="AutoShape 3"/>
          <p:cNvSpPr>
            <a:spLocks noChangeArrowheads="1"/>
          </p:cNvSpPr>
          <p:nvPr/>
        </p:nvSpPr>
        <p:spPr bwMode="auto">
          <a:xfrm>
            <a:off x="468313" y="1196975"/>
            <a:ext cx="8064500" cy="863600"/>
          </a:xfrm>
          <a:prstGeom prst="roundRect">
            <a:avLst>
              <a:gd name="adj" fmla="val 181"/>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round/>
                <a:headEnd/>
                <a:tailEnd/>
              </a14:hiddenLine>
            </a:ext>
          </a:extLst>
        </p:spPr>
        <p:txBody>
          <a:bodyPr wrap="none" anchor="ctr"/>
          <a:lstStyle>
            <a:lvl1pPr eaLnBrk="0" hangingPunct="0">
              <a:spcBef>
                <a:spcPct val="20000"/>
              </a:spcBef>
              <a:buFont typeface="Wingdings" pitchFamily="2" charset="2"/>
              <a:buChar char="Ø"/>
              <a:defRPr sz="3200">
                <a:solidFill>
                  <a:srgbClr val="4F6228"/>
                </a:solidFill>
                <a:latin typeface="Calibri" pitchFamily="34" charset="0"/>
                <a:ea typeface="楷体_GB2312" pitchFamily="49" charset="-122"/>
              </a:defRPr>
            </a:lvl1pPr>
            <a:lvl2pPr marL="742950" indent="-285750" eaLnBrk="0" hangingPunct="0">
              <a:spcBef>
                <a:spcPct val="20000"/>
              </a:spcBef>
              <a:buFont typeface="Wingdings" pitchFamily="2" charset="2"/>
              <a:buChar char="ü"/>
              <a:defRPr sz="2800">
                <a:solidFill>
                  <a:srgbClr val="4F6228"/>
                </a:solidFill>
                <a:latin typeface="Calibri" pitchFamily="34" charset="0"/>
                <a:ea typeface="楷体_GB2312" pitchFamily="49" charset="-122"/>
              </a:defRPr>
            </a:lvl2pPr>
            <a:lvl3pPr marL="1143000" indent="-228600" eaLnBrk="0" hangingPunct="0">
              <a:spcBef>
                <a:spcPct val="20000"/>
              </a:spcBef>
              <a:buFont typeface="Arial" charset="0"/>
              <a:buChar char="•"/>
              <a:defRPr sz="2400">
                <a:solidFill>
                  <a:srgbClr val="4F6228"/>
                </a:solidFill>
                <a:latin typeface="Calibri" pitchFamily="34" charset="0"/>
                <a:ea typeface="楷体_GB2312" pitchFamily="49" charset="-122"/>
              </a:defRPr>
            </a:lvl3pPr>
            <a:lvl4pPr marL="1600200" indent="-228600" eaLnBrk="0" hangingPunct="0">
              <a:spcBef>
                <a:spcPct val="20000"/>
              </a:spcBef>
              <a:buFont typeface="Arial" charset="0"/>
              <a:buChar char="–"/>
              <a:defRPr sz="2000">
                <a:solidFill>
                  <a:schemeClr val="tx1"/>
                </a:solidFill>
                <a:latin typeface="Calibri" pitchFamily="34" charset="0"/>
                <a:ea typeface="宋体" pitchFamily="2" charset="-122"/>
              </a:defRPr>
            </a:lvl4pPr>
            <a:lvl5pPr marL="2057400" indent="-228600" eaLnBrk="0" hangingPunct="0">
              <a:spcBef>
                <a:spcPct val="20000"/>
              </a:spcBef>
              <a:buFont typeface="Arial" charset="0"/>
              <a:buChar char="»"/>
              <a:defRPr sz="2000">
                <a:solidFill>
                  <a:schemeClr val="tx1"/>
                </a:solidFill>
                <a:latin typeface="Calibri" pitchFamily="34" charset="0"/>
                <a:ea typeface="宋体" pitchFamily="2" charset="-122"/>
              </a:defRPr>
            </a:lvl5pPr>
            <a:lvl6pPr marL="2514600" indent="-228600" eaLnBrk="0" fontAlgn="base" hangingPunct="0">
              <a:spcBef>
                <a:spcPct val="20000"/>
              </a:spcBef>
              <a:spcAft>
                <a:spcPct val="0"/>
              </a:spcAft>
              <a:buFont typeface="Arial" charset="0"/>
              <a:buChar char="»"/>
              <a:defRPr sz="2000">
                <a:solidFill>
                  <a:schemeClr val="tx1"/>
                </a:solidFill>
                <a:latin typeface="Calibri" pitchFamily="34" charset="0"/>
                <a:ea typeface="宋体" pitchFamily="2" charset="-122"/>
              </a:defRPr>
            </a:lvl6pPr>
            <a:lvl7pPr marL="2971800" indent="-228600" eaLnBrk="0" fontAlgn="base" hangingPunct="0">
              <a:spcBef>
                <a:spcPct val="20000"/>
              </a:spcBef>
              <a:spcAft>
                <a:spcPct val="0"/>
              </a:spcAft>
              <a:buFont typeface="Arial" charset="0"/>
              <a:buChar char="»"/>
              <a:defRPr sz="2000">
                <a:solidFill>
                  <a:schemeClr val="tx1"/>
                </a:solidFill>
                <a:latin typeface="Calibri" pitchFamily="34" charset="0"/>
                <a:ea typeface="宋体" pitchFamily="2" charset="-122"/>
              </a:defRPr>
            </a:lvl7pPr>
            <a:lvl8pPr marL="3429000" indent="-228600" eaLnBrk="0" fontAlgn="base" hangingPunct="0">
              <a:spcBef>
                <a:spcPct val="20000"/>
              </a:spcBef>
              <a:spcAft>
                <a:spcPct val="0"/>
              </a:spcAft>
              <a:buFont typeface="Arial" charset="0"/>
              <a:buChar char="»"/>
              <a:defRPr sz="2000">
                <a:solidFill>
                  <a:schemeClr val="tx1"/>
                </a:solidFill>
                <a:latin typeface="Calibri" pitchFamily="34" charset="0"/>
                <a:ea typeface="宋体" pitchFamily="2" charset="-122"/>
              </a:defRPr>
            </a:lvl8pPr>
            <a:lvl9pPr marL="3886200" indent="-228600" eaLnBrk="0" fontAlgn="base" hangingPunct="0">
              <a:spcBef>
                <a:spcPct val="20000"/>
              </a:spcBef>
              <a:spcAft>
                <a:spcPct val="0"/>
              </a:spcAft>
              <a:buFont typeface="Arial" charset="0"/>
              <a:buChar char="»"/>
              <a:defRPr sz="2000">
                <a:solidFill>
                  <a:schemeClr val="tx1"/>
                </a:solidFill>
                <a:latin typeface="Calibri" pitchFamily="34" charset="0"/>
                <a:ea typeface="宋体" pitchFamily="2" charset="-122"/>
              </a:defRPr>
            </a:lvl9pPr>
          </a:lstStyle>
          <a:p>
            <a:pPr eaLnBrk="1" hangingPunct="1">
              <a:spcBef>
                <a:spcPct val="0"/>
              </a:spcBef>
              <a:buFontTx/>
              <a:buNone/>
            </a:pPr>
            <a:endParaRPr lang="zh-CN" altLang="en-US" sz="1800">
              <a:solidFill>
                <a:schemeClr val="tx1"/>
              </a:solidFill>
              <a:ea typeface="宋体" pitchFamily="2" charset="-122"/>
            </a:endParaRPr>
          </a:p>
        </p:txBody>
      </p:sp>
      <p:sp>
        <p:nvSpPr>
          <p:cNvPr id="54277" name="AutoShape 6"/>
          <p:cNvSpPr>
            <a:spLocks noChangeArrowheads="1"/>
          </p:cNvSpPr>
          <p:nvPr/>
        </p:nvSpPr>
        <p:spPr bwMode="auto">
          <a:xfrm>
            <a:off x="468313" y="5516563"/>
            <a:ext cx="3743325" cy="896937"/>
          </a:xfrm>
          <a:prstGeom prst="roundRect">
            <a:avLst>
              <a:gd name="adj" fmla="val 176"/>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round/>
                <a:headEnd/>
                <a:tailEnd/>
              </a14:hiddenLine>
            </a:ext>
          </a:extLst>
        </p:spPr>
        <p:txBody>
          <a:bodyPr wrap="none" anchor="ctr"/>
          <a:lstStyle>
            <a:lvl1pPr eaLnBrk="0" hangingPunct="0">
              <a:spcBef>
                <a:spcPct val="20000"/>
              </a:spcBef>
              <a:buFont typeface="Wingdings" pitchFamily="2" charset="2"/>
              <a:buChar char="Ø"/>
              <a:defRPr sz="3200">
                <a:solidFill>
                  <a:srgbClr val="4F6228"/>
                </a:solidFill>
                <a:latin typeface="Calibri" pitchFamily="34" charset="0"/>
                <a:ea typeface="楷体_GB2312" pitchFamily="49" charset="-122"/>
              </a:defRPr>
            </a:lvl1pPr>
            <a:lvl2pPr marL="742950" indent="-285750" eaLnBrk="0" hangingPunct="0">
              <a:spcBef>
                <a:spcPct val="20000"/>
              </a:spcBef>
              <a:buFont typeface="Wingdings" pitchFamily="2" charset="2"/>
              <a:buChar char="ü"/>
              <a:defRPr sz="2800">
                <a:solidFill>
                  <a:srgbClr val="4F6228"/>
                </a:solidFill>
                <a:latin typeface="Calibri" pitchFamily="34" charset="0"/>
                <a:ea typeface="楷体_GB2312" pitchFamily="49" charset="-122"/>
              </a:defRPr>
            </a:lvl2pPr>
            <a:lvl3pPr marL="1143000" indent="-228600" eaLnBrk="0" hangingPunct="0">
              <a:spcBef>
                <a:spcPct val="20000"/>
              </a:spcBef>
              <a:buFont typeface="Arial" charset="0"/>
              <a:buChar char="•"/>
              <a:defRPr sz="2400">
                <a:solidFill>
                  <a:srgbClr val="4F6228"/>
                </a:solidFill>
                <a:latin typeface="Calibri" pitchFamily="34" charset="0"/>
                <a:ea typeface="楷体_GB2312" pitchFamily="49" charset="-122"/>
              </a:defRPr>
            </a:lvl3pPr>
            <a:lvl4pPr marL="1600200" indent="-228600" eaLnBrk="0" hangingPunct="0">
              <a:spcBef>
                <a:spcPct val="20000"/>
              </a:spcBef>
              <a:buFont typeface="Arial" charset="0"/>
              <a:buChar char="–"/>
              <a:defRPr sz="2000">
                <a:solidFill>
                  <a:schemeClr val="tx1"/>
                </a:solidFill>
                <a:latin typeface="Calibri" pitchFamily="34" charset="0"/>
                <a:ea typeface="宋体" pitchFamily="2" charset="-122"/>
              </a:defRPr>
            </a:lvl4pPr>
            <a:lvl5pPr marL="2057400" indent="-228600" eaLnBrk="0" hangingPunct="0">
              <a:spcBef>
                <a:spcPct val="20000"/>
              </a:spcBef>
              <a:buFont typeface="Arial" charset="0"/>
              <a:buChar char="»"/>
              <a:defRPr sz="2000">
                <a:solidFill>
                  <a:schemeClr val="tx1"/>
                </a:solidFill>
                <a:latin typeface="Calibri" pitchFamily="34" charset="0"/>
                <a:ea typeface="宋体" pitchFamily="2" charset="-122"/>
              </a:defRPr>
            </a:lvl5pPr>
            <a:lvl6pPr marL="2514600" indent="-228600" eaLnBrk="0" fontAlgn="base" hangingPunct="0">
              <a:spcBef>
                <a:spcPct val="20000"/>
              </a:spcBef>
              <a:spcAft>
                <a:spcPct val="0"/>
              </a:spcAft>
              <a:buFont typeface="Arial" charset="0"/>
              <a:buChar char="»"/>
              <a:defRPr sz="2000">
                <a:solidFill>
                  <a:schemeClr val="tx1"/>
                </a:solidFill>
                <a:latin typeface="Calibri" pitchFamily="34" charset="0"/>
                <a:ea typeface="宋体" pitchFamily="2" charset="-122"/>
              </a:defRPr>
            </a:lvl6pPr>
            <a:lvl7pPr marL="2971800" indent="-228600" eaLnBrk="0" fontAlgn="base" hangingPunct="0">
              <a:spcBef>
                <a:spcPct val="20000"/>
              </a:spcBef>
              <a:spcAft>
                <a:spcPct val="0"/>
              </a:spcAft>
              <a:buFont typeface="Arial" charset="0"/>
              <a:buChar char="»"/>
              <a:defRPr sz="2000">
                <a:solidFill>
                  <a:schemeClr val="tx1"/>
                </a:solidFill>
                <a:latin typeface="Calibri" pitchFamily="34" charset="0"/>
                <a:ea typeface="宋体" pitchFamily="2" charset="-122"/>
              </a:defRPr>
            </a:lvl7pPr>
            <a:lvl8pPr marL="3429000" indent="-228600" eaLnBrk="0" fontAlgn="base" hangingPunct="0">
              <a:spcBef>
                <a:spcPct val="20000"/>
              </a:spcBef>
              <a:spcAft>
                <a:spcPct val="0"/>
              </a:spcAft>
              <a:buFont typeface="Arial" charset="0"/>
              <a:buChar char="»"/>
              <a:defRPr sz="2000">
                <a:solidFill>
                  <a:schemeClr val="tx1"/>
                </a:solidFill>
                <a:latin typeface="Calibri" pitchFamily="34" charset="0"/>
                <a:ea typeface="宋体" pitchFamily="2" charset="-122"/>
              </a:defRPr>
            </a:lvl8pPr>
            <a:lvl9pPr marL="3886200" indent="-228600" eaLnBrk="0" fontAlgn="base" hangingPunct="0">
              <a:spcBef>
                <a:spcPct val="20000"/>
              </a:spcBef>
              <a:spcAft>
                <a:spcPct val="0"/>
              </a:spcAft>
              <a:buFont typeface="Arial" charset="0"/>
              <a:buChar char="»"/>
              <a:defRPr sz="2000">
                <a:solidFill>
                  <a:schemeClr val="tx1"/>
                </a:solidFill>
                <a:latin typeface="Calibri" pitchFamily="34" charset="0"/>
                <a:ea typeface="宋体" pitchFamily="2" charset="-122"/>
              </a:defRPr>
            </a:lvl9pPr>
          </a:lstStyle>
          <a:p>
            <a:pPr eaLnBrk="1" hangingPunct="1">
              <a:spcBef>
                <a:spcPct val="0"/>
              </a:spcBef>
              <a:buFontTx/>
              <a:buNone/>
            </a:pPr>
            <a:endParaRPr lang="zh-CN" altLang="en-US" sz="1800">
              <a:solidFill>
                <a:schemeClr val="tx1"/>
              </a:solidFill>
              <a:ea typeface="宋体" pitchFamily="2" charset="-122"/>
            </a:endParaRPr>
          </a:p>
        </p:txBody>
      </p:sp>
      <p:grpSp>
        <p:nvGrpSpPr>
          <p:cNvPr id="54278" name="Group 8"/>
          <p:cNvGrpSpPr>
            <a:grpSpLocks/>
          </p:cNvGrpSpPr>
          <p:nvPr/>
        </p:nvGrpSpPr>
        <p:grpSpPr bwMode="auto">
          <a:xfrm>
            <a:off x="323850" y="2060575"/>
            <a:ext cx="3744913" cy="3475038"/>
            <a:chOff x="521" y="1616"/>
            <a:chExt cx="1870" cy="1871"/>
          </a:xfrm>
        </p:grpSpPr>
        <p:pic>
          <p:nvPicPr>
            <p:cNvPr id="54286" name="Picture 9"/>
            <p:cNvPicPr>
              <a:picLocks noChangeAspect="1" noChangeArrowheads="1"/>
            </p:cNvPicPr>
            <p:nvPr/>
          </p:nvPicPr>
          <p:blipFill>
            <a:blip r:embed="rId2">
              <a:lum bright="24000" contrast="18000"/>
              <a:extLst>
                <a:ext uri="{28A0092B-C50C-407E-A947-70E740481C1C}">
                  <a14:useLocalDpi xmlns:a14="http://schemas.microsoft.com/office/drawing/2010/main" val="0"/>
                </a:ext>
              </a:extLst>
            </a:blip>
            <a:srcRect/>
            <a:stretch>
              <a:fillRect/>
            </a:stretch>
          </p:blipFill>
          <p:spPr bwMode="auto">
            <a:xfrm>
              <a:off x="521" y="1616"/>
              <a:ext cx="1871" cy="1872"/>
            </a:xfrm>
            <a:prstGeom prst="rect">
              <a:avLst/>
            </a:prstGeom>
            <a:noFill/>
            <a:ln>
              <a:noFill/>
            </a:ln>
            <a:extLst>
              <a:ext uri="{909E8E84-426E-40DD-AFC4-6F175D3DCCD1}">
                <a14:hiddenFill xmlns:a14="http://schemas.microsoft.com/office/drawing/2010/main">
                  <a:blipFill dpi="0" rotWithShape="0">
                    <a:blip>
                      <a:lum bright="24000" contrast="18000"/>
                    </a:blip>
                    <a:srcRect/>
                    <a:stretch>
                      <a:fillRect/>
                    </a:stretch>
                  </a:blipFill>
                </a14:hiddenFill>
              </a:ext>
              <a:ext uri="{91240B29-F687-4F45-9708-019B960494DF}">
                <a14:hiddenLine xmlns:a14="http://schemas.microsoft.com/office/drawing/2010/main" w="9525">
                  <a:solidFill>
                    <a:srgbClr val="000000"/>
                  </a:solidFill>
                  <a:miter lim="800000"/>
                  <a:headEnd/>
                  <a:tailEnd/>
                </a14:hiddenLine>
              </a:ext>
            </a:extLst>
          </p:spPr>
        </p:pic>
        <p:sp>
          <p:nvSpPr>
            <p:cNvPr id="54287" name="AutoShape 10"/>
            <p:cNvSpPr>
              <a:spLocks noChangeArrowheads="1"/>
            </p:cNvSpPr>
            <p:nvPr/>
          </p:nvSpPr>
          <p:spPr bwMode="auto">
            <a:xfrm>
              <a:off x="521" y="1616"/>
              <a:ext cx="1871" cy="1872"/>
            </a:xfrm>
            <a:prstGeom prst="roundRect">
              <a:avLst>
                <a:gd name="adj" fmla="val 51"/>
              </a:avLst>
            </a:prstGeom>
            <a:noFill/>
            <a:ln w="50760">
              <a:solidFill>
                <a:srgbClr val="FFFFFF"/>
              </a:solidFill>
              <a:round/>
              <a:headEnd/>
              <a:tailEnd/>
            </a:ln>
            <a:extLst>
              <a:ext uri="{909E8E84-426E-40DD-AFC4-6F175D3DCCD1}">
                <a14:hiddenFill xmlns:a14="http://schemas.microsoft.com/office/drawing/2010/main">
                  <a:solidFill>
                    <a:srgbClr val="FFFFFF"/>
                  </a:solidFill>
                </a14:hiddenFill>
              </a:ext>
            </a:extLst>
          </p:spPr>
          <p:txBody>
            <a:bodyPr wrap="none" anchor="ctr"/>
            <a:lstStyle>
              <a:lvl1pPr eaLnBrk="0" hangingPunct="0">
                <a:spcBef>
                  <a:spcPct val="20000"/>
                </a:spcBef>
                <a:buFont typeface="Wingdings" pitchFamily="2" charset="2"/>
                <a:buChar char="Ø"/>
                <a:defRPr sz="3200">
                  <a:solidFill>
                    <a:srgbClr val="4F6228"/>
                  </a:solidFill>
                  <a:latin typeface="Calibri" pitchFamily="34" charset="0"/>
                  <a:ea typeface="楷体_GB2312" pitchFamily="49" charset="-122"/>
                </a:defRPr>
              </a:lvl1pPr>
              <a:lvl2pPr marL="742950" indent="-285750" eaLnBrk="0" hangingPunct="0">
                <a:spcBef>
                  <a:spcPct val="20000"/>
                </a:spcBef>
                <a:buFont typeface="Wingdings" pitchFamily="2" charset="2"/>
                <a:buChar char="ü"/>
                <a:defRPr sz="2800">
                  <a:solidFill>
                    <a:srgbClr val="4F6228"/>
                  </a:solidFill>
                  <a:latin typeface="Calibri" pitchFamily="34" charset="0"/>
                  <a:ea typeface="楷体_GB2312" pitchFamily="49" charset="-122"/>
                </a:defRPr>
              </a:lvl2pPr>
              <a:lvl3pPr marL="1143000" indent="-228600" eaLnBrk="0" hangingPunct="0">
                <a:spcBef>
                  <a:spcPct val="20000"/>
                </a:spcBef>
                <a:buFont typeface="Arial" charset="0"/>
                <a:buChar char="•"/>
                <a:defRPr sz="2400">
                  <a:solidFill>
                    <a:srgbClr val="4F6228"/>
                  </a:solidFill>
                  <a:latin typeface="Calibri" pitchFamily="34" charset="0"/>
                  <a:ea typeface="楷体_GB2312" pitchFamily="49" charset="-122"/>
                </a:defRPr>
              </a:lvl3pPr>
              <a:lvl4pPr marL="1600200" indent="-228600" eaLnBrk="0" hangingPunct="0">
                <a:spcBef>
                  <a:spcPct val="20000"/>
                </a:spcBef>
                <a:buFont typeface="Arial" charset="0"/>
                <a:buChar char="–"/>
                <a:defRPr sz="2000">
                  <a:solidFill>
                    <a:schemeClr val="tx1"/>
                  </a:solidFill>
                  <a:latin typeface="Calibri" pitchFamily="34" charset="0"/>
                  <a:ea typeface="宋体" pitchFamily="2" charset="-122"/>
                </a:defRPr>
              </a:lvl4pPr>
              <a:lvl5pPr marL="2057400" indent="-228600" eaLnBrk="0" hangingPunct="0">
                <a:spcBef>
                  <a:spcPct val="20000"/>
                </a:spcBef>
                <a:buFont typeface="Arial" charset="0"/>
                <a:buChar char="»"/>
                <a:defRPr sz="2000">
                  <a:solidFill>
                    <a:schemeClr val="tx1"/>
                  </a:solidFill>
                  <a:latin typeface="Calibri" pitchFamily="34" charset="0"/>
                  <a:ea typeface="宋体" pitchFamily="2" charset="-122"/>
                </a:defRPr>
              </a:lvl5pPr>
              <a:lvl6pPr marL="2514600" indent="-228600" eaLnBrk="0" fontAlgn="base" hangingPunct="0">
                <a:spcBef>
                  <a:spcPct val="20000"/>
                </a:spcBef>
                <a:spcAft>
                  <a:spcPct val="0"/>
                </a:spcAft>
                <a:buFont typeface="Arial" charset="0"/>
                <a:buChar char="»"/>
                <a:defRPr sz="2000">
                  <a:solidFill>
                    <a:schemeClr val="tx1"/>
                  </a:solidFill>
                  <a:latin typeface="Calibri" pitchFamily="34" charset="0"/>
                  <a:ea typeface="宋体" pitchFamily="2" charset="-122"/>
                </a:defRPr>
              </a:lvl6pPr>
              <a:lvl7pPr marL="2971800" indent="-228600" eaLnBrk="0" fontAlgn="base" hangingPunct="0">
                <a:spcBef>
                  <a:spcPct val="20000"/>
                </a:spcBef>
                <a:spcAft>
                  <a:spcPct val="0"/>
                </a:spcAft>
                <a:buFont typeface="Arial" charset="0"/>
                <a:buChar char="»"/>
                <a:defRPr sz="2000">
                  <a:solidFill>
                    <a:schemeClr val="tx1"/>
                  </a:solidFill>
                  <a:latin typeface="Calibri" pitchFamily="34" charset="0"/>
                  <a:ea typeface="宋体" pitchFamily="2" charset="-122"/>
                </a:defRPr>
              </a:lvl7pPr>
              <a:lvl8pPr marL="3429000" indent="-228600" eaLnBrk="0" fontAlgn="base" hangingPunct="0">
                <a:spcBef>
                  <a:spcPct val="20000"/>
                </a:spcBef>
                <a:spcAft>
                  <a:spcPct val="0"/>
                </a:spcAft>
                <a:buFont typeface="Arial" charset="0"/>
                <a:buChar char="»"/>
                <a:defRPr sz="2000">
                  <a:solidFill>
                    <a:schemeClr val="tx1"/>
                  </a:solidFill>
                  <a:latin typeface="Calibri" pitchFamily="34" charset="0"/>
                  <a:ea typeface="宋体" pitchFamily="2" charset="-122"/>
                </a:defRPr>
              </a:lvl8pPr>
              <a:lvl9pPr marL="3886200" indent="-228600" eaLnBrk="0" fontAlgn="base" hangingPunct="0">
                <a:spcBef>
                  <a:spcPct val="20000"/>
                </a:spcBef>
                <a:spcAft>
                  <a:spcPct val="0"/>
                </a:spcAft>
                <a:buFont typeface="Arial" charset="0"/>
                <a:buChar char="»"/>
                <a:defRPr sz="2000">
                  <a:solidFill>
                    <a:schemeClr val="tx1"/>
                  </a:solidFill>
                  <a:latin typeface="Calibri" pitchFamily="34" charset="0"/>
                  <a:ea typeface="宋体" pitchFamily="2" charset="-122"/>
                </a:defRPr>
              </a:lvl9pPr>
            </a:lstStyle>
            <a:p>
              <a:pPr eaLnBrk="1" hangingPunct="1">
                <a:spcBef>
                  <a:spcPct val="0"/>
                </a:spcBef>
                <a:buFontTx/>
                <a:buNone/>
              </a:pPr>
              <a:endParaRPr lang="zh-CN" altLang="en-US" sz="1800">
                <a:solidFill>
                  <a:schemeClr val="tx1"/>
                </a:solidFill>
                <a:ea typeface="宋体" pitchFamily="2" charset="-122"/>
              </a:endParaRPr>
            </a:p>
          </p:txBody>
        </p:sp>
      </p:grpSp>
      <p:grpSp>
        <p:nvGrpSpPr>
          <p:cNvPr id="54279" name="Group 11"/>
          <p:cNvGrpSpPr>
            <a:grpSpLocks/>
          </p:cNvGrpSpPr>
          <p:nvPr/>
        </p:nvGrpSpPr>
        <p:grpSpPr bwMode="auto">
          <a:xfrm>
            <a:off x="4716463" y="2060575"/>
            <a:ext cx="3743325" cy="3444875"/>
            <a:chOff x="3198" y="1616"/>
            <a:chExt cx="1884" cy="1852"/>
          </a:xfrm>
        </p:grpSpPr>
        <p:pic>
          <p:nvPicPr>
            <p:cNvPr id="54284" name="Picture 12"/>
            <p:cNvPicPr>
              <a:picLocks noChangeAspect="1" noChangeArrowheads="1"/>
            </p:cNvPicPr>
            <p:nvPr/>
          </p:nvPicPr>
          <p:blipFill>
            <a:blip r:embed="rId3">
              <a:lum bright="24000" contrast="18000"/>
              <a:extLst>
                <a:ext uri="{28A0092B-C50C-407E-A947-70E740481C1C}">
                  <a14:useLocalDpi xmlns:a14="http://schemas.microsoft.com/office/drawing/2010/main" val="0"/>
                </a:ext>
              </a:extLst>
            </a:blip>
            <a:srcRect/>
            <a:stretch>
              <a:fillRect/>
            </a:stretch>
          </p:blipFill>
          <p:spPr bwMode="auto">
            <a:xfrm>
              <a:off x="3198" y="1616"/>
              <a:ext cx="1885" cy="1853"/>
            </a:xfrm>
            <a:prstGeom prst="rect">
              <a:avLst/>
            </a:prstGeom>
            <a:noFill/>
            <a:ln>
              <a:noFill/>
            </a:ln>
            <a:extLst>
              <a:ext uri="{909E8E84-426E-40DD-AFC4-6F175D3DCCD1}">
                <a14:hiddenFill xmlns:a14="http://schemas.microsoft.com/office/drawing/2010/main">
                  <a:blipFill dpi="0" rotWithShape="0">
                    <a:blip>
                      <a:lum bright="24000" contrast="18000"/>
                    </a:blip>
                    <a:srcRect/>
                    <a:stretch>
                      <a:fillRect/>
                    </a:stretch>
                  </a:blipFill>
                </a14:hiddenFill>
              </a:ext>
              <a:ext uri="{91240B29-F687-4F45-9708-019B960494DF}">
                <a14:hiddenLine xmlns:a14="http://schemas.microsoft.com/office/drawing/2010/main" w="9525">
                  <a:solidFill>
                    <a:srgbClr val="000000"/>
                  </a:solidFill>
                  <a:miter lim="800000"/>
                  <a:headEnd/>
                  <a:tailEnd/>
                </a14:hiddenLine>
              </a:ext>
            </a:extLst>
          </p:spPr>
        </p:pic>
        <p:sp>
          <p:nvSpPr>
            <p:cNvPr id="54285" name="AutoShape 13"/>
            <p:cNvSpPr>
              <a:spLocks noChangeArrowheads="1"/>
            </p:cNvSpPr>
            <p:nvPr/>
          </p:nvSpPr>
          <p:spPr bwMode="auto">
            <a:xfrm>
              <a:off x="3198" y="1616"/>
              <a:ext cx="1885" cy="1853"/>
            </a:xfrm>
            <a:prstGeom prst="roundRect">
              <a:avLst>
                <a:gd name="adj" fmla="val 51"/>
              </a:avLst>
            </a:prstGeom>
            <a:noFill/>
            <a:ln w="50760">
              <a:solidFill>
                <a:srgbClr val="FFFFFF"/>
              </a:solidFill>
              <a:round/>
              <a:headEnd/>
              <a:tailEnd/>
            </a:ln>
            <a:extLst>
              <a:ext uri="{909E8E84-426E-40DD-AFC4-6F175D3DCCD1}">
                <a14:hiddenFill xmlns:a14="http://schemas.microsoft.com/office/drawing/2010/main">
                  <a:solidFill>
                    <a:srgbClr val="FFFFFF"/>
                  </a:solidFill>
                </a14:hiddenFill>
              </a:ext>
            </a:extLst>
          </p:spPr>
          <p:txBody>
            <a:bodyPr wrap="none" anchor="ctr"/>
            <a:lstStyle>
              <a:lvl1pPr eaLnBrk="0" hangingPunct="0">
                <a:spcBef>
                  <a:spcPct val="20000"/>
                </a:spcBef>
                <a:buFont typeface="Wingdings" pitchFamily="2" charset="2"/>
                <a:buChar char="Ø"/>
                <a:defRPr sz="3200">
                  <a:solidFill>
                    <a:srgbClr val="4F6228"/>
                  </a:solidFill>
                  <a:latin typeface="Calibri" pitchFamily="34" charset="0"/>
                  <a:ea typeface="楷体_GB2312" pitchFamily="49" charset="-122"/>
                </a:defRPr>
              </a:lvl1pPr>
              <a:lvl2pPr marL="742950" indent="-285750" eaLnBrk="0" hangingPunct="0">
                <a:spcBef>
                  <a:spcPct val="20000"/>
                </a:spcBef>
                <a:buFont typeface="Wingdings" pitchFamily="2" charset="2"/>
                <a:buChar char="ü"/>
                <a:defRPr sz="2800">
                  <a:solidFill>
                    <a:srgbClr val="4F6228"/>
                  </a:solidFill>
                  <a:latin typeface="Calibri" pitchFamily="34" charset="0"/>
                  <a:ea typeface="楷体_GB2312" pitchFamily="49" charset="-122"/>
                </a:defRPr>
              </a:lvl2pPr>
              <a:lvl3pPr marL="1143000" indent="-228600" eaLnBrk="0" hangingPunct="0">
                <a:spcBef>
                  <a:spcPct val="20000"/>
                </a:spcBef>
                <a:buFont typeface="Arial" charset="0"/>
                <a:buChar char="•"/>
                <a:defRPr sz="2400">
                  <a:solidFill>
                    <a:srgbClr val="4F6228"/>
                  </a:solidFill>
                  <a:latin typeface="Calibri" pitchFamily="34" charset="0"/>
                  <a:ea typeface="楷体_GB2312" pitchFamily="49" charset="-122"/>
                </a:defRPr>
              </a:lvl3pPr>
              <a:lvl4pPr marL="1600200" indent="-228600" eaLnBrk="0" hangingPunct="0">
                <a:spcBef>
                  <a:spcPct val="20000"/>
                </a:spcBef>
                <a:buFont typeface="Arial" charset="0"/>
                <a:buChar char="–"/>
                <a:defRPr sz="2000">
                  <a:solidFill>
                    <a:schemeClr val="tx1"/>
                  </a:solidFill>
                  <a:latin typeface="Calibri" pitchFamily="34" charset="0"/>
                  <a:ea typeface="宋体" pitchFamily="2" charset="-122"/>
                </a:defRPr>
              </a:lvl4pPr>
              <a:lvl5pPr marL="2057400" indent="-228600" eaLnBrk="0" hangingPunct="0">
                <a:spcBef>
                  <a:spcPct val="20000"/>
                </a:spcBef>
                <a:buFont typeface="Arial" charset="0"/>
                <a:buChar char="»"/>
                <a:defRPr sz="2000">
                  <a:solidFill>
                    <a:schemeClr val="tx1"/>
                  </a:solidFill>
                  <a:latin typeface="Calibri" pitchFamily="34" charset="0"/>
                  <a:ea typeface="宋体" pitchFamily="2" charset="-122"/>
                </a:defRPr>
              </a:lvl5pPr>
              <a:lvl6pPr marL="2514600" indent="-228600" eaLnBrk="0" fontAlgn="base" hangingPunct="0">
                <a:spcBef>
                  <a:spcPct val="20000"/>
                </a:spcBef>
                <a:spcAft>
                  <a:spcPct val="0"/>
                </a:spcAft>
                <a:buFont typeface="Arial" charset="0"/>
                <a:buChar char="»"/>
                <a:defRPr sz="2000">
                  <a:solidFill>
                    <a:schemeClr val="tx1"/>
                  </a:solidFill>
                  <a:latin typeface="Calibri" pitchFamily="34" charset="0"/>
                  <a:ea typeface="宋体" pitchFamily="2" charset="-122"/>
                </a:defRPr>
              </a:lvl6pPr>
              <a:lvl7pPr marL="2971800" indent="-228600" eaLnBrk="0" fontAlgn="base" hangingPunct="0">
                <a:spcBef>
                  <a:spcPct val="20000"/>
                </a:spcBef>
                <a:spcAft>
                  <a:spcPct val="0"/>
                </a:spcAft>
                <a:buFont typeface="Arial" charset="0"/>
                <a:buChar char="»"/>
                <a:defRPr sz="2000">
                  <a:solidFill>
                    <a:schemeClr val="tx1"/>
                  </a:solidFill>
                  <a:latin typeface="Calibri" pitchFamily="34" charset="0"/>
                  <a:ea typeface="宋体" pitchFamily="2" charset="-122"/>
                </a:defRPr>
              </a:lvl7pPr>
              <a:lvl8pPr marL="3429000" indent="-228600" eaLnBrk="0" fontAlgn="base" hangingPunct="0">
                <a:spcBef>
                  <a:spcPct val="20000"/>
                </a:spcBef>
                <a:spcAft>
                  <a:spcPct val="0"/>
                </a:spcAft>
                <a:buFont typeface="Arial" charset="0"/>
                <a:buChar char="»"/>
                <a:defRPr sz="2000">
                  <a:solidFill>
                    <a:schemeClr val="tx1"/>
                  </a:solidFill>
                  <a:latin typeface="Calibri" pitchFamily="34" charset="0"/>
                  <a:ea typeface="宋体" pitchFamily="2" charset="-122"/>
                </a:defRPr>
              </a:lvl8pPr>
              <a:lvl9pPr marL="3886200" indent="-228600" eaLnBrk="0" fontAlgn="base" hangingPunct="0">
                <a:spcBef>
                  <a:spcPct val="20000"/>
                </a:spcBef>
                <a:spcAft>
                  <a:spcPct val="0"/>
                </a:spcAft>
                <a:buFont typeface="Arial" charset="0"/>
                <a:buChar char="»"/>
                <a:defRPr sz="2000">
                  <a:solidFill>
                    <a:schemeClr val="tx1"/>
                  </a:solidFill>
                  <a:latin typeface="Calibri" pitchFamily="34" charset="0"/>
                  <a:ea typeface="宋体" pitchFamily="2" charset="-122"/>
                </a:defRPr>
              </a:lvl9pPr>
            </a:lstStyle>
            <a:p>
              <a:pPr eaLnBrk="1" hangingPunct="1">
                <a:spcBef>
                  <a:spcPct val="0"/>
                </a:spcBef>
                <a:buFontTx/>
                <a:buNone/>
              </a:pPr>
              <a:endParaRPr lang="zh-CN" altLang="en-US" sz="1800">
                <a:solidFill>
                  <a:schemeClr val="tx1"/>
                </a:solidFill>
                <a:ea typeface="宋体" pitchFamily="2" charset="-122"/>
              </a:endParaRPr>
            </a:p>
          </p:txBody>
        </p:sp>
      </p:grpSp>
      <p:sp>
        <p:nvSpPr>
          <p:cNvPr id="54280" name="AutoShape 15"/>
          <p:cNvSpPr>
            <a:spLocks noChangeArrowheads="1"/>
          </p:cNvSpPr>
          <p:nvPr/>
        </p:nvSpPr>
        <p:spPr bwMode="auto">
          <a:xfrm>
            <a:off x="4572000" y="5578475"/>
            <a:ext cx="3743325" cy="792163"/>
          </a:xfrm>
          <a:prstGeom prst="roundRect">
            <a:avLst>
              <a:gd name="adj" fmla="val 199"/>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round/>
                <a:headEnd/>
                <a:tailEnd/>
              </a14:hiddenLine>
            </a:ext>
          </a:extLst>
        </p:spPr>
        <p:txBody>
          <a:bodyPr wrap="none" anchor="ctr"/>
          <a:lstStyle>
            <a:lvl1pPr eaLnBrk="0" hangingPunct="0">
              <a:spcBef>
                <a:spcPct val="20000"/>
              </a:spcBef>
              <a:buFont typeface="Wingdings" pitchFamily="2" charset="2"/>
              <a:buChar char="Ø"/>
              <a:defRPr sz="3200">
                <a:solidFill>
                  <a:srgbClr val="4F6228"/>
                </a:solidFill>
                <a:latin typeface="Calibri" pitchFamily="34" charset="0"/>
                <a:ea typeface="楷体_GB2312" pitchFamily="49" charset="-122"/>
              </a:defRPr>
            </a:lvl1pPr>
            <a:lvl2pPr marL="742950" indent="-285750" eaLnBrk="0" hangingPunct="0">
              <a:spcBef>
                <a:spcPct val="20000"/>
              </a:spcBef>
              <a:buFont typeface="Wingdings" pitchFamily="2" charset="2"/>
              <a:buChar char="ü"/>
              <a:defRPr sz="2800">
                <a:solidFill>
                  <a:srgbClr val="4F6228"/>
                </a:solidFill>
                <a:latin typeface="Calibri" pitchFamily="34" charset="0"/>
                <a:ea typeface="楷体_GB2312" pitchFamily="49" charset="-122"/>
              </a:defRPr>
            </a:lvl2pPr>
            <a:lvl3pPr marL="1143000" indent="-228600" eaLnBrk="0" hangingPunct="0">
              <a:spcBef>
                <a:spcPct val="20000"/>
              </a:spcBef>
              <a:buFont typeface="Arial" charset="0"/>
              <a:buChar char="•"/>
              <a:defRPr sz="2400">
                <a:solidFill>
                  <a:srgbClr val="4F6228"/>
                </a:solidFill>
                <a:latin typeface="Calibri" pitchFamily="34" charset="0"/>
                <a:ea typeface="楷体_GB2312" pitchFamily="49" charset="-122"/>
              </a:defRPr>
            </a:lvl3pPr>
            <a:lvl4pPr marL="1600200" indent="-228600" eaLnBrk="0" hangingPunct="0">
              <a:spcBef>
                <a:spcPct val="20000"/>
              </a:spcBef>
              <a:buFont typeface="Arial" charset="0"/>
              <a:buChar char="–"/>
              <a:defRPr sz="2000">
                <a:solidFill>
                  <a:schemeClr val="tx1"/>
                </a:solidFill>
                <a:latin typeface="Calibri" pitchFamily="34" charset="0"/>
                <a:ea typeface="宋体" pitchFamily="2" charset="-122"/>
              </a:defRPr>
            </a:lvl4pPr>
            <a:lvl5pPr marL="2057400" indent="-228600" eaLnBrk="0" hangingPunct="0">
              <a:spcBef>
                <a:spcPct val="20000"/>
              </a:spcBef>
              <a:buFont typeface="Arial" charset="0"/>
              <a:buChar char="»"/>
              <a:defRPr sz="2000">
                <a:solidFill>
                  <a:schemeClr val="tx1"/>
                </a:solidFill>
                <a:latin typeface="Calibri" pitchFamily="34" charset="0"/>
                <a:ea typeface="宋体" pitchFamily="2" charset="-122"/>
              </a:defRPr>
            </a:lvl5pPr>
            <a:lvl6pPr marL="2514600" indent="-228600" eaLnBrk="0" fontAlgn="base" hangingPunct="0">
              <a:spcBef>
                <a:spcPct val="20000"/>
              </a:spcBef>
              <a:spcAft>
                <a:spcPct val="0"/>
              </a:spcAft>
              <a:buFont typeface="Arial" charset="0"/>
              <a:buChar char="»"/>
              <a:defRPr sz="2000">
                <a:solidFill>
                  <a:schemeClr val="tx1"/>
                </a:solidFill>
                <a:latin typeface="Calibri" pitchFamily="34" charset="0"/>
                <a:ea typeface="宋体" pitchFamily="2" charset="-122"/>
              </a:defRPr>
            </a:lvl6pPr>
            <a:lvl7pPr marL="2971800" indent="-228600" eaLnBrk="0" fontAlgn="base" hangingPunct="0">
              <a:spcBef>
                <a:spcPct val="20000"/>
              </a:spcBef>
              <a:spcAft>
                <a:spcPct val="0"/>
              </a:spcAft>
              <a:buFont typeface="Arial" charset="0"/>
              <a:buChar char="»"/>
              <a:defRPr sz="2000">
                <a:solidFill>
                  <a:schemeClr val="tx1"/>
                </a:solidFill>
                <a:latin typeface="Calibri" pitchFamily="34" charset="0"/>
                <a:ea typeface="宋体" pitchFamily="2" charset="-122"/>
              </a:defRPr>
            </a:lvl7pPr>
            <a:lvl8pPr marL="3429000" indent="-228600" eaLnBrk="0" fontAlgn="base" hangingPunct="0">
              <a:spcBef>
                <a:spcPct val="20000"/>
              </a:spcBef>
              <a:spcAft>
                <a:spcPct val="0"/>
              </a:spcAft>
              <a:buFont typeface="Arial" charset="0"/>
              <a:buChar char="»"/>
              <a:defRPr sz="2000">
                <a:solidFill>
                  <a:schemeClr val="tx1"/>
                </a:solidFill>
                <a:latin typeface="Calibri" pitchFamily="34" charset="0"/>
                <a:ea typeface="宋体" pitchFamily="2" charset="-122"/>
              </a:defRPr>
            </a:lvl8pPr>
            <a:lvl9pPr marL="3886200" indent="-228600" eaLnBrk="0" fontAlgn="base" hangingPunct="0">
              <a:spcBef>
                <a:spcPct val="20000"/>
              </a:spcBef>
              <a:spcAft>
                <a:spcPct val="0"/>
              </a:spcAft>
              <a:buFont typeface="Arial" charset="0"/>
              <a:buChar char="»"/>
              <a:defRPr sz="2000">
                <a:solidFill>
                  <a:schemeClr val="tx1"/>
                </a:solidFill>
                <a:latin typeface="Calibri" pitchFamily="34" charset="0"/>
                <a:ea typeface="宋体" pitchFamily="2" charset="-122"/>
              </a:defRPr>
            </a:lvl9pPr>
          </a:lstStyle>
          <a:p>
            <a:pPr eaLnBrk="1" hangingPunct="1">
              <a:spcBef>
                <a:spcPct val="0"/>
              </a:spcBef>
              <a:buFontTx/>
              <a:buNone/>
            </a:pPr>
            <a:endParaRPr lang="zh-CN" altLang="en-US" sz="1800">
              <a:solidFill>
                <a:schemeClr val="tx1"/>
              </a:solidFill>
              <a:ea typeface="宋体" pitchFamily="2" charset="-122"/>
            </a:endParaRPr>
          </a:p>
        </p:txBody>
      </p:sp>
      <p:sp>
        <p:nvSpPr>
          <p:cNvPr id="52" name="Text Box 7"/>
          <p:cNvSpPr txBox="1">
            <a:spLocks noChangeArrowheads="1"/>
          </p:cNvSpPr>
          <p:nvPr/>
        </p:nvSpPr>
        <p:spPr bwMode="auto">
          <a:xfrm>
            <a:off x="485775" y="5791200"/>
            <a:ext cx="3743325" cy="5238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92160" tIns="46080" rIns="92160" bIns="46080">
            <a:spAutoFit/>
          </a:bodyPr>
          <a:lstStyle>
            <a:lvl1pPr marL="341313" indent="-341313">
              <a:spcBef>
                <a:spcPct val="0"/>
              </a:spcBef>
              <a:tabLst>
                <a:tab pos="911225" algn="l"/>
                <a:tab pos="1825625" algn="l"/>
                <a:tab pos="2740025" algn="l"/>
                <a:tab pos="3654425" algn="l"/>
                <a:tab pos="4568825" algn="l"/>
                <a:tab pos="5483225" algn="l"/>
                <a:tab pos="6397625" algn="l"/>
                <a:tab pos="7312025" algn="l"/>
                <a:tab pos="8226425" algn="l"/>
                <a:tab pos="9140825" algn="l"/>
                <a:tab pos="10055225" algn="l"/>
              </a:tabLst>
              <a:defRPr>
                <a:solidFill>
                  <a:schemeClr val="tx1"/>
                </a:solidFill>
                <a:latin typeface="Arial" charset="0"/>
                <a:ea typeface="宋体" pitchFamily="2" charset="-122"/>
              </a:defRPr>
            </a:lvl1pPr>
            <a:lvl2pPr>
              <a:spcBef>
                <a:spcPct val="0"/>
              </a:spcBef>
              <a:tabLst>
                <a:tab pos="911225" algn="l"/>
                <a:tab pos="1825625" algn="l"/>
                <a:tab pos="2740025" algn="l"/>
                <a:tab pos="3654425" algn="l"/>
                <a:tab pos="4568825" algn="l"/>
                <a:tab pos="5483225" algn="l"/>
                <a:tab pos="6397625" algn="l"/>
                <a:tab pos="7312025" algn="l"/>
                <a:tab pos="8226425" algn="l"/>
                <a:tab pos="9140825" algn="l"/>
                <a:tab pos="10055225" algn="l"/>
              </a:tabLst>
              <a:defRPr>
                <a:solidFill>
                  <a:schemeClr val="tx1"/>
                </a:solidFill>
                <a:latin typeface="Arial" charset="0"/>
                <a:ea typeface="宋体" pitchFamily="2" charset="-122"/>
              </a:defRPr>
            </a:lvl2pPr>
            <a:lvl3pPr>
              <a:spcBef>
                <a:spcPct val="0"/>
              </a:spcBef>
              <a:tabLst>
                <a:tab pos="911225" algn="l"/>
                <a:tab pos="1825625" algn="l"/>
                <a:tab pos="2740025" algn="l"/>
                <a:tab pos="3654425" algn="l"/>
                <a:tab pos="4568825" algn="l"/>
                <a:tab pos="5483225" algn="l"/>
                <a:tab pos="6397625" algn="l"/>
                <a:tab pos="7312025" algn="l"/>
                <a:tab pos="8226425" algn="l"/>
                <a:tab pos="9140825" algn="l"/>
                <a:tab pos="10055225" algn="l"/>
              </a:tabLst>
              <a:defRPr>
                <a:solidFill>
                  <a:schemeClr val="tx1"/>
                </a:solidFill>
                <a:latin typeface="Arial" charset="0"/>
                <a:ea typeface="宋体" pitchFamily="2" charset="-122"/>
              </a:defRPr>
            </a:lvl3pPr>
            <a:lvl4pPr>
              <a:spcBef>
                <a:spcPct val="0"/>
              </a:spcBef>
              <a:tabLst>
                <a:tab pos="911225" algn="l"/>
                <a:tab pos="1825625" algn="l"/>
                <a:tab pos="2740025" algn="l"/>
                <a:tab pos="3654425" algn="l"/>
                <a:tab pos="4568825" algn="l"/>
                <a:tab pos="5483225" algn="l"/>
                <a:tab pos="6397625" algn="l"/>
                <a:tab pos="7312025" algn="l"/>
                <a:tab pos="8226425" algn="l"/>
                <a:tab pos="9140825" algn="l"/>
                <a:tab pos="10055225" algn="l"/>
              </a:tabLst>
              <a:defRPr>
                <a:solidFill>
                  <a:schemeClr val="tx1"/>
                </a:solidFill>
                <a:latin typeface="Arial" charset="0"/>
                <a:ea typeface="宋体" pitchFamily="2" charset="-122"/>
              </a:defRPr>
            </a:lvl4pPr>
            <a:lvl5pPr>
              <a:spcBef>
                <a:spcPct val="0"/>
              </a:spcBef>
              <a:tabLst>
                <a:tab pos="911225" algn="l"/>
                <a:tab pos="1825625" algn="l"/>
                <a:tab pos="2740025" algn="l"/>
                <a:tab pos="3654425" algn="l"/>
                <a:tab pos="4568825" algn="l"/>
                <a:tab pos="5483225" algn="l"/>
                <a:tab pos="6397625" algn="l"/>
                <a:tab pos="7312025" algn="l"/>
                <a:tab pos="8226425" algn="l"/>
                <a:tab pos="9140825" algn="l"/>
                <a:tab pos="10055225" algn="l"/>
              </a:tabLst>
              <a:defRPr>
                <a:solidFill>
                  <a:schemeClr val="tx1"/>
                </a:solidFill>
                <a:latin typeface="Arial" charset="0"/>
                <a:ea typeface="宋体" pitchFamily="2" charset="-122"/>
              </a:defRPr>
            </a:lvl5pPr>
            <a:lvl6pPr fontAlgn="base">
              <a:spcBef>
                <a:spcPct val="0"/>
              </a:spcBef>
              <a:spcAft>
                <a:spcPct val="0"/>
              </a:spcAft>
              <a:tabLst>
                <a:tab pos="911225" algn="l"/>
                <a:tab pos="1825625" algn="l"/>
                <a:tab pos="2740025" algn="l"/>
                <a:tab pos="3654425" algn="l"/>
                <a:tab pos="4568825" algn="l"/>
                <a:tab pos="5483225" algn="l"/>
                <a:tab pos="6397625" algn="l"/>
                <a:tab pos="7312025" algn="l"/>
                <a:tab pos="8226425" algn="l"/>
                <a:tab pos="9140825" algn="l"/>
                <a:tab pos="10055225" algn="l"/>
              </a:tabLst>
              <a:defRPr>
                <a:solidFill>
                  <a:schemeClr val="tx1"/>
                </a:solidFill>
                <a:latin typeface="Arial" charset="0"/>
                <a:ea typeface="宋体" pitchFamily="2" charset="-122"/>
              </a:defRPr>
            </a:lvl6pPr>
            <a:lvl7pPr fontAlgn="base">
              <a:spcBef>
                <a:spcPct val="0"/>
              </a:spcBef>
              <a:spcAft>
                <a:spcPct val="0"/>
              </a:spcAft>
              <a:tabLst>
                <a:tab pos="911225" algn="l"/>
                <a:tab pos="1825625" algn="l"/>
                <a:tab pos="2740025" algn="l"/>
                <a:tab pos="3654425" algn="l"/>
                <a:tab pos="4568825" algn="l"/>
                <a:tab pos="5483225" algn="l"/>
                <a:tab pos="6397625" algn="l"/>
                <a:tab pos="7312025" algn="l"/>
                <a:tab pos="8226425" algn="l"/>
                <a:tab pos="9140825" algn="l"/>
                <a:tab pos="10055225" algn="l"/>
              </a:tabLst>
              <a:defRPr>
                <a:solidFill>
                  <a:schemeClr val="tx1"/>
                </a:solidFill>
                <a:latin typeface="Arial" charset="0"/>
                <a:ea typeface="宋体" pitchFamily="2" charset="-122"/>
              </a:defRPr>
            </a:lvl7pPr>
            <a:lvl8pPr fontAlgn="base">
              <a:spcBef>
                <a:spcPct val="0"/>
              </a:spcBef>
              <a:spcAft>
                <a:spcPct val="0"/>
              </a:spcAft>
              <a:tabLst>
                <a:tab pos="911225" algn="l"/>
                <a:tab pos="1825625" algn="l"/>
                <a:tab pos="2740025" algn="l"/>
                <a:tab pos="3654425" algn="l"/>
                <a:tab pos="4568825" algn="l"/>
                <a:tab pos="5483225" algn="l"/>
                <a:tab pos="6397625" algn="l"/>
                <a:tab pos="7312025" algn="l"/>
                <a:tab pos="8226425" algn="l"/>
                <a:tab pos="9140825" algn="l"/>
                <a:tab pos="10055225" algn="l"/>
              </a:tabLst>
              <a:defRPr>
                <a:solidFill>
                  <a:schemeClr val="tx1"/>
                </a:solidFill>
                <a:latin typeface="Arial" charset="0"/>
                <a:ea typeface="宋体" pitchFamily="2" charset="-122"/>
              </a:defRPr>
            </a:lvl8pPr>
            <a:lvl9pPr fontAlgn="base">
              <a:spcBef>
                <a:spcPct val="0"/>
              </a:spcBef>
              <a:spcAft>
                <a:spcPct val="0"/>
              </a:spcAft>
              <a:tabLst>
                <a:tab pos="911225" algn="l"/>
                <a:tab pos="1825625" algn="l"/>
                <a:tab pos="2740025" algn="l"/>
                <a:tab pos="3654425" algn="l"/>
                <a:tab pos="4568825" algn="l"/>
                <a:tab pos="5483225" algn="l"/>
                <a:tab pos="6397625" algn="l"/>
                <a:tab pos="7312025" algn="l"/>
                <a:tab pos="8226425" algn="l"/>
                <a:tab pos="9140825" algn="l"/>
                <a:tab pos="10055225" algn="l"/>
              </a:tabLst>
              <a:defRPr>
                <a:solidFill>
                  <a:schemeClr val="tx1"/>
                </a:solidFill>
                <a:latin typeface="Arial" charset="0"/>
                <a:ea typeface="宋体" pitchFamily="2" charset="-122"/>
              </a:defRPr>
            </a:lvl9pPr>
          </a:lstStyle>
          <a:p>
            <a:pPr marL="0" indent="0">
              <a:spcBef>
                <a:spcPts val="588"/>
              </a:spcBef>
              <a:buClr>
                <a:srgbClr val="86D1EC"/>
              </a:buClr>
              <a:buSzPct val="45000"/>
              <a:defRPr/>
            </a:pPr>
            <a:r>
              <a:rPr lang="zh-CN" altLang="en-US" sz="2800" dirty="0" smtClean="0">
                <a:effectLst>
                  <a:outerShdw blurRad="38100" dist="38100" dir="2700000" algn="tl">
                    <a:srgbClr val="C0C0C0"/>
                  </a:outerShdw>
                </a:effectLst>
                <a:latin typeface="楷体_GB2312" pitchFamily="49" charset="-122"/>
                <a:ea typeface="楷体_GB2312" pitchFamily="49" charset="-122"/>
              </a:rPr>
              <a:t>用</a:t>
            </a:r>
            <a:r>
              <a:rPr lang="en-GB" altLang="zh-CN" sz="2800" dirty="0" err="1" smtClean="0">
                <a:effectLst>
                  <a:outerShdw blurRad="38100" dist="38100" dir="2700000" algn="tl">
                    <a:srgbClr val="C0C0C0"/>
                  </a:outerShdw>
                </a:effectLst>
                <a:latin typeface="楷体_GB2312" pitchFamily="49" charset="-122"/>
                <a:ea typeface="楷体_GB2312" pitchFamily="49" charset="-122"/>
              </a:rPr>
              <a:t>屏蔽</a:t>
            </a:r>
            <a:r>
              <a:rPr lang="zh-CN" altLang="en-US" sz="2800" dirty="0" smtClean="0">
                <a:effectLst>
                  <a:outerShdw blurRad="38100" dist="38100" dir="2700000" algn="tl">
                    <a:srgbClr val="C0C0C0"/>
                  </a:outerShdw>
                </a:effectLst>
                <a:latin typeface="楷体_GB2312" pitchFamily="49" charset="-122"/>
                <a:ea typeface="楷体_GB2312" pitchFamily="49" charset="-122"/>
              </a:rPr>
              <a:t>层</a:t>
            </a:r>
            <a:r>
              <a:rPr lang="en-GB" altLang="zh-CN" sz="2800" dirty="0" err="1" smtClean="0">
                <a:effectLst>
                  <a:outerShdw blurRad="38100" dist="38100" dir="2700000" algn="tl">
                    <a:srgbClr val="C0C0C0"/>
                  </a:outerShdw>
                </a:effectLst>
                <a:latin typeface="楷体_GB2312" pitchFamily="49" charset="-122"/>
                <a:ea typeface="楷体_GB2312" pitchFamily="49" charset="-122"/>
              </a:rPr>
              <a:t>以减少干扰</a:t>
            </a:r>
            <a:endParaRPr lang="en-GB" altLang="zh-CN" sz="2800" dirty="0" smtClean="0">
              <a:effectLst>
                <a:outerShdw blurRad="38100" dist="38100" dir="2700000" algn="tl">
                  <a:srgbClr val="C0C0C0"/>
                </a:outerShdw>
              </a:effectLst>
              <a:latin typeface="楷体_GB2312" pitchFamily="49" charset="-122"/>
              <a:ea typeface="楷体_GB2312" pitchFamily="49" charset="-122"/>
            </a:endParaRPr>
          </a:p>
        </p:txBody>
      </p:sp>
      <p:sp>
        <p:nvSpPr>
          <p:cNvPr id="53" name="Text Box 16"/>
          <p:cNvSpPr txBox="1">
            <a:spLocks noChangeArrowheads="1"/>
          </p:cNvSpPr>
          <p:nvPr/>
        </p:nvSpPr>
        <p:spPr bwMode="auto">
          <a:xfrm>
            <a:off x="4716463" y="5703888"/>
            <a:ext cx="3743325" cy="5238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92160" tIns="46080" rIns="92160" bIns="46080">
            <a:spAutoFit/>
          </a:bodyPr>
          <a:lstStyle>
            <a:lvl1pPr marL="341313" indent="-341313">
              <a:spcBef>
                <a:spcPct val="0"/>
              </a:spcBef>
              <a:tabLst>
                <a:tab pos="911225" algn="l"/>
                <a:tab pos="1825625" algn="l"/>
                <a:tab pos="2740025" algn="l"/>
                <a:tab pos="3654425" algn="l"/>
                <a:tab pos="4568825" algn="l"/>
                <a:tab pos="5483225" algn="l"/>
                <a:tab pos="6397625" algn="l"/>
                <a:tab pos="7312025" algn="l"/>
                <a:tab pos="8226425" algn="l"/>
                <a:tab pos="9140825" algn="l"/>
                <a:tab pos="10055225" algn="l"/>
              </a:tabLst>
              <a:defRPr>
                <a:solidFill>
                  <a:schemeClr val="tx1"/>
                </a:solidFill>
                <a:latin typeface="Arial" charset="0"/>
                <a:ea typeface="宋体" pitchFamily="2" charset="-122"/>
              </a:defRPr>
            </a:lvl1pPr>
            <a:lvl2pPr>
              <a:spcBef>
                <a:spcPct val="0"/>
              </a:spcBef>
              <a:tabLst>
                <a:tab pos="911225" algn="l"/>
                <a:tab pos="1825625" algn="l"/>
                <a:tab pos="2740025" algn="l"/>
                <a:tab pos="3654425" algn="l"/>
                <a:tab pos="4568825" algn="l"/>
                <a:tab pos="5483225" algn="l"/>
                <a:tab pos="6397625" algn="l"/>
                <a:tab pos="7312025" algn="l"/>
                <a:tab pos="8226425" algn="l"/>
                <a:tab pos="9140825" algn="l"/>
                <a:tab pos="10055225" algn="l"/>
              </a:tabLst>
              <a:defRPr>
                <a:solidFill>
                  <a:schemeClr val="tx1"/>
                </a:solidFill>
                <a:latin typeface="Arial" charset="0"/>
                <a:ea typeface="宋体" pitchFamily="2" charset="-122"/>
              </a:defRPr>
            </a:lvl2pPr>
            <a:lvl3pPr>
              <a:spcBef>
                <a:spcPct val="0"/>
              </a:spcBef>
              <a:tabLst>
                <a:tab pos="911225" algn="l"/>
                <a:tab pos="1825625" algn="l"/>
                <a:tab pos="2740025" algn="l"/>
                <a:tab pos="3654425" algn="l"/>
                <a:tab pos="4568825" algn="l"/>
                <a:tab pos="5483225" algn="l"/>
                <a:tab pos="6397625" algn="l"/>
                <a:tab pos="7312025" algn="l"/>
                <a:tab pos="8226425" algn="l"/>
                <a:tab pos="9140825" algn="l"/>
                <a:tab pos="10055225" algn="l"/>
              </a:tabLst>
              <a:defRPr>
                <a:solidFill>
                  <a:schemeClr val="tx1"/>
                </a:solidFill>
                <a:latin typeface="Arial" charset="0"/>
                <a:ea typeface="宋体" pitchFamily="2" charset="-122"/>
              </a:defRPr>
            </a:lvl3pPr>
            <a:lvl4pPr>
              <a:spcBef>
                <a:spcPct val="0"/>
              </a:spcBef>
              <a:tabLst>
                <a:tab pos="911225" algn="l"/>
                <a:tab pos="1825625" algn="l"/>
                <a:tab pos="2740025" algn="l"/>
                <a:tab pos="3654425" algn="l"/>
                <a:tab pos="4568825" algn="l"/>
                <a:tab pos="5483225" algn="l"/>
                <a:tab pos="6397625" algn="l"/>
                <a:tab pos="7312025" algn="l"/>
                <a:tab pos="8226425" algn="l"/>
                <a:tab pos="9140825" algn="l"/>
                <a:tab pos="10055225" algn="l"/>
              </a:tabLst>
              <a:defRPr>
                <a:solidFill>
                  <a:schemeClr val="tx1"/>
                </a:solidFill>
                <a:latin typeface="Arial" charset="0"/>
                <a:ea typeface="宋体" pitchFamily="2" charset="-122"/>
              </a:defRPr>
            </a:lvl4pPr>
            <a:lvl5pPr>
              <a:spcBef>
                <a:spcPct val="0"/>
              </a:spcBef>
              <a:tabLst>
                <a:tab pos="911225" algn="l"/>
                <a:tab pos="1825625" algn="l"/>
                <a:tab pos="2740025" algn="l"/>
                <a:tab pos="3654425" algn="l"/>
                <a:tab pos="4568825" algn="l"/>
                <a:tab pos="5483225" algn="l"/>
                <a:tab pos="6397625" algn="l"/>
                <a:tab pos="7312025" algn="l"/>
                <a:tab pos="8226425" algn="l"/>
                <a:tab pos="9140825" algn="l"/>
                <a:tab pos="10055225" algn="l"/>
              </a:tabLst>
              <a:defRPr>
                <a:solidFill>
                  <a:schemeClr val="tx1"/>
                </a:solidFill>
                <a:latin typeface="Arial" charset="0"/>
                <a:ea typeface="宋体" pitchFamily="2" charset="-122"/>
              </a:defRPr>
            </a:lvl5pPr>
            <a:lvl6pPr fontAlgn="base">
              <a:spcBef>
                <a:spcPct val="0"/>
              </a:spcBef>
              <a:spcAft>
                <a:spcPct val="0"/>
              </a:spcAft>
              <a:tabLst>
                <a:tab pos="911225" algn="l"/>
                <a:tab pos="1825625" algn="l"/>
                <a:tab pos="2740025" algn="l"/>
                <a:tab pos="3654425" algn="l"/>
                <a:tab pos="4568825" algn="l"/>
                <a:tab pos="5483225" algn="l"/>
                <a:tab pos="6397625" algn="l"/>
                <a:tab pos="7312025" algn="l"/>
                <a:tab pos="8226425" algn="l"/>
                <a:tab pos="9140825" algn="l"/>
                <a:tab pos="10055225" algn="l"/>
              </a:tabLst>
              <a:defRPr>
                <a:solidFill>
                  <a:schemeClr val="tx1"/>
                </a:solidFill>
                <a:latin typeface="Arial" charset="0"/>
                <a:ea typeface="宋体" pitchFamily="2" charset="-122"/>
              </a:defRPr>
            </a:lvl6pPr>
            <a:lvl7pPr fontAlgn="base">
              <a:spcBef>
                <a:spcPct val="0"/>
              </a:spcBef>
              <a:spcAft>
                <a:spcPct val="0"/>
              </a:spcAft>
              <a:tabLst>
                <a:tab pos="911225" algn="l"/>
                <a:tab pos="1825625" algn="l"/>
                <a:tab pos="2740025" algn="l"/>
                <a:tab pos="3654425" algn="l"/>
                <a:tab pos="4568825" algn="l"/>
                <a:tab pos="5483225" algn="l"/>
                <a:tab pos="6397625" algn="l"/>
                <a:tab pos="7312025" algn="l"/>
                <a:tab pos="8226425" algn="l"/>
                <a:tab pos="9140825" algn="l"/>
                <a:tab pos="10055225" algn="l"/>
              </a:tabLst>
              <a:defRPr>
                <a:solidFill>
                  <a:schemeClr val="tx1"/>
                </a:solidFill>
                <a:latin typeface="Arial" charset="0"/>
                <a:ea typeface="宋体" pitchFamily="2" charset="-122"/>
              </a:defRPr>
            </a:lvl7pPr>
            <a:lvl8pPr fontAlgn="base">
              <a:spcBef>
                <a:spcPct val="0"/>
              </a:spcBef>
              <a:spcAft>
                <a:spcPct val="0"/>
              </a:spcAft>
              <a:tabLst>
                <a:tab pos="911225" algn="l"/>
                <a:tab pos="1825625" algn="l"/>
                <a:tab pos="2740025" algn="l"/>
                <a:tab pos="3654425" algn="l"/>
                <a:tab pos="4568825" algn="l"/>
                <a:tab pos="5483225" algn="l"/>
                <a:tab pos="6397625" algn="l"/>
                <a:tab pos="7312025" algn="l"/>
                <a:tab pos="8226425" algn="l"/>
                <a:tab pos="9140825" algn="l"/>
                <a:tab pos="10055225" algn="l"/>
              </a:tabLst>
              <a:defRPr>
                <a:solidFill>
                  <a:schemeClr val="tx1"/>
                </a:solidFill>
                <a:latin typeface="Arial" charset="0"/>
                <a:ea typeface="宋体" pitchFamily="2" charset="-122"/>
              </a:defRPr>
            </a:lvl8pPr>
            <a:lvl9pPr fontAlgn="base">
              <a:spcBef>
                <a:spcPct val="0"/>
              </a:spcBef>
              <a:spcAft>
                <a:spcPct val="0"/>
              </a:spcAft>
              <a:tabLst>
                <a:tab pos="911225" algn="l"/>
                <a:tab pos="1825625" algn="l"/>
                <a:tab pos="2740025" algn="l"/>
                <a:tab pos="3654425" algn="l"/>
                <a:tab pos="4568825" algn="l"/>
                <a:tab pos="5483225" algn="l"/>
                <a:tab pos="6397625" algn="l"/>
                <a:tab pos="7312025" algn="l"/>
                <a:tab pos="8226425" algn="l"/>
                <a:tab pos="9140825" algn="l"/>
                <a:tab pos="10055225" algn="l"/>
              </a:tabLst>
              <a:defRPr>
                <a:solidFill>
                  <a:schemeClr val="tx1"/>
                </a:solidFill>
                <a:latin typeface="Arial" charset="0"/>
                <a:ea typeface="宋体" pitchFamily="2" charset="-122"/>
              </a:defRPr>
            </a:lvl9pPr>
          </a:lstStyle>
          <a:p>
            <a:pPr marL="0" indent="0">
              <a:spcBef>
                <a:spcPts val="588"/>
              </a:spcBef>
              <a:buClr>
                <a:srgbClr val="86D1EC"/>
              </a:buClr>
              <a:buSzPct val="45000"/>
              <a:defRPr/>
            </a:pPr>
            <a:r>
              <a:rPr lang="en-GB" altLang="zh-CN" sz="2800" dirty="0" err="1" smtClean="0">
                <a:effectLst>
                  <a:outerShdw blurRad="38100" dist="38100" dir="2700000" algn="tl">
                    <a:srgbClr val="C0C0C0"/>
                  </a:outerShdw>
                </a:effectLst>
                <a:latin typeface="楷体_GB2312" pitchFamily="49" charset="-122"/>
                <a:ea typeface="楷体_GB2312" pitchFamily="49" charset="-122"/>
              </a:rPr>
              <a:t>双绞线外无任何屏蔽层</a:t>
            </a:r>
            <a:endParaRPr lang="en-GB" altLang="zh-CN" sz="2800" dirty="0" smtClean="0">
              <a:effectLst>
                <a:outerShdw blurRad="38100" dist="38100" dir="2700000" algn="tl">
                  <a:srgbClr val="C0C0C0"/>
                </a:outerShdw>
              </a:effectLst>
              <a:latin typeface="楷体_GB2312" pitchFamily="49" charset="-122"/>
              <a:ea typeface="楷体_GB2312" pitchFamily="49" charset="-122"/>
            </a:endParaRPr>
          </a:p>
        </p:txBody>
      </p:sp>
      <p:sp>
        <p:nvSpPr>
          <p:cNvPr id="54283" name="Text Box 4"/>
          <p:cNvSpPr txBox="1">
            <a:spLocks noChangeArrowheads="1"/>
          </p:cNvSpPr>
          <p:nvPr/>
        </p:nvSpPr>
        <p:spPr bwMode="auto">
          <a:xfrm>
            <a:off x="468313" y="1336675"/>
            <a:ext cx="8064500" cy="5857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92160" tIns="46080" rIns="92160" bIns="46080" anchor="ctr">
            <a:spAutoFit/>
          </a:bodyPr>
          <a:lstStyle>
            <a:lvl1pPr eaLnBrk="0" hangingPunct="0">
              <a:spcBef>
                <a:spcPct val="20000"/>
              </a:spcBef>
              <a:buFont typeface="Wingdings" pitchFamily="2" charset="2"/>
              <a:buChar char="Ø"/>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3200">
                <a:solidFill>
                  <a:srgbClr val="4F6228"/>
                </a:solidFill>
                <a:latin typeface="Calibri" pitchFamily="34" charset="0"/>
                <a:ea typeface="楷体_GB2312" pitchFamily="49" charset="-122"/>
              </a:defRPr>
            </a:lvl1pPr>
            <a:lvl2pPr marL="742950" indent="-285750" eaLnBrk="0" hangingPunct="0">
              <a:spcBef>
                <a:spcPct val="20000"/>
              </a:spcBef>
              <a:buFont typeface="Wingdings" pitchFamily="2" charset="2"/>
              <a:buChar char="ü"/>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800">
                <a:solidFill>
                  <a:srgbClr val="4F6228"/>
                </a:solidFill>
                <a:latin typeface="Calibri" pitchFamily="34" charset="0"/>
                <a:ea typeface="楷体_GB2312" pitchFamily="49" charset="-122"/>
              </a:defRPr>
            </a:lvl2pPr>
            <a:lvl3pPr marL="1143000" indent="-228600" eaLnBrk="0" hangingPunct="0">
              <a:spcBef>
                <a:spcPct val="20000"/>
              </a:spcBef>
              <a:buFont typeface="Arial" charset="0"/>
              <a:buChar char="•"/>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400">
                <a:solidFill>
                  <a:srgbClr val="4F6228"/>
                </a:solidFill>
                <a:latin typeface="Calibri" pitchFamily="34" charset="0"/>
                <a:ea typeface="楷体_GB2312" pitchFamily="49" charset="-122"/>
              </a:defRPr>
            </a:lvl3pPr>
            <a:lvl4pPr marL="1600200" indent="-228600" eaLnBrk="0" hangingPunct="0">
              <a:spcBef>
                <a:spcPct val="20000"/>
              </a:spcBef>
              <a:buFont typeface="Arial" charset="0"/>
              <a:buChar char="–"/>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000">
                <a:solidFill>
                  <a:schemeClr val="tx1"/>
                </a:solidFill>
                <a:latin typeface="Calibri" pitchFamily="34" charset="0"/>
                <a:ea typeface="宋体" pitchFamily="2" charset="-122"/>
              </a:defRPr>
            </a:lvl4pPr>
            <a:lvl5pPr marL="2057400" indent="-228600" eaLnBrk="0" hangingPunct="0">
              <a:spcBef>
                <a:spcPct val="20000"/>
              </a:spcBef>
              <a:buFont typeface="Arial" charset="0"/>
              <a:buChar char="»"/>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000">
                <a:solidFill>
                  <a:schemeClr val="tx1"/>
                </a:solidFill>
                <a:latin typeface="Calibri" pitchFamily="34" charset="0"/>
                <a:ea typeface="宋体" pitchFamily="2" charset="-122"/>
              </a:defRPr>
            </a:lvl5pPr>
            <a:lvl6pPr marL="2514600" indent="-228600" eaLnBrk="0" fontAlgn="base" hangingPunct="0">
              <a:spcBef>
                <a:spcPct val="20000"/>
              </a:spcBef>
              <a:spcAft>
                <a:spcPct val="0"/>
              </a:spcAft>
              <a:buFont typeface="Arial" charset="0"/>
              <a:buChar char="»"/>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000">
                <a:solidFill>
                  <a:schemeClr val="tx1"/>
                </a:solidFill>
                <a:latin typeface="Calibri" pitchFamily="34" charset="0"/>
                <a:ea typeface="宋体" pitchFamily="2" charset="-122"/>
              </a:defRPr>
            </a:lvl6pPr>
            <a:lvl7pPr marL="2971800" indent="-228600" eaLnBrk="0" fontAlgn="base" hangingPunct="0">
              <a:spcBef>
                <a:spcPct val="20000"/>
              </a:spcBef>
              <a:spcAft>
                <a:spcPct val="0"/>
              </a:spcAft>
              <a:buFont typeface="Arial" charset="0"/>
              <a:buChar char="»"/>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000">
                <a:solidFill>
                  <a:schemeClr val="tx1"/>
                </a:solidFill>
                <a:latin typeface="Calibri" pitchFamily="34" charset="0"/>
                <a:ea typeface="宋体" pitchFamily="2" charset="-122"/>
              </a:defRPr>
            </a:lvl7pPr>
            <a:lvl8pPr marL="3429000" indent="-228600" eaLnBrk="0" fontAlgn="base" hangingPunct="0">
              <a:spcBef>
                <a:spcPct val="20000"/>
              </a:spcBef>
              <a:spcAft>
                <a:spcPct val="0"/>
              </a:spcAft>
              <a:buFont typeface="Arial" charset="0"/>
              <a:buChar char="»"/>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000">
                <a:solidFill>
                  <a:schemeClr val="tx1"/>
                </a:solidFill>
                <a:latin typeface="Calibri" pitchFamily="34" charset="0"/>
                <a:ea typeface="宋体" pitchFamily="2" charset="-122"/>
              </a:defRPr>
            </a:lvl8pPr>
            <a:lvl9pPr marL="3886200" indent="-228600" eaLnBrk="0" fontAlgn="base" hangingPunct="0">
              <a:spcBef>
                <a:spcPct val="20000"/>
              </a:spcBef>
              <a:spcAft>
                <a:spcPct val="0"/>
              </a:spcAft>
              <a:buFont typeface="Arial" charset="0"/>
              <a:buChar char="»"/>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000">
                <a:solidFill>
                  <a:schemeClr val="tx1"/>
                </a:solidFill>
                <a:latin typeface="Calibri" pitchFamily="34" charset="0"/>
                <a:ea typeface="宋体" pitchFamily="2" charset="-122"/>
              </a:defRPr>
            </a:lvl9pPr>
          </a:lstStyle>
          <a:p>
            <a:pPr algn="just" eaLnBrk="1" hangingPunct="1">
              <a:spcBef>
                <a:spcPct val="0"/>
              </a:spcBef>
              <a:buClr>
                <a:srgbClr val="FFFFFF"/>
              </a:buClr>
              <a:buFont typeface="Times New Roman" pitchFamily="18" charset="0"/>
              <a:buNone/>
            </a:pPr>
            <a:r>
              <a:rPr lang="en-GB" altLang="zh-CN">
                <a:solidFill>
                  <a:schemeClr val="tx1"/>
                </a:solidFill>
                <a:latin typeface="楷体_GB2312" pitchFamily="49" charset="-122"/>
              </a:rPr>
              <a:t>  屏蔽双绞线            非屏蔽双绞线 </a:t>
            </a:r>
          </a:p>
        </p:txBody>
      </p:sp>
    </p:spTree>
  </p:cSld>
  <p:clrMapOvr>
    <a:masterClrMapping/>
  </p:clrMapOvr>
  <p:transition spd="slow">
    <p:push dir="u"/>
  </p:transition>
  <p:timing>
    <p:tnLst>
      <p:par>
        <p:cTn id="1" dur="indefinite" restart="never" nodeType="tmRoot"/>
      </p:par>
    </p:tnLst>
  </p:timing>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5298" name="标题 1"/>
          <p:cNvSpPr>
            <a:spLocks noGrp="1"/>
          </p:cNvSpPr>
          <p:nvPr>
            <p:ph type="title"/>
          </p:nvPr>
        </p:nvSpPr>
        <p:spPr>
          <a:xfrm>
            <a:off x="107950" y="44450"/>
            <a:ext cx="7343775" cy="792163"/>
          </a:xfrm>
        </p:spPr>
        <p:txBody>
          <a:bodyPr/>
          <a:lstStyle/>
          <a:p>
            <a:r>
              <a:rPr lang="en-US" altLang="zh-CN" smtClean="0"/>
              <a:t>2.8 </a:t>
            </a:r>
            <a:r>
              <a:rPr lang="zh-CN" altLang="en-US" smtClean="0"/>
              <a:t>网络的传输介质</a:t>
            </a:r>
          </a:p>
        </p:txBody>
      </p:sp>
      <p:sp>
        <p:nvSpPr>
          <p:cNvPr id="3" name="内容占位符 2"/>
          <p:cNvSpPr>
            <a:spLocks noGrp="1"/>
          </p:cNvSpPr>
          <p:nvPr>
            <p:ph idx="1"/>
          </p:nvPr>
        </p:nvSpPr>
        <p:spPr>
          <a:xfrm>
            <a:off x="107950" y="981075"/>
            <a:ext cx="8928100" cy="5102225"/>
          </a:xfrm>
        </p:spPr>
        <p:txBody>
          <a:bodyPr/>
          <a:lstStyle/>
          <a:p>
            <a:r>
              <a:rPr lang="zh-CN" altLang="en-US" b="1" dirty="0" smtClean="0">
                <a:solidFill>
                  <a:srgbClr val="FF0000"/>
                </a:solidFill>
              </a:rPr>
              <a:t>双绞线</a:t>
            </a:r>
            <a:endParaRPr lang="en-US" altLang="zh-CN" b="1" dirty="0" smtClean="0">
              <a:solidFill>
                <a:srgbClr val="FF0000"/>
              </a:solidFill>
            </a:endParaRPr>
          </a:p>
          <a:p>
            <a:pPr lvl="1"/>
            <a:r>
              <a:rPr lang="zh-CN" altLang="en-US" sz="2400" dirty="0" smtClean="0">
                <a:solidFill>
                  <a:srgbClr val="C00000"/>
                </a:solidFill>
                <a:latin typeface="楷体_GB2312" pitchFamily="49" charset="-122"/>
              </a:rPr>
              <a:t>物理特性：</a:t>
            </a:r>
            <a:r>
              <a:rPr lang="zh-CN" altLang="en-US" sz="2400" dirty="0" smtClean="0">
                <a:latin typeface="楷体_GB2312" pitchFamily="49" charset="-122"/>
              </a:rPr>
              <a:t>双绞线由按规则螺旋结构排列的两根或四根绝缘线组成。一对线可以作为一条通信线路，各线对螺旋排列的目的是使各线对之间的电磁干扰最小。</a:t>
            </a:r>
            <a:endParaRPr lang="en-US" altLang="zh-CN" sz="2400" dirty="0" smtClean="0">
              <a:latin typeface="楷体_GB2312" pitchFamily="49" charset="-122"/>
            </a:endParaRPr>
          </a:p>
          <a:p>
            <a:pPr lvl="1"/>
            <a:r>
              <a:rPr lang="zh-CN" altLang="en-US" sz="2400" dirty="0" smtClean="0">
                <a:solidFill>
                  <a:srgbClr val="C00000"/>
                </a:solidFill>
                <a:latin typeface="楷体_GB2312" pitchFamily="49" charset="-122"/>
              </a:rPr>
              <a:t>传输特性：</a:t>
            </a:r>
            <a:r>
              <a:rPr lang="zh-CN" altLang="en-US" sz="2400" dirty="0" smtClean="0">
                <a:latin typeface="楷体_GB2312" pitchFamily="49" charset="-122"/>
              </a:rPr>
              <a:t>最普遍的应用是语音信号的模拟传输。</a:t>
            </a:r>
            <a:endParaRPr lang="en-US" altLang="zh-CN" sz="2400" dirty="0" smtClean="0">
              <a:latin typeface="楷体_GB2312" pitchFamily="49" charset="-122"/>
            </a:endParaRPr>
          </a:p>
          <a:p>
            <a:pPr lvl="1"/>
            <a:r>
              <a:rPr lang="zh-CN" altLang="en-US" sz="2400" dirty="0">
                <a:solidFill>
                  <a:srgbClr val="C00000"/>
                </a:solidFill>
                <a:latin typeface="楷体_GB2312" pitchFamily="49" charset="-122"/>
              </a:rPr>
              <a:t>连通特性</a:t>
            </a:r>
            <a:r>
              <a:rPr lang="zh-CN" altLang="en-US" sz="2400" dirty="0" smtClean="0">
                <a:latin typeface="楷体_GB2312" pitchFamily="49" charset="-122"/>
              </a:rPr>
              <a:t>：双绞线可用于点</a:t>
            </a:r>
            <a:r>
              <a:rPr lang="en-US" altLang="zh-CN" sz="2400" dirty="0" smtClean="0">
                <a:latin typeface="楷体_GB2312" pitchFamily="49" charset="-122"/>
              </a:rPr>
              <a:t>-</a:t>
            </a:r>
            <a:r>
              <a:rPr lang="zh-CN" altLang="en-US" sz="2400" dirty="0" smtClean="0">
                <a:latin typeface="楷体_GB2312" pitchFamily="49" charset="-122"/>
              </a:rPr>
              <a:t>点连接，也可用于多点连接。</a:t>
            </a:r>
            <a:endParaRPr lang="en-US" altLang="zh-CN" sz="2400" dirty="0" smtClean="0">
              <a:latin typeface="楷体_GB2312" pitchFamily="49" charset="-122"/>
            </a:endParaRPr>
          </a:p>
          <a:p>
            <a:pPr lvl="1"/>
            <a:r>
              <a:rPr lang="zh-CN" altLang="en-US" sz="2400" dirty="0" smtClean="0">
                <a:solidFill>
                  <a:srgbClr val="C00000"/>
                </a:solidFill>
                <a:latin typeface="楷体_GB2312" pitchFamily="49" charset="-122"/>
              </a:rPr>
              <a:t>地理范围：</a:t>
            </a:r>
            <a:r>
              <a:rPr lang="zh-CN" altLang="en-US" sz="2400" dirty="0" smtClean="0">
                <a:latin typeface="楷体_GB2312" pitchFamily="49" charset="-122"/>
              </a:rPr>
              <a:t>双绞线用作远程中继线时，最大距离可达</a:t>
            </a:r>
            <a:r>
              <a:rPr lang="en-US" altLang="zh-CN" sz="2400" dirty="0" smtClean="0">
                <a:latin typeface="楷体_GB2312" pitchFamily="49" charset="-122"/>
              </a:rPr>
              <a:t>15km</a:t>
            </a:r>
            <a:r>
              <a:rPr lang="zh-CN" altLang="en-US" sz="2400" dirty="0" smtClean="0">
                <a:latin typeface="楷体_GB2312" pitchFamily="49" charset="-122"/>
              </a:rPr>
              <a:t>；用于</a:t>
            </a:r>
            <a:r>
              <a:rPr lang="en-US" altLang="zh-CN" sz="2400" dirty="0" smtClean="0">
                <a:latin typeface="楷体_GB2312" pitchFamily="49" charset="-122"/>
              </a:rPr>
              <a:t>10Mb/s</a:t>
            </a:r>
            <a:r>
              <a:rPr lang="zh-CN" altLang="en-US" sz="2400" dirty="0" smtClean="0">
                <a:latin typeface="楷体_GB2312" pitchFamily="49" charset="-122"/>
              </a:rPr>
              <a:t>局域网时，与集线器的距离最大为</a:t>
            </a:r>
            <a:r>
              <a:rPr lang="en-US" altLang="zh-CN" sz="2400" dirty="0" smtClean="0">
                <a:latin typeface="楷体_GB2312" pitchFamily="49" charset="-122"/>
              </a:rPr>
              <a:t>100m</a:t>
            </a:r>
            <a:r>
              <a:rPr lang="zh-CN" altLang="en-US" sz="2400" dirty="0" smtClean="0">
                <a:latin typeface="楷体_GB2312" pitchFamily="49" charset="-122"/>
              </a:rPr>
              <a:t>。</a:t>
            </a:r>
            <a:endParaRPr lang="en-US" altLang="zh-CN" sz="2400" dirty="0" smtClean="0">
              <a:latin typeface="楷体_GB2312" pitchFamily="49" charset="-122"/>
            </a:endParaRPr>
          </a:p>
          <a:p>
            <a:pPr lvl="1"/>
            <a:r>
              <a:rPr lang="zh-CN" altLang="en-US" sz="2400" dirty="0" smtClean="0">
                <a:solidFill>
                  <a:srgbClr val="C00000"/>
                </a:solidFill>
                <a:latin typeface="楷体_GB2312" pitchFamily="49" charset="-122"/>
              </a:rPr>
              <a:t>抗干扰性：</a:t>
            </a:r>
            <a:r>
              <a:rPr lang="zh-CN" altLang="en-US" sz="2400" dirty="0" smtClean="0">
                <a:latin typeface="楷体_GB2312" pitchFamily="49" charset="-122"/>
              </a:rPr>
              <a:t>取决于一束线中相邻线对的扭曲长度及适当的屏蔽。在低频传输时，相当于同轴电缆。在</a:t>
            </a:r>
            <a:r>
              <a:rPr lang="en-US" altLang="zh-CN" sz="2400" dirty="0" smtClean="0">
                <a:latin typeface="楷体_GB2312" pitchFamily="49" charset="-122"/>
              </a:rPr>
              <a:t>10</a:t>
            </a:r>
            <a:r>
              <a:rPr lang="zh-CN" altLang="en-US" sz="2400" dirty="0" smtClean="0">
                <a:latin typeface="楷体_GB2312" pitchFamily="49" charset="-122"/>
              </a:rPr>
              <a:t>～</a:t>
            </a:r>
            <a:r>
              <a:rPr lang="en-US" altLang="zh-CN" sz="2400" dirty="0" smtClean="0">
                <a:latin typeface="楷体_GB2312" pitchFamily="49" charset="-122"/>
              </a:rPr>
              <a:t>100 kHz</a:t>
            </a:r>
            <a:r>
              <a:rPr lang="zh-CN" altLang="en-US" sz="2400" dirty="0" smtClean="0">
                <a:latin typeface="楷体_GB2312" pitchFamily="49" charset="-122"/>
              </a:rPr>
              <a:t>时，低于同轴电缆。 </a:t>
            </a:r>
            <a:endParaRPr lang="en-US" altLang="zh-CN" sz="2400" dirty="0" smtClean="0">
              <a:latin typeface="楷体_GB2312" pitchFamily="49" charset="-122"/>
            </a:endParaRPr>
          </a:p>
          <a:p>
            <a:pPr lvl="1"/>
            <a:r>
              <a:rPr lang="zh-CN" altLang="en-US" sz="2400" dirty="0" smtClean="0">
                <a:solidFill>
                  <a:srgbClr val="C00000"/>
                </a:solidFill>
                <a:latin typeface="楷体_GB2312" pitchFamily="49" charset="-122"/>
              </a:rPr>
              <a:t>价格：</a:t>
            </a:r>
            <a:r>
              <a:rPr lang="zh-CN" altLang="en-US" sz="2400" dirty="0" smtClean="0">
                <a:latin typeface="楷体_GB2312" pitchFamily="49" charset="-122"/>
              </a:rPr>
              <a:t>价格低于其他传输介质，且安装、维护方便</a:t>
            </a:r>
          </a:p>
          <a:p>
            <a:pPr lvl="1"/>
            <a:endParaRPr lang="zh-CN" altLang="en-US" sz="2400" dirty="0" smtClean="0"/>
          </a:p>
        </p:txBody>
      </p:sp>
      <p:sp>
        <p:nvSpPr>
          <p:cNvPr id="4" name="灯片编号占位符 3"/>
          <p:cNvSpPr>
            <a:spLocks noGrp="1"/>
          </p:cNvSpPr>
          <p:nvPr>
            <p:ph type="sldNum" sz="quarter" idx="12"/>
          </p:nvPr>
        </p:nvSpPr>
        <p:spPr/>
        <p:txBody>
          <a:bodyPr/>
          <a:lstStyle/>
          <a:p>
            <a:pPr>
              <a:defRPr/>
            </a:pPr>
            <a:fld id="{94C63D70-2EC4-4938-807E-3AB475A737EC}" type="slidenum">
              <a:rPr lang="zh-CN" altLang="en-US" smtClean="0"/>
              <a:pPr>
                <a:defRPr/>
              </a:pPr>
              <a:t>40</a:t>
            </a:fld>
            <a:endParaRPr lang="zh-CN" altLang="en-US"/>
          </a:p>
        </p:txBody>
      </p:sp>
    </p:spTree>
  </p:cSld>
  <p:clrMapOvr>
    <a:masterClrMapping/>
  </p:clrMapOvr>
  <p:transition spd="slow">
    <p:push dir="u"/>
  </p:transition>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42" presetClass="entr" presetSubtype="0" fill="hold" nodeType="clickEffect">
                                  <p:stCondLst>
                                    <p:cond delay="0"/>
                                  </p:stCondLst>
                                  <p:childTnLst>
                                    <p:set>
                                      <p:cBhvr>
                                        <p:cTn id="6" dur="1" fill="hold">
                                          <p:stCondLst>
                                            <p:cond delay="0"/>
                                          </p:stCondLst>
                                        </p:cTn>
                                        <p:tgtEl>
                                          <p:spTgt spid="3">
                                            <p:txEl>
                                              <p:pRg st="1" end="1"/>
                                            </p:txEl>
                                          </p:spTgt>
                                        </p:tgtEl>
                                        <p:attrNameLst>
                                          <p:attrName>style.visibility</p:attrName>
                                        </p:attrNameLst>
                                      </p:cBhvr>
                                      <p:to>
                                        <p:strVal val="visible"/>
                                      </p:to>
                                    </p:set>
                                    <p:animEffect transition="in" filter="fade">
                                      <p:cBhvr>
                                        <p:cTn id="7" dur="1000"/>
                                        <p:tgtEl>
                                          <p:spTgt spid="3">
                                            <p:txEl>
                                              <p:pRg st="1" end="1"/>
                                            </p:txEl>
                                          </p:spTgt>
                                        </p:tgtEl>
                                      </p:cBhvr>
                                    </p:animEffect>
                                    <p:anim calcmode="lin" valueType="num">
                                      <p:cBhvr>
                                        <p:cTn id="8" dur="1000" fill="hold"/>
                                        <p:tgtEl>
                                          <p:spTgt spid="3">
                                            <p:txEl>
                                              <p:pRg st="1" end="1"/>
                                            </p:txEl>
                                          </p:spTgt>
                                        </p:tgtEl>
                                        <p:attrNameLst>
                                          <p:attrName>ppt_x</p:attrName>
                                        </p:attrNameLst>
                                      </p:cBhvr>
                                      <p:tavLst>
                                        <p:tav tm="0">
                                          <p:val>
                                            <p:strVal val="#ppt_x"/>
                                          </p:val>
                                        </p:tav>
                                        <p:tav tm="100000">
                                          <p:val>
                                            <p:strVal val="#ppt_x"/>
                                          </p:val>
                                        </p:tav>
                                      </p:tavLst>
                                    </p:anim>
                                    <p:anim calcmode="lin" valueType="num">
                                      <p:cBhvr>
                                        <p:cTn id="9" dur="1000" fill="hold"/>
                                        <p:tgtEl>
                                          <p:spTgt spid="3">
                                            <p:txEl>
                                              <p:pRg st="1" end="1"/>
                                            </p:txEl>
                                          </p:spTgt>
                                        </p:tgtEl>
                                        <p:attrNameLst>
                                          <p:attrName>ppt_y</p:attrName>
                                        </p:attrNameLst>
                                      </p:cBhvr>
                                      <p:tavLst>
                                        <p:tav tm="0">
                                          <p:val>
                                            <p:strVal val="#ppt_y+.1"/>
                                          </p:val>
                                        </p:tav>
                                        <p:tav tm="100000">
                                          <p:val>
                                            <p:strVal val="#ppt_y"/>
                                          </p:val>
                                        </p:tav>
                                      </p:tavLst>
                                    </p:anim>
                                  </p:childTnLst>
                                </p:cTn>
                              </p:par>
                              <p:par>
                                <p:cTn id="10" presetID="42" presetClass="entr" presetSubtype="0" fill="hold" nodeType="withEffect">
                                  <p:stCondLst>
                                    <p:cond delay="0"/>
                                  </p:stCondLst>
                                  <p:childTnLst>
                                    <p:set>
                                      <p:cBhvr>
                                        <p:cTn id="11" dur="1" fill="hold">
                                          <p:stCondLst>
                                            <p:cond delay="0"/>
                                          </p:stCondLst>
                                        </p:cTn>
                                        <p:tgtEl>
                                          <p:spTgt spid="3">
                                            <p:txEl>
                                              <p:pRg st="2" end="2"/>
                                            </p:txEl>
                                          </p:spTgt>
                                        </p:tgtEl>
                                        <p:attrNameLst>
                                          <p:attrName>style.visibility</p:attrName>
                                        </p:attrNameLst>
                                      </p:cBhvr>
                                      <p:to>
                                        <p:strVal val="visible"/>
                                      </p:to>
                                    </p:set>
                                    <p:animEffect transition="in" filter="fade">
                                      <p:cBhvr>
                                        <p:cTn id="12" dur="1000"/>
                                        <p:tgtEl>
                                          <p:spTgt spid="3">
                                            <p:txEl>
                                              <p:pRg st="2" end="2"/>
                                            </p:txEl>
                                          </p:spTgt>
                                        </p:tgtEl>
                                      </p:cBhvr>
                                    </p:animEffect>
                                    <p:anim calcmode="lin" valueType="num">
                                      <p:cBhvr>
                                        <p:cTn id="13" dur="1000" fill="hold"/>
                                        <p:tgtEl>
                                          <p:spTgt spid="3">
                                            <p:txEl>
                                              <p:pRg st="2" end="2"/>
                                            </p:txEl>
                                          </p:spTgt>
                                        </p:tgtEl>
                                        <p:attrNameLst>
                                          <p:attrName>ppt_x</p:attrName>
                                        </p:attrNameLst>
                                      </p:cBhvr>
                                      <p:tavLst>
                                        <p:tav tm="0">
                                          <p:val>
                                            <p:strVal val="#ppt_x"/>
                                          </p:val>
                                        </p:tav>
                                        <p:tav tm="100000">
                                          <p:val>
                                            <p:strVal val="#ppt_x"/>
                                          </p:val>
                                        </p:tav>
                                      </p:tavLst>
                                    </p:anim>
                                    <p:anim calcmode="lin" valueType="num">
                                      <p:cBhvr>
                                        <p:cTn id="14" dur="1000" fill="hold"/>
                                        <p:tgtEl>
                                          <p:spTgt spid="3">
                                            <p:txEl>
                                              <p:pRg st="2" end="2"/>
                                            </p:txEl>
                                          </p:spTgt>
                                        </p:tgtEl>
                                        <p:attrNameLst>
                                          <p:attrName>ppt_y</p:attrName>
                                        </p:attrNameLst>
                                      </p:cBhvr>
                                      <p:tavLst>
                                        <p:tav tm="0">
                                          <p:val>
                                            <p:strVal val="#ppt_y+.1"/>
                                          </p:val>
                                        </p:tav>
                                        <p:tav tm="100000">
                                          <p:val>
                                            <p:strVal val="#ppt_y"/>
                                          </p:val>
                                        </p:tav>
                                      </p:tavLst>
                                    </p:anim>
                                  </p:childTnLst>
                                </p:cTn>
                              </p:par>
                              <p:par>
                                <p:cTn id="15" presetID="42" presetClass="entr" presetSubtype="0" fill="hold" nodeType="withEffect">
                                  <p:stCondLst>
                                    <p:cond delay="0"/>
                                  </p:stCondLst>
                                  <p:childTnLst>
                                    <p:set>
                                      <p:cBhvr>
                                        <p:cTn id="16" dur="1" fill="hold">
                                          <p:stCondLst>
                                            <p:cond delay="0"/>
                                          </p:stCondLst>
                                        </p:cTn>
                                        <p:tgtEl>
                                          <p:spTgt spid="3">
                                            <p:txEl>
                                              <p:pRg st="3" end="3"/>
                                            </p:txEl>
                                          </p:spTgt>
                                        </p:tgtEl>
                                        <p:attrNameLst>
                                          <p:attrName>style.visibility</p:attrName>
                                        </p:attrNameLst>
                                      </p:cBhvr>
                                      <p:to>
                                        <p:strVal val="visible"/>
                                      </p:to>
                                    </p:set>
                                    <p:animEffect transition="in" filter="fade">
                                      <p:cBhvr>
                                        <p:cTn id="17" dur="1000"/>
                                        <p:tgtEl>
                                          <p:spTgt spid="3">
                                            <p:txEl>
                                              <p:pRg st="3" end="3"/>
                                            </p:txEl>
                                          </p:spTgt>
                                        </p:tgtEl>
                                      </p:cBhvr>
                                    </p:animEffect>
                                    <p:anim calcmode="lin" valueType="num">
                                      <p:cBhvr>
                                        <p:cTn id="18" dur="1000" fill="hold"/>
                                        <p:tgtEl>
                                          <p:spTgt spid="3">
                                            <p:txEl>
                                              <p:pRg st="3" end="3"/>
                                            </p:txEl>
                                          </p:spTgt>
                                        </p:tgtEl>
                                        <p:attrNameLst>
                                          <p:attrName>ppt_x</p:attrName>
                                        </p:attrNameLst>
                                      </p:cBhvr>
                                      <p:tavLst>
                                        <p:tav tm="0">
                                          <p:val>
                                            <p:strVal val="#ppt_x"/>
                                          </p:val>
                                        </p:tav>
                                        <p:tav tm="100000">
                                          <p:val>
                                            <p:strVal val="#ppt_x"/>
                                          </p:val>
                                        </p:tav>
                                      </p:tavLst>
                                    </p:anim>
                                    <p:anim calcmode="lin" valueType="num">
                                      <p:cBhvr>
                                        <p:cTn id="19" dur="1000" fill="hold"/>
                                        <p:tgtEl>
                                          <p:spTgt spid="3">
                                            <p:txEl>
                                              <p:pRg st="3" end="3"/>
                                            </p:txEl>
                                          </p:spTgt>
                                        </p:tgtEl>
                                        <p:attrNameLst>
                                          <p:attrName>ppt_y</p:attrName>
                                        </p:attrNameLst>
                                      </p:cBhvr>
                                      <p:tavLst>
                                        <p:tav tm="0">
                                          <p:val>
                                            <p:strVal val="#ppt_y+.1"/>
                                          </p:val>
                                        </p:tav>
                                        <p:tav tm="100000">
                                          <p:val>
                                            <p:strVal val="#ppt_y"/>
                                          </p:val>
                                        </p:tav>
                                      </p:tavLst>
                                    </p:anim>
                                  </p:childTnLst>
                                </p:cTn>
                              </p:par>
                              <p:par>
                                <p:cTn id="20" presetID="42" presetClass="entr" presetSubtype="0" fill="hold" nodeType="withEffect">
                                  <p:stCondLst>
                                    <p:cond delay="0"/>
                                  </p:stCondLst>
                                  <p:childTnLst>
                                    <p:set>
                                      <p:cBhvr>
                                        <p:cTn id="21" dur="1" fill="hold">
                                          <p:stCondLst>
                                            <p:cond delay="0"/>
                                          </p:stCondLst>
                                        </p:cTn>
                                        <p:tgtEl>
                                          <p:spTgt spid="3">
                                            <p:txEl>
                                              <p:pRg st="4" end="4"/>
                                            </p:txEl>
                                          </p:spTgt>
                                        </p:tgtEl>
                                        <p:attrNameLst>
                                          <p:attrName>style.visibility</p:attrName>
                                        </p:attrNameLst>
                                      </p:cBhvr>
                                      <p:to>
                                        <p:strVal val="visible"/>
                                      </p:to>
                                    </p:set>
                                    <p:animEffect transition="in" filter="fade">
                                      <p:cBhvr>
                                        <p:cTn id="22" dur="1000"/>
                                        <p:tgtEl>
                                          <p:spTgt spid="3">
                                            <p:txEl>
                                              <p:pRg st="4" end="4"/>
                                            </p:txEl>
                                          </p:spTgt>
                                        </p:tgtEl>
                                      </p:cBhvr>
                                    </p:animEffect>
                                    <p:anim calcmode="lin" valueType="num">
                                      <p:cBhvr>
                                        <p:cTn id="23" dur="1000" fill="hold"/>
                                        <p:tgtEl>
                                          <p:spTgt spid="3">
                                            <p:txEl>
                                              <p:pRg st="4" end="4"/>
                                            </p:txEl>
                                          </p:spTgt>
                                        </p:tgtEl>
                                        <p:attrNameLst>
                                          <p:attrName>ppt_x</p:attrName>
                                        </p:attrNameLst>
                                      </p:cBhvr>
                                      <p:tavLst>
                                        <p:tav tm="0">
                                          <p:val>
                                            <p:strVal val="#ppt_x"/>
                                          </p:val>
                                        </p:tav>
                                        <p:tav tm="100000">
                                          <p:val>
                                            <p:strVal val="#ppt_x"/>
                                          </p:val>
                                        </p:tav>
                                      </p:tavLst>
                                    </p:anim>
                                    <p:anim calcmode="lin" valueType="num">
                                      <p:cBhvr>
                                        <p:cTn id="24" dur="1000" fill="hold"/>
                                        <p:tgtEl>
                                          <p:spTgt spid="3">
                                            <p:txEl>
                                              <p:pRg st="4" end="4"/>
                                            </p:txEl>
                                          </p:spTgt>
                                        </p:tgtEl>
                                        <p:attrNameLst>
                                          <p:attrName>ppt_y</p:attrName>
                                        </p:attrNameLst>
                                      </p:cBhvr>
                                      <p:tavLst>
                                        <p:tav tm="0">
                                          <p:val>
                                            <p:strVal val="#ppt_y+.1"/>
                                          </p:val>
                                        </p:tav>
                                        <p:tav tm="100000">
                                          <p:val>
                                            <p:strVal val="#ppt_y"/>
                                          </p:val>
                                        </p:tav>
                                      </p:tavLst>
                                    </p:anim>
                                  </p:childTnLst>
                                </p:cTn>
                              </p:par>
                              <p:par>
                                <p:cTn id="25" presetID="42" presetClass="entr" presetSubtype="0" fill="hold" nodeType="withEffect">
                                  <p:stCondLst>
                                    <p:cond delay="0"/>
                                  </p:stCondLst>
                                  <p:childTnLst>
                                    <p:set>
                                      <p:cBhvr>
                                        <p:cTn id="26" dur="1" fill="hold">
                                          <p:stCondLst>
                                            <p:cond delay="0"/>
                                          </p:stCondLst>
                                        </p:cTn>
                                        <p:tgtEl>
                                          <p:spTgt spid="3">
                                            <p:txEl>
                                              <p:pRg st="5" end="5"/>
                                            </p:txEl>
                                          </p:spTgt>
                                        </p:tgtEl>
                                        <p:attrNameLst>
                                          <p:attrName>style.visibility</p:attrName>
                                        </p:attrNameLst>
                                      </p:cBhvr>
                                      <p:to>
                                        <p:strVal val="visible"/>
                                      </p:to>
                                    </p:set>
                                    <p:animEffect transition="in" filter="fade">
                                      <p:cBhvr>
                                        <p:cTn id="27" dur="1000"/>
                                        <p:tgtEl>
                                          <p:spTgt spid="3">
                                            <p:txEl>
                                              <p:pRg st="5" end="5"/>
                                            </p:txEl>
                                          </p:spTgt>
                                        </p:tgtEl>
                                      </p:cBhvr>
                                    </p:animEffect>
                                    <p:anim calcmode="lin" valueType="num">
                                      <p:cBhvr>
                                        <p:cTn id="28" dur="1000" fill="hold"/>
                                        <p:tgtEl>
                                          <p:spTgt spid="3">
                                            <p:txEl>
                                              <p:pRg st="5" end="5"/>
                                            </p:txEl>
                                          </p:spTgt>
                                        </p:tgtEl>
                                        <p:attrNameLst>
                                          <p:attrName>ppt_x</p:attrName>
                                        </p:attrNameLst>
                                      </p:cBhvr>
                                      <p:tavLst>
                                        <p:tav tm="0">
                                          <p:val>
                                            <p:strVal val="#ppt_x"/>
                                          </p:val>
                                        </p:tav>
                                        <p:tav tm="100000">
                                          <p:val>
                                            <p:strVal val="#ppt_x"/>
                                          </p:val>
                                        </p:tav>
                                      </p:tavLst>
                                    </p:anim>
                                    <p:anim calcmode="lin" valueType="num">
                                      <p:cBhvr>
                                        <p:cTn id="29" dur="1000" fill="hold"/>
                                        <p:tgtEl>
                                          <p:spTgt spid="3">
                                            <p:txEl>
                                              <p:pRg st="5" end="5"/>
                                            </p:txEl>
                                          </p:spTgt>
                                        </p:tgtEl>
                                        <p:attrNameLst>
                                          <p:attrName>ppt_y</p:attrName>
                                        </p:attrNameLst>
                                      </p:cBhvr>
                                      <p:tavLst>
                                        <p:tav tm="0">
                                          <p:val>
                                            <p:strVal val="#ppt_y+.1"/>
                                          </p:val>
                                        </p:tav>
                                        <p:tav tm="100000">
                                          <p:val>
                                            <p:strVal val="#ppt_y"/>
                                          </p:val>
                                        </p:tav>
                                      </p:tavLst>
                                    </p:anim>
                                  </p:childTnLst>
                                </p:cTn>
                              </p:par>
                              <p:par>
                                <p:cTn id="30" presetID="42" presetClass="entr" presetSubtype="0" fill="hold" nodeType="withEffect">
                                  <p:stCondLst>
                                    <p:cond delay="0"/>
                                  </p:stCondLst>
                                  <p:childTnLst>
                                    <p:set>
                                      <p:cBhvr>
                                        <p:cTn id="31" dur="1" fill="hold">
                                          <p:stCondLst>
                                            <p:cond delay="0"/>
                                          </p:stCondLst>
                                        </p:cTn>
                                        <p:tgtEl>
                                          <p:spTgt spid="3">
                                            <p:txEl>
                                              <p:pRg st="6" end="6"/>
                                            </p:txEl>
                                          </p:spTgt>
                                        </p:tgtEl>
                                        <p:attrNameLst>
                                          <p:attrName>style.visibility</p:attrName>
                                        </p:attrNameLst>
                                      </p:cBhvr>
                                      <p:to>
                                        <p:strVal val="visible"/>
                                      </p:to>
                                    </p:set>
                                    <p:animEffect transition="in" filter="fade">
                                      <p:cBhvr>
                                        <p:cTn id="32" dur="1000"/>
                                        <p:tgtEl>
                                          <p:spTgt spid="3">
                                            <p:txEl>
                                              <p:pRg st="6" end="6"/>
                                            </p:txEl>
                                          </p:spTgt>
                                        </p:tgtEl>
                                      </p:cBhvr>
                                    </p:animEffect>
                                    <p:anim calcmode="lin" valueType="num">
                                      <p:cBhvr>
                                        <p:cTn id="33" dur="1000" fill="hold"/>
                                        <p:tgtEl>
                                          <p:spTgt spid="3">
                                            <p:txEl>
                                              <p:pRg st="6" end="6"/>
                                            </p:txEl>
                                          </p:spTgt>
                                        </p:tgtEl>
                                        <p:attrNameLst>
                                          <p:attrName>ppt_x</p:attrName>
                                        </p:attrNameLst>
                                      </p:cBhvr>
                                      <p:tavLst>
                                        <p:tav tm="0">
                                          <p:val>
                                            <p:strVal val="#ppt_x"/>
                                          </p:val>
                                        </p:tav>
                                        <p:tav tm="100000">
                                          <p:val>
                                            <p:strVal val="#ppt_x"/>
                                          </p:val>
                                        </p:tav>
                                      </p:tavLst>
                                    </p:anim>
                                    <p:anim calcmode="lin" valueType="num">
                                      <p:cBhvr>
                                        <p:cTn id="34" dur="1000" fill="hold"/>
                                        <p:tgtEl>
                                          <p:spTgt spid="3">
                                            <p:txEl>
                                              <p:pRg st="6" end="6"/>
                                            </p:txEl>
                                          </p:spTgt>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6322" name="标题 1"/>
          <p:cNvSpPr>
            <a:spLocks noGrp="1"/>
          </p:cNvSpPr>
          <p:nvPr>
            <p:ph type="title"/>
          </p:nvPr>
        </p:nvSpPr>
        <p:spPr>
          <a:xfrm>
            <a:off x="107950" y="44450"/>
            <a:ext cx="7343775" cy="792163"/>
          </a:xfrm>
        </p:spPr>
        <p:txBody>
          <a:bodyPr/>
          <a:lstStyle/>
          <a:p>
            <a:r>
              <a:rPr lang="en-US" altLang="zh-CN" smtClean="0"/>
              <a:t>2.8 </a:t>
            </a:r>
            <a:r>
              <a:rPr lang="zh-CN" altLang="en-US" smtClean="0"/>
              <a:t>网络的传输介质</a:t>
            </a:r>
          </a:p>
        </p:txBody>
      </p:sp>
      <p:sp>
        <p:nvSpPr>
          <p:cNvPr id="3" name="内容占位符 2"/>
          <p:cNvSpPr>
            <a:spLocks noGrp="1"/>
          </p:cNvSpPr>
          <p:nvPr>
            <p:ph idx="1"/>
          </p:nvPr>
        </p:nvSpPr>
        <p:spPr>
          <a:xfrm>
            <a:off x="107950" y="981075"/>
            <a:ext cx="8928100" cy="5102225"/>
          </a:xfrm>
        </p:spPr>
        <p:txBody>
          <a:bodyPr/>
          <a:lstStyle/>
          <a:p>
            <a:pPr algn="just">
              <a:defRPr/>
            </a:pPr>
            <a:r>
              <a:rPr lang="zh-CN" altLang="en-US" b="1" dirty="0" smtClean="0">
                <a:solidFill>
                  <a:srgbClr val="FF0000"/>
                </a:solidFill>
              </a:rPr>
              <a:t>同轴电缆</a:t>
            </a:r>
            <a:endParaRPr lang="en-US" altLang="zh-CN" b="1" dirty="0" smtClean="0">
              <a:solidFill>
                <a:srgbClr val="FF0000"/>
              </a:solidFill>
            </a:endParaRPr>
          </a:p>
          <a:p>
            <a:pPr marL="0" indent="0" algn="just">
              <a:buFont typeface="Wingdings" pitchFamily="2" charset="2"/>
              <a:buNone/>
              <a:defRPr/>
            </a:pPr>
            <a:r>
              <a:rPr lang="zh-CN" altLang="en-US" dirty="0" smtClean="0">
                <a:latin typeface="楷体_GB2312" pitchFamily="49" charset="-122"/>
              </a:rPr>
              <a:t>    </a:t>
            </a:r>
            <a:r>
              <a:rPr lang="zh-CN" altLang="en-US" sz="2800" dirty="0" smtClean="0">
                <a:latin typeface="楷体_GB2312" pitchFamily="49" charset="-122"/>
              </a:rPr>
              <a:t>同轴电缆</a:t>
            </a:r>
            <a:r>
              <a:rPr lang="zh-CN" altLang="en-US" sz="2800" dirty="0">
                <a:latin typeface="楷体_GB2312" pitchFamily="49" charset="-122"/>
              </a:rPr>
              <a:t>是网络中应用十分广泛的传输介质</a:t>
            </a:r>
            <a:r>
              <a:rPr lang="zh-CN" altLang="en-US" sz="2800" dirty="0" smtClean="0">
                <a:latin typeface="楷体_GB2312" pitchFamily="49" charset="-122"/>
              </a:rPr>
              <a:t>之一，</a:t>
            </a:r>
            <a:r>
              <a:rPr lang="zh-CN" altLang="en-US" sz="2800" dirty="0" smtClean="0"/>
              <a:t>可以分为</a:t>
            </a:r>
            <a:r>
              <a:rPr lang="zh-CN" altLang="en-US" sz="2800" dirty="0" smtClean="0">
                <a:solidFill>
                  <a:srgbClr val="C00000"/>
                </a:solidFill>
              </a:rPr>
              <a:t>基带同轴电缆</a:t>
            </a:r>
            <a:r>
              <a:rPr lang="zh-CN" altLang="en-US" sz="2800" dirty="0" smtClean="0"/>
              <a:t>与</a:t>
            </a:r>
            <a:r>
              <a:rPr lang="zh-CN" altLang="en-US" sz="2800" dirty="0" smtClean="0">
                <a:solidFill>
                  <a:srgbClr val="C00000"/>
                </a:solidFill>
              </a:rPr>
              <a:t>宽带同轴电缆</a:t>
            </a:r>
            <a:r>
              <a:rPr lang="zh-CN" altLang="en-US" sz="2800" dirty="0" smtClean="0"/>
              <a:t>两类</a:t>
            </a:r>
            <a:endParaRPr lang="en-US" altLang="zh-CN" sz="2800" dirty="0" smtClean="0"/>
          </a:p>
          <a:p>
            <a:pPr marL="0" indent="0" algn="just">
              <a:buFont typeface="Wingdings" pitchFamily="2" charset="2"/>
              <a:buNone/>
              <a:defRPr/>
            </a:pPr>
            <a:r>
              <a:rPr lang="en-US" altLang="zh-CN" dirty="0"/>
              <a:t> </a:t>
            </a:r>
            <a:r>
              <a:rPr lang="en-US" altLang="zh-CN" dirty="0" smtClean="0"/>
              <a:t>   </a:t>
            </a:r>
            <a:endParaRPr lang="zh-CN" altLang="en-US" dirty="0"/>
          </a:p>
        </p:txBody>
      </p:sp>
      <p:sp>
        <p:nvSpPr>
          <p:cNvPr id="4" name="灯片编号占位符 3"/>
          <p:cNvSpPr>
            <a:spLocks noGrp="1"/>
          </p:cNvSpPr>
          <p:nvPr>
            <p:ph type="sldNum" sz="quarter" idx="12"/>
          </p:nvPr>
        </p:nvSpPr>
        <p:spPr/>
        <p:txBody>
          <a:bodyPr/>
          <a:lstStyle/>
          <a:p>
            <a:pPr>
              <a:defRPr/>
            </a:pPr>
            <a:fld id="{4803E121-AB14-4FB7-AB23-DBF52B72088F}" type="slidenum">
              <a:rPr lang="zh-CN" altLang="en-US" smtClean="0"/>
              <a:pPr>
                <a:defRPr/>
              </a:pPr>
              <a:t>41</a:t>
            </a:fld>
            <a:endParaRPr lang="zh-CN" altLang="en-US"/>
          </a:p>
        </p:txBody>
      </p:sp>
      <p:pic>
        <p:nvPicPr>
          <p:cNvPr id="5" name="Picture 7"/>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692275" y="2925763"/>
            <a:ext cx="6264275" cy="331628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Tree>
  </p:cSld>
  <p:clrMapOvr>
    <a:masterClrMapping/>
  </p:clrMapOvr>
  <p:transition spd="slow">
    <p:push dir="u"/>
  </p:transition>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42" presetClass="entr" presetSubtype="0" fill="hold" nodeType="clickEffect">
                                  <p:stCondLst>
                                    <p:cond delay="0"/>
                                  </p:stCondLst>
                                  <p:childTnLst>
                                    <p:set>
                                      <p:cBhvr>
                                        <p:cTn id="6" dur="1" fill="hold">
                                          <p:stCondLst>
                                            <p:cond delay="0"/>
                                          </p:stCondLst>
                                        </p:cTn>
                                        <p:tgtEl>
                                          <p:spTgt spid="5"/>
                                        </p:tgtEl>
                                        <p:attrNameLst>
                                          <p:attrName>style.visibility</p:attrName>
                                        </p:attrNameLst>
                                      </p:cBhvr>
                                      <p:to>
                                        <p:strVal val="visible"/>
                                      </p:to>
                                    </p:set>
                                    <p:animEffect transition="in" filter="fade">
                                      <p:cBhvr>
                                        <p:cTn id="7" dur="1000"/>
                                        <p:tgtEl>
                                          <p:spTgt spid="5"/>
                                        </p:tgtEl>
                                      </p:cBhvr>
                                    </p:animEffect>
                                    <p:anim calcmode="lin" valueType="num">
                                      <p:cBhvr>
                                        <p:cTn id="8" dur="1000" fill="hold"/>
                                        <p:tgtEl>
                                          <p:spTgt spid="5"/>
                                        </p:tgtEl>
                                        <p:attrNameLst>
                                          <p:attrName>ppt_x</p:attrName>
                                        </p:attrNameLst>
                                      </p:cBhvr>
                                      <p:tavLst>
                                        <p:tav tm="0">
                                          <p:val>
                                            <p:strVal val="#ppt_x"/>
                                          </p:val>
                                        </p:tav>
                                        <p:tav tm="100000">
                                          <p:val>
                                            <p:strVal val="#ppt_x"/>
                                          </p:val>
                                        </p:tav>
                                      </p:tavLst>
                                    </p:anim>
                                    <p:anim calcmode="lin" valueType="num">
                                      <p:cBhvr>
                                        <p:cTn id="9" dur="1000" fill="hold"/>
                                        <p:tgtEl>
                                          <p:spTgt spid="5"/>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7346" name="标题 1"/>
          <p:cNvSpPr>
            <a:spLocks noGrp="1"/>
          </p:cNvSpPr>
          <p:nvPr>
            <p:ph type="title"/>
          </p:nvPr>
        </p:nvSpPr>
        <p:spPr>
          <a:xfrm>
            <a:off x="107950" y="44450"/>
            <a:ext cx="7343775" cy="792163"/>
          </a:xfrm>
        </p:spPr>
        <p:txBody>
          <a:bodyPr/>
          <a:lstStyle/>
          <a:p>
            <a:r>
              <a:rPr lang="en-US" altLang="zh-CN" smtClean="0"/>
              <a:t>2.8 </a:t>
            </a:r>
            <a:r>
              <a:rPr lang="zh-CN" altLang="en-US" smtClean="0"/>
              <a:t>网络的传输介质</a:t>
            </a:r>
          </a:p>
        </p:txBody>
      </p:sp>
      <p:sp>
        <p:nvSpPr>
          <p:cNvPr id="3" name="内容占位符 2"/>
          <p:cNvSpPr>
            <a:spLocks noGrp="1"/>
          </p:cNvSpPr>
          <p:nvPr>
            <p:ph idx="1"/>
          </p:nvPr>
        </p:nvSpPr>
        <p:spPr>
          <a:xfrm>
            <a:off x="107950" y="981075"/>
            <a:ext cx="8928100" cy="5102225"/>
          </a:xfrm>
        </p:spPr>
        <p:txBody>
          <a:bodyPr/>
          <a:lstStyle/>
          <a:p>
            <a:pPr algn="just"/>
            <a:r>
              <a:rPr lang="zh-CN" altLang="en-US" b="1" smtClean="0">
                <a:solidFill>
                  <a:srgbClr val="FF0000"/>
                </a:solidFill>
              </a:rPr>
              <a:t>同轴电缆</a:t>
            </a:r>
            <a:endParaRPr lang="en-US" altLang="zh-CN" b="1" smtClean="0">
              <a:solidFill>
                <a:srgbClr val="FF0000"/>
              </a:solidFill>
            </a:endParaRPr>
          </a:p>
          <a:p>
            <a:pPr marL="857250" lvl="1" indent="-457200" algn="just">
              <a:buClr>
                <a:schemeClr val="tx1"/>
              </a:buClr>
            </a:pPr>
            <a:r>
              <a:rPr lang="zh-CN" altLang="en-US" sz="2400" smtClean="0">
                <a:solidFill>
                  <a:srgbClr val="C00000"/>
                </a:solidFill>
                <a:latin typeface="楷体_GB2312" pitchFamily="49" charset="-122"/>
              </a:rPr>
              <a:t>物理特性：</a:t>
            </a:r>
            <a:r>
              <a:rPr lang="zh-CN" altLang="en-US" sz="2400" smtClean="0">
                <a:latin typeface="楷体_GB2312" pitchFamily="49" charset="-122"/>
              </a:rPr>
              <a:t>同轴电缆由内导体（电缆铜芯）、绝缘层、外导体（铜网）及外部保护层（外绝缘层）组成。同轴介质的特性参数由内、外导体及绝缘层的电参数和机械尺寸决定。</a:t>
            </a:r>
            <a:endParaRPr lang="en-US" altLang="zh-CN" sz="2400" smtClean="0">
              <a:latin typeface="楷体_GB2312" pitchFamily="49" charset="-122"/>
            </a:endParaRPr>
          </a:p>
          <a:p>
            <a:pPr marL="857250" lvl="1" indent="-457200" algn="just">
              <a:buClr>
                <a:schemeClr val="tx1"/>
              </a:buClr>
            </a:pPr>
            <a:r>
              <a:rPr lang="zh-CN" altLang="en-US" sz="2400" smtClean="0">
                <a:solidFill>
                  <a:srgbClr val="C00000"/>
                </a:solidFill>
                <a:latin typeface="楷体_GB2312" pitchFamily="49" charset="-122"/>
              </a:rPr>
              <a:t>传输特性：</a:t>
            </a:r>
            <a:r>
              <a:rPr lang="zh-CN" altLang="en-US" sz="2400" smtClean="0">
                <a:latin typeface="楷体_GB2312" pitchFamily="49" charset="-122"/>
              </a:rPr>
              <a:t>基带同轴电缆一般仅用于数字数据信号传输。宽带同轴电缆可以使用频分多路复用方法，将频带划分为多条通信信道，支持多路传输。</a:t>
            </a:r>
            <a:endParaRPr lang="en-US" altLang="zh-CN" sz="2400" smtClean="0">
              <a:latin typeface="楷体_GB2312" pitchFamily="49" charset="-122"/>
            </a:endParaRPr>
          </a:p>
          <a:p>
            <a:pPr marL="800100" lvl="2" indent="0" algn="just">
              <a:buClr>
                <a:schemeClr val="tx1"/>
              </a:buClr>
              <a:buFont typeface="Arial" charset="0"/>
              <a:buNone/>
            </a:pPr>
            <a:r>
              <a:rPr lang="zh-CN" altLang="en-US" smtClean="0">
                <a:latin typeface="楷体_GB2312" pitchFamily="49" charset="-122"/>
              </a:rPr>
              <a:t>同轴电缆的另一个电气特性是</a:t>
            </a:r>
            <a:r>
              <a:rPr lang="zh-CN" altLang="en-US" smtClean="0">
                <a:solidFill>
                  <a:srgbClr val="7030A0"/>
                </a:solidFill>
                <a:latin typeface="楷体_GB2312" pitchFamily="49" charset="-122"/>
              </a:rPr>
              <a:t>特征阻抗</a:t>
            </a:r>
            <a:r>
              <a:rPr lang="zh-CN" altLang="en-US" smtClean="0">
                <a:latin typeface="楷体_GB2312" pitchFamily="49" charset="-122"/>
              </a:rPr>
              <a:t>。</a:t>
            </a:r>
            <a:r>
              <a:rPr lang="en-US" altLang="zh-CN" smtClean="0">
                <a:latin typeface="楷体_GB2312" pitchFamily="49" charset="-122"/>
              </a:rPr>
              <a:t>Ethernet</a:t>
            </a:r>
            <a:r>
              <a:rPr lang="zh-CN" altLang="en-US" smtClean="0">
                <a:latin typeface="楷体_GB2312" pitchFamily="49" charset="-122"/>
              </a:rPr>
              <a:t>通常使用</a:t>
            </a:r>
            <a:r>
              <a:rPr lang="en-US" altLang="zh-CN" smtClean="0">
                <a:latin typeface="楷体_GB2312" pitchFamily="49" charset="-122"/>
              </a:rPr>
              <a:t>50Ω</a:t>
            </a:r>
            <a:r>
              <a:rPr lang="zh-CN" altLang="en-US" smtClean="0">
                <a:latin typeface="楷体_GB2312" pitchFamily="49" charset="-122"/>
              </a:rPr>
              <a:t>；电视天线电缆通常使用</a:t>
            </a:r>
            <a:r>
              <a:rPr lang="en-US" altLang="zh-CN" smtClean="0">
                <a:latin typeface="楷体_GB2312" pitchFamily="49" charset="-122"/>
              </a:rPr>
              <a:t>75Ω</a:t>
            </a:r>
            <a:r>
              <a:rPr lang="zh-CN" altLang="en-US" smtClean="0">
                <a:latin typeface="楷体_GB2312" pitchFamily="49" charset="-122"/>
              </a:rPr>
              <a:t>同轴电缆，可传输数字与模拟信号。</a:t>
            </a:r>
            <a:endParaRPr lang="en-US" altLang="zh-CN" smtClean="0">
              <a:latin typeface="楷体_GB2312" pitchFamily="49" charset="-122"/>
            </a:endParaRPr>
          </a:p>
          <a:p>
            <a:pPr marL="857250" lvl="1" indent="-457200" algn="just">
              <a:buClr>
                <a:schemeClr val="tx1"/>
              </a:buClr>
            </a:pPr>
            <a:endParaRPr lang="zh-CN" altLang="en-US" sz="2400" smtClean="0">
              <a:latin typeface="楷体_GB2312" pitchFamily="49" charset="-122"/>
            </a:endParaRPr>
          </a:p>
        </p:txBody>
      </p:sp>
      <p:sp>
        <p:nvSpPr>
          <p:cNvPr id="4" name="灯片编号占位符 3"/>
          <p:cNvSpPr>
            <a:spLocks noGrp="1"/>
          </p:cNvSpPr>
          <p:nvPr>
            <p:ph type="sldNum" sz="quarter" idx="12"/>
          </p:nvPr>
        </p:nvSpPr>
        <p:spPr/>
        <p:txBody>
          <a:bodyPr/>
          <a:lstStyle/>
          <a:p>
            <a:pPr>
              <a:defRPr/>
            </a:pPr>
            <a:fld id="{E70919F2-D847-4200-9C77-667E910A6F29}" type="slidenum">
              <a:rPr lang="zh-CN" altLang="en-US" smtClean="0"/>
              <a:pPr>
                <a:defRPr/>
              </a:pPr>
              <a:t>42</a:t>
            </a:fld>
            <a:endParaRPr lang="zh-CN" altLang="en-US"/>
          </a:p>
        </p:txBody>
      </p:sp>
    </p:spTree>
  </p:cSld>
  <p:clrMapOvr>
    <a:masterClrMapping/>
  </p:clrMapOvr>
  <p:transition spd="slow">
    <p:push dir="u"/>
  </p:transition>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42" presetClass="entr" presetSubtype="0" fill="hold" nodeType="clickEffect">
                                  <p:stCondLst>
                                    <p:cond delay="0"/>
                                  </p:stCondLst>
                                  <p:childTnLst>
                                    <p:set>
                                      <p:cBhvr>
                                        <p:cTn id="6" dur="1" fill="hold">
                                          <p:stCondLst>
                                            <p:cond delay="0"/>
                                          </p:stCondLst>
                                        </p:cTn>
                                        <p:tgtEl>
                                          <p:spTgt spid="3">
                                            <p:txEl>
                                              <p:pRg st="1" end="1"/>
                                            </p:txEl>
                                          </p:spTgt>
                                        </p:tgtEl>
                                        <p:attrNameLst>
                                          <p:attrName>style.visibility</p:attrName>
                                        </p:attrNameLst>
                                      </p:cBhvr>
                                      <p:to>
                                        <p:strVal val="visible"/>
                                      </p:to>
                                    </p:set>
                                    <p:animEffect transition="in" filter="fade">
                                      <p:cBhvr>
                                        <p:cTn id="7" dur="1000"/>
                                        <p:tgtEl>
                                          <p:spTgt spid="3">
                                            <p:txEl>
                                              <p:pRg st="1" end="1"/>
                                            </p:txEl>
                                          </p:spTgt>
                                        </p:tgtEl>
                                      </p:cBhvr>
                                    </p:animEffect>
                                    <p:anim calcmode="lin" valueType="num">
                                      <p:cBhvr>
                                        <p:cTn id="8" dur="1000" fill="hold"/>
                                        <p:tgtEl>
                                          <p:spTgt spid="3">
                                            <p:txEl>
                                              <p:pRg st="1" end="1"/>
                                            </p:txEl>
                                          </p:spTgt>
                                        </p:tgtEl>
                                        <p:attrNameLst>
                                          <p:attrName>ppt_x</p:attrName>
                                        </p:attrNameLst>
                                      </p:cBhvr>
                                      <p:tavLst>
                                        <p:tav tm="0">
                                          <p:val>
                                            <p:strVal val="#ppt_x"/>
                                          </p:val>
                                        </p:tav>
                                        <p:tav tm="100000">
                                          <p:val>
                                            <p:strVal val="#ppt_x"/>
                                          </p:val>
                                        </p:tav>
                                      </p:tavLst>
                                    </p:anim>
                                    <p:anim calcmode="lin" valueType="num">
                                      <p:cBhvr>
                                        <p:cTn id="9" dur="1000" fill="hold"/>
                                        <p:tgtEl>
                                          <p:spTgt spid="3">
                                            <p:txEl>
                                              <p:pRg st="1" end="1"/>
                                            </p:txEl>
                                          </p:spTgt>
                                        </p:tgtEl>
                                        <p:attrNameLst>
                                          <p:attrName>ppt_y</p:attrName>
                                        </p:attrNameLst>
                                      </p:cBhvr>
                                      <p:tavLst>
                                        <p:tav tm="0">
                                          <p:val>
                                            <p:strVal val="#ppt_y+.1"/>
                                          </p:val>
                                        </p:tav>
                                        <p:tav tm="100000">
                                          <p:val>
                                            <p:strVal val="#ppt_y"/>
                                          </p:val>
                                        </p:tav>
                                      </p:tavLst>
                                    </p:anim>
                                  </p:childTnLst>
                                </p:cTn>
                              </p:par>
                              <p:par>
                                <p:cTn id="10" presetID="42" presetClass="entr" presetSubtype="0" fill="hold" nodeType="withEffect">
                                  <p:stCondLst>
                                    <p:cond delay="0"/>
                                  </p:stCondLst>
                                  <p:childTnLst>
                                    <p:set>
                                      <p:cBhvr>
                                        <p:cTn id="11" dur="1" fill="hold">
                                          <p:stCondLst>
                                            <p:cond delay="0"/>
                                          </p:stCondLst>
                                        </p:cTn>
                                        <p:tgtEl>
                                          <p:spTgt spid="3">
                                            <p:txEl>
                                              <p:pRg st="2" end="2"/>
                                            </p:txEl>
                                          </p:spTgt>
                                        </p:tgtEl>
                                        <p:attrNameLst>
                                          <p:attrName>style.visibility</p:attrName>
                                        </p:attrNameLst>
                                      </p:cBhvr>
                                      <p:to>
                                        <p:strVal val="visible"/>
                                      </p:to>
                                    </p:set>
                                    <p:animEffect transition="in" filter="fade">
                                      <p:cBhvr>
                                        <p:cTn id="12" dur="1000"/>
                                        <p:tgtEl>
                                          <p:spTgt spid="3">
                                            <p:txEl>
                                              <p:pRg st="2" end="2"/>
                                            </p:txEl>
                                          </p:spTgt>
                                        </p:tgtEl>
                                      </p:cBhvr>
                                    </p:animEffect>
                                    <p:anim calcmode="lin" valueType="num">
                                      <p:cBhvr>
                                        <p:cTn id="13" dur="1000" fill="hold"/>
                                        <p:tgtEl>
                                          <p:spTgt spid="3">
                                            <p:txEl>
                                              <p:pRg st="2" end="2"/>
                                            </p:txEl>
                                          </p:spTgt>
                                        </p:tgtEl>
                                        <p:attrNameLst>
                                          <p:attrName>ppt_x</p:attrName>
                                        </p:attrNameLst>
                                      </p:cBhvr>
                                      <p:tavLst>
                                        <p:tav tm="0">
                                          <p:val>
                                            <p:strVal val="#ppt_x"/>
                                          </p:val>
                                        </p:tav>
                                        <p:tav tm="100000">
                                          <p:val>
                                            <p:strVal val="#ppt_x"/>
                                          </p:val>
                                        </p:tav>
                                      </p:tavLst>
                                    </p:anim>
                                    <p:anim calcmode="lin" valueType="num">
                                      <p:cBhvr>
                                        <p:cTn id="14" dur="1000" fill="hold"/>
                                        <p:tgtEl>
                                          <p:spTgt spid="3">
                                            <p:txEl>
                                              <p:pRg st="2" end="2"/>
                                            </p:txEl>
                                          </p:spTgt>
                                        </p:tgtEl>
                                        <p:attrNameLst>
                                          <p:attrName>ppt_y</p:attrName>
                                        </p:attrNameLst>
                                      </p:cBhvr>
                                      <p:tavLst>
                                        <p:tav tm="0">
                                          <p:val>
                                            <p:strVal val="#ppt_y+.1"/>
                                          </p:val>
                                        </p:tav>
                                        <p:tav tm="100000">
                                          <p:val>
                                            <p:strVal val="#ppt_y"/>
                                          </p:val>
                                        </p:tav>
                                      </p:tavLst>
                                    </p:anim>
                                  </p:childTnLst>
                                </p:cTn>
                              </p:par>
                              <p:par>
                                <p:cTn id="15" presetID="42" presetClass="entr" presetSubtype="0" fill="hold" nodeType="withEffect">
                                  <p:stCondLst>
                                    <p:cond delay="0"/>
                                  </p:stCondLst>
                                  <p:childTnLst>
                                    <p:set>
                                      <p:cBhvr>
                                        <p:cTn id="16" dur="1" fill="hold">
                                          <p:stCondLst>
                                            <p:cond delay="0"/>
                                          </p:stCondLst>
                                        </p:cTn>
                                        <p:tgtEl>
                                          <p:spTgt spid="3">
                                            <p:txEl>
                                              <p:pRg st="3" end="3"/>
                                            </p:txEl>
                                          </p:spTgt>
                                        </p:tgtEl>
                                        <p:attrNameLst>
                                          <p:attrName>style.visibility</p:attrName>
                                        </p:attrNameLst>
                                      </p:cBhvr>
                                      <p:to>
                                        <p:strVal val="visible"/>
                                      </p:to>
                                    </p:set>
                                    <p:animEffect transition="in" filter="fade">
                                      <p:cBhvr>
                                        <p:cTn id="17" dur="1000"/>
                                        <p:tgtEl>
                                          <p:spTgt spid="3">
                                            <p:txEl>
                                              <p:pRg st="3" end="3"/>
                                            </p:txEl>
                                          </p:spTgt>
                                        </p:tgtEl>
                                      </p:cBhvr>
                                    </p:animEffect>
                                    <p:anim calcmode="lin" valueType="num">
                                      <p:cBhvr>
                                        <p:cTn id="18" dur="1000" fill="hold"/>
                                        <p:tgtEl>
                                          <p:spTgt spid="3">
                                            <p:txEl>
                                              <p:pRg st="3" end="3"/>
                                            </p:txEl>
                                          </p:spTgt>
                                        </p:tgtEl>
                                        <p:attrNameLst>
                                          <p:attrName>ppt_x</p:attrName>
                                        </p:attrNameLst>
                                      </p:cBhvr>
                                      <p:tavLst>
                                        <p:tav tm="0">
                                          <p:val>
                                            <p:strVal val="#ppt_x"/>
                                          </p:val>
                                        </p:tav>
                                        <p:tav tm="100000">
                                          <p:val>
                                            <p:strVal val="#ppt_x"/>
                                          </p:val>
                                        </p:tav>
                                      </p:tavLst>
                                    </p:anim>
                                    <p:anim calcmode="lin" valueType="num">
                                      <p:cBhvr>
                                        <p:cTn id="19" dur="1000" fill="hold"/>
                                        <p:tgtEl>
                                          <p:spTgt spid="3">
                                            <p:txEl>
                                              <p:pRg st="3" end="3"/>
                                            </p:txEl>
                                          </p:spTgt>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8370" name="标题 1"/>
          <p:cNvSpPr>
            <a:spLocks noGrp="1"/>
          </p:cNvSpPr>
          <p:nvPr>
            <p:ph type="title"/>
          </p:nvPr>
        </p:nvSpPr>
        <p:spPr>
          <a:xfrm>
            <a:off x="107950" y="44450"/>
            <a:ext cx="7343775" cy="792163"/>
          </a:xfrm>
        </p:spPr>
        <p:txBody>
          <a:bodyPr/>
          <a:lstStyle/>
          <a:p>
            <a:r>
              <a:rPr lang="en-US" altLang="zh-CN" smtClean="0"/>
              <a:t>2.8 </a:t>
            </a:r>
            <a:r>
              <a:rPr lang="zh-CN" altLang="en-US" smtClean="0"/>
              <a:t>网络的传输介质</a:t>
            </a:r>
          </a:p>
        </p:txBody>
      </p:sp>
      <p:sp>
        <p:nvSpPr>
          <p:cNvPr id="3" name="内容占位符 2"/>
          <p:cNvSpPr>
            <a:spLocks noGrp="1"/>
          </p:cNvSpPr>
          <p:nvPr>
            <p:ph idx="1"/>
          </p:nvPr>
        </p:nvSpPr>
        <p:spPr>
          <a:xfrm>
            <a:off x="107950" y="981075"/>
            <a:ext cx="8928100" cy="5102225"/>
          </a:xfrm>
        </p:spPr>
        <p:txBody>
          <a:bodyPr/>
          <a:lstStyle/>
          <a:p>
            <a:pPr algn="just"/>
            <a:r>
              <a:rPr lang="zh-CN" altLang="en-US" b="1" dirty="0" smtClean="0">
                <a:solidFill>
                  <a:srgbClr val="FF0000"/>
                </a:solidFill>
              </a:rPr>
              <a:t>同轴电缆</a:t>
            </a:r>
            <a:endParaRPr lang="en-US" altLang="zh-CN" b="1" dirty="0" smtClean="0">
              <a:solidFill>
                <a:srgbClr val="FF0000"/>
              </a:solidFill>
            </a:endParaRPr>
          </a:p>
          <a:p>
            <a:pPr marL="857250" lvl="1" indent="-457200"/>
            <a:r>
              <a:rPr lang="zh-CN" altLang="en-US" dirty="0" smtClean="0">
                <a:solidFill>
                  <a:srgbClr val="C00000"/>
                </a:solidFill>
                <a:latin typeface="楷体_GB2312" pitchFamily="49" charset="-122"/>
              </a:rPr>
              <a:t>连通特性：</a:t>
            </a:r>
            <a:r>
              <a:rPr lang="zh-CN" altLang="en-US" dirty="0" smtClean="0">
                <a:latin typeface="楷体_GB2312" pitchFamily="49" charset="-122"/>
              </a:rPr>
              <a:t>支持点</a:t>
            </a:r>
            <a:r>
              <a:rPr lang="en-US" altLang="zh-CN" dirty="0" smtClean="0">
                <a:latin typeface="楷体_GB2312" pitchFamily="49" charset="-122"/>
              </a:rPr>
              <a:t>-</a:t>
            </a:r>
            <a:r>
              <a:rPr lang="zh-CN" altLang="en-US" dirty="0" smtClean="0">
                <a:latin typeface="楷体_GB2312" pitchFamily="49" charset="-122"/>
              </a:rPr>
              <a:t>点连接，也支持多点连接。宽带同轴电缆可支持数千台设备的连接；基带同轴电缆可支持数百台设备的连接。 </a:t>
            </a:r>
          </a:p>
          <a:p>
            <a:pPr marL="857250" lvl="1" indent="-457200"/>
            <a:r>
              <a:rPr lang="zh-CN" altLang="en-US" dirty="0" smtClean="0">
                <a:solidFill>
                  <a:srgbClr val="C00000"/>
                </a:solidFill>
                <a:latin typeface="楷体_GB2312" pitchFamily="49" charset="-122"/>
              </a:rPr>
              <a:t>抗干扰性：</a:t>
            </a:r>
            <a:r>
              <a:rPr lang="zh-CN" altLang="en-US" dirty="0" smtClean="0">
                <a:latin typeface="楷体_GB2312" pitchFamily="49" charset="-122"/>
              </a:rPr>
              <a:t>抗干扰能力较强。</a:t>
            </a:r>
            <a:endParaRPr lang="en-US" altLang="zh-CN" dirty="0" smtClean="0">
              <a:latin typeface="楷体_GB2312" pitchFamily="49" charset="-122"/>
            </a:endParaRPr>
          </a:p>
          <a:p>
            <a:pPr marL="857250" lvl="1" indent="-457200">
              <a:lnSpc>
                <a:spcPct val="125000"/>
              </a:lnSpc>
            </a:pPr>
            <a:r>
              <a:rPr lang="zh-CN" altLang="en-US" dirty="0" smtClean="0">
                <a:solidFill>
                  <a:srgbClr val="C00000"/>
                </a:solidFill>
                <a:latin typeface="楷体_GB2312" pitchFamily="49" charset="-122"/>
              </a:rPr>
              <a:t>地理范围：</a:t>
            </a:r>
            <a:r>
              <a:rPr lang="zh-CN" altLang="en-US" dirty="0" smtClean="0">
                <a:latin typeface="楷体_GB2312" pitchFamily="49" charset="-122"/>
              </a:rPr>
              <a:t>基带同轴电缆最大距离限制在几公里范围内，而宽带同轴电缆最大距离可达几十公里。 </a:t>
            </a:r>
          </a:p>
          <a:p>
            <a:pPr marL="857250" lvl="1" indent="-457200">
              <a:lnSpc>
                <a:spcPct val="125000"/>
              </a:lnSpc>
            </a:pPr>
            <a:r>
              <a:rPr lang="zh-CN" altLang="en-US" dirty="0" smtClean="0">
                <a:solidFill>
                  <a:srgbClr val="C00000"/>
                </a:solidFill>
                <a:latin typeface="楷体_GB2312" pitchFamily="49" charset="-122"/>
              </a:rPr>
              <a:t>价格：</a:t>
            </a:r>
            <a:r>
              <a:rPr lang="zh-CN" altLang="en-US" dirty="0" smtClean="0">
                <a:latin typeface="楷体_GB2312" pitchFamily="49" charset="-122"/>
              </a:rPr>
              <a:t>介于双绞线与光缆之间，维护方便。</a:t>
            </a:r>
          </a:p>
          <a:p>
            <a:pPr marL="857250" lvl="1" indent="-457200" algn="just">
              <a:buClr>
                <a:schemeClr val="tx1"/>
              </a:buClr>
            </a:pPr>
            <a:endParaRPr lang="zh-CN" altLang="en-US" sz="2400" dirty="0" smtClean="0">
              <a:latin typeface="楷体_GB2312" pitchFamily="49" charset="-122"/>
            </a:endParaRPr>
          </a:p>
        </p:txBody>
      </p:sp>
      <p:sp>
        <p:nvSpPr>
          <p:cNvPr id="4" name="灯片编号占位符 3"/>
          <p:cNvSpPr>
            <a:spLocks noGrp="1"/>
          </p:cNvSpPr>
          <p:nvPr>
            <p:ph type="sldNum" sz="quarter" idx="12"/>
          </p:nvPr>
        </p:nvSpPr>
        <p:spPr/>
        <p:txBody>
          <a:bodyPr/>
          <a:lstStyle/>
          <a:p>
            <a:pPr>
              <a:defRPr/>
            </a:pPr>
            <a:fld id="{BFCF595D-4147-4BCD-B239-70D5C2554DCF}" type="slidenum">
              <a:rPr lang="zh-CN" altLang="en-US" smtClean="0"/>
              <a:pPr>
                <a:defRPr/>
              </a:pPr>
              <a:t>43</a:t>
            </a:fld>
            <a:endParaRPr lang="zh-CN" altLang="en-US"/>
          </a:p>
        </p:txBody>
      </p:sp>
    </p:spTree>
  </p:cSld>
  <p:clrMapOvr>
    <a:masterClrMapping/>
  </p:clrMapOvr>
  <p:transition spd="slow">
    <p:push dir="u"/>
  </p:transition>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42" presetClass="entr" presetSubtype="0" fill="hold" nodeType="clickEffect">
                                  <p:stCondLst>
                                    <p:cond delay="0"/>
                                  </p:stCondLst>
                                  <p:childTnLst>
                                    <p:set>
                                      <p:cBhvr>
                                        <p:cTn id="6" dur="1" fill="hold">
                                          <p:stCondLst>
                                            <p:cond delay="0"/>
                                          </p:stCondLst>
                                        </p:cTn>
                                        <p:tgtEl>
                                          <p:spTgt spid="3">
                                            <p:txEl>
                                              <p:pRg st="1" end="1"/>
                                            </p:txEl>
                                          </p:spTgt>
                                        </p:tgtEl>
                                        <p:attrNameLst>
                                          <p:attrName>style.visibility</p:attrName>
                                        </p:attrNameLst>
                                      </p:cBhvr>
                                      <p:to>
                                        <p:strVal val="visible"/>
                                      </p:to>
                                    </p:set>
                                    <p:animEffect transition="in" filter="fade">
                                      <p:cBhvr>
                                        <p:cTn id="7" dur="1000"/>
                                        <p:tgtEl>
                                          <p:spTgt spid="3">
                                            <p:txEl>
                                              <p:pRg st="1" end="1"/>
                                            </p:txEl>
                                          </p:spTgt>
                                        </p:tgtEl>
                                      </p:cBhvr>
                                    </p:animEffect>
                                    <p:anim calcmode="lin" valueType="num">
                                      <p:cBhvr>
                                        <p:cTn id="8" dur="1000" fill="hold"/>
                                        <p:tgtEl>
                                          <p:spTgt spid="3">
                                            <p:txEl>
                                              <p:pRg st="1" end="1"/>
                                            </p:txEl>
                                          </p:spTgt>
                                        </p:tgtEl>
                                        <p:attrNameLst>
                                          <p:attrName>ppt_x</p:attrName>
                                        </p:attrNameLst>
                                      </p:cBhvr>
                                      <p:tavLst>
                                        <p:tav tm="0">
                                          <p:val>
                                            <p:strVal val="#ppt_x"/>
                                          </p:val>
                                        </p:tav>
                                        <p:tav tm="100000">
                                          <p:val>
                                            <p:strVal val="#ppt_x"/>
                                          </p:val>
                                        </p:tav>
                                      </p:tavLst>
                                    </p:anim>
                                    <p:anim calcmode="lin" valueType="num">
                                      <p:cBhvr>
                                        <p:cTn id="9" dur="1000" fill="hold"/>
                                        <p:tgtEl>
                                          <p:spTgt spid="3">
                                            <p:txEl>
                                              <p:pRg st="1" end="1"/>
                                            </p:txEl>
                                          </p:spTgt>
                                        </p:tgtEl>
                                        <p:attrNameLst>
                                          <p:attrName>ppt_y</p:attrName>
                                        </p:attrNameLst>
                                      </p:cBhvr>
                                      <p:tavLst>
                                        <p:tav tm="0">
                                          <p:val>
                                            <p:strVal val="#ppt_y+.1"/>
                                          </p:val>
                                        </p:tav>
                                        <p:tav tm="100000">
                                          <p:val>
                                            <p:strVal val="#ppt_y"/>
                                          </p:val>
                                        </p:tav>
                                      </p:tavLst>
                                    </p:anim>
                                  </p:childTnLst>
                                </p:cTn>
                              </p:par>
                              <p:par>
                                <p:cTn id="10" presetID="42" presetClass="entr" presetSubtype="0" fill="hold" nodeType="withEffect">
                                  <p:stCondLst>
                                    <p:cond delay="0"/>
                                  </p:stCondLst>
                                  <p:childTnLst>
                                    <p:set>
                                      <p:cBhvr>
                                        <p:cTn id="11" dur="1" fill="hold">
                                          <p:stCondLst>
                                            <p:cond delay="0"/>
                                          </p:stCondLst>
                                        </p:cTn>
                                        <p:tgtEl>
                                          <p:spTgt spid="3">
                                            <p:txEl>
                                              <p:pRg st="2" end="2"/>
                                            </p:txEl>
                                          </p:spTgt>
                                        </p:tgtEl>
                                        <p:attrNameLst>
                                          <p:attrName>style.visibility</p:attrName>
                                        </p:attrNameLst>
                                      </p:cBhvr>
                                      <p:to>
                                        <p:strVal val="visible"/>
                                      </p:to>
                                    </p:set>
                                    <p:animEffect transition="in" filter="fade">
                                      <p:cBhvr>
                                        <p:cTn id="12" dur="1000"/>
                                        <p:tgtEl>
                                          <p:spTgt spid="3">
                                            <p:txEl>
                                              <p:pRg st="2" end="2"/>
                                            </p:txEl>
                                          </p:spTgt>
                                        </p:tgtEl>
                                      </p:cBhvr>
                                    </p:animEffect>
                                    <p:anim calcmode="lin" valueType="num">
                                      <p:cBhvr>
                                        <p:cTn id="13" dur="1000" fill="hold"/>
                                        <p:tgtEl>
                                          <p:spTgt spid="3">
                                            <p:txEl>
                                              <p:pRg st="2" end="2"/>
                                            </p:txEl>
                                          </p:spTgt>
                                        </p:tgtEl>
                                        <p:attrNameLst>
                                          <p:attrName>ppt_x</p:attrName>
                                        </p:attrNameLst>
                                      </p:cBhvr>
                                      <p:tavLst>
                                        <p:tav tm="0">
                                          <p:val>
                                            <p:strVal val="#ppt_x"/>
                                          </p:val>
                                        </p:tav>
                                        <p:tav tm="100000">
                                          <p:val>
                                            <p:strVal val="#ppt_x"/>
                                          </p:val>
                                        </p:tav>
                                      </p:tavLst>
                                    </p:anim>
                                    <p:anim calcmode="lin" valueType="num">
                                      <p:cBhvr>
                                        <p:cTn id="14" dur="1000" fill="hold"/>
                                        <p:tgtEl>
                                          <p:spTgt spid="3">
                                            <p:txEl>
                                              <p:pRg st="2" end="2"/>
                                            </p:txEl>
                                          </p:spTgt>
                                        </p:tgtEl>
                                        <p:attrNameLst>
                                          <p:attrName>ppt_y</p:attrName>
                                        </p:attrNameLst>
                                      </p:cBhvr>
                                      <p:tavLst>
                                        <p:tav tm="0">
                                          <p:val>
                                            <p:strVal val="#ppt_y+.1"/>
                                          </p:val>
                                        </p:tav>
                                        <p:tav tm="100000">
                                          <p:val>
                                            <p:strVal val="#ppt_y"/>
                                          </p:val>
                                        </p:tav>
                                      </p:tavLst>
                                    </p:anim>
                                  </p:childTnLst>
                                </p:cTn>
                              </p:par>
                              <p:par>
                                <p:cTn id="15" presetID="42" presetClass="entr" presetSubtype="0" fill="hold" nodeType="withEffect">
                                  <p:stCondLst>
                                    <p:cond delay="0"/>
                                  </p:stCondLst>
                                  <p:childTnLst>
                                    <p:set>
                                      <p:cBhvr>
                                        <p:cTn id="16" dur="1" fill="hold">
                                          <p:stCondLst>
                                            <p:cond delay="0"/>
                                          </p:stCondLst>
                                        </p:cTn>
                                        <p:tgtEl>
                                          <p:spTgt spid="3">
                                            <p:txEl>
                                              <p:pRg st="3" end="3"/>
                                            </p:txEl>
                                          </p:spTgt>
                                        </p:tgtEl>
                                        <p:attrNameLst>
                                          <p:attrName>style.visibility</p:attrName>
                                        </p:attrNameLst>
                                      </p:cBhvr>
                                      <p:to>
                                        <p:strVal val="visible"/>
                                      </p:to>
                                    </p:set>
                                    <p:animEffect transition="in" filter="fade">
                                      <p:cBhvr>
                                        <p:cTn id="17" dur="1000"/>
                                        <p:tgtEl>
                                          <p:spTgt spid="3">
                                            <p:txEl>
                                              <p:pRg st="3" end="3"/>
                                            </p:txEl>
                                          </p:spTgt>
                                        </p:tgtEl>
                                      </p:cBhvr>
                                    </p:animEffect>
                                    <p:anim calcmode="lin" valueType="num">
                                      <p:cBhvr>
                                        <p:cTn id="18" dur="1000" fill="hold"/>
                                        <p:tgtEl>
                                          <p:spTgt spid="3">
                                            <p:txEl>
                                              <p:pRg st="3" end="3"/>
                                            </p:txEl>
                                          </p:spTgt>
                                        </p:tgtEl>
                                        <p:attrNameLst>
                                          <p:attrName>ppt_x</p:attrName>
                                        </p:attrNameLst>
                                      </p:cBhvr>
                                      <p:tavLst>
                                        <p:tav tm="0">
                                          <p:val>
                                            <p:strVal val="#ppt_x"/>
                                          </p:val>
                                        </p:tav>
                                        <p:tav tm="100000">
                                          <p:val>
                                            <p:strVal val="#ppt_x"/>
                                          </p:val>
                                        </p:tav>
                                      </p:tavLst>
                                    </p:anim>
                                    <p:anim calcmode="lin" valueType="num">
                                      <p:cBhvr>
                                        <p:cTn id="19" dur="1000" fill="hold"/>
                                        <p:tgtEl>
                                          <p:spTgt spid="3">
                                            <p:txEl>
                                              <p:pRg st="3" end="3"/>
                                            </p:txEl>
                                          </p:spTgt>
                                        </p:tgtEl>
                                        <p:attrNameLst>
                                          <p:attrName>ppt_y</p:attrName>
                                        </p:attrNameLst>
                                      </p:cBhvr>
                                      <p:tavLst>
                                        <p:tav tm="0">
                                          <p:val>
                                            <p:strVal val="#ppt_y+.1"/>
                                          </p:val>
                                        </p:tav>
                                        <p:tav tm="100000">
                                          <p:val>
                                            <p:strVal val="#ppt_y"/>
                                          </p:val>
                                        </p:tav>
                                      </p:tavLst>
                                    </p:anim>
                                  </p:childTnLst>
                                </p:cTn>
                              </p:par>
                              <p:par>
                                <p:cTn id="20" presetID="42" presetClass="entr" presetSubtype="0" fill="hold" nodeType="withEffect">
                                  <p:stCondLst>
                                    <p:cond delay="0"/>
                                  </p:stCondLst>
                                  <p:childTnLst>
                                    <p:set>
                                      <p:cBhvr>
                                        <p:cTn id="21" dur="1" fill="hold">
                                          <p:stCondLst>
                                            <p:cond delay="0"/>
                                          </p:stCondLst>
                                        </p:cTn>
                                        <p:tgtEl>
                                          <p:spTgt spid="3">
                                            <p:txEl>
                                              <p:pRg st="4" end="4"/>
                                            </p:txEl>
                                          </p:spTgt>
                                        </p:tgtEl>
                                        <p:attrNameLst>
                                          <p:attrName>style.visibility</p:attrName>
                                        </p:attrNameLst>
                                      </p:cBhvr>
                                      <p:to>
                                        <p:strVal val="visible"/>
                                      </p:to>
                                    </p:set>
                                    <p:animEffect transition="in" filter="fade">
                                      <p:cBhvr>
                                        <p:cTn id="22" dur="1000"/>
                                        <p:tgtEl>
                                          <p:spTgt spid="3">
                                            <p:txEl>
                                              <p:pRg st="4" end="4"/>
                                            </p:txEl>
                                          </p:spTgt>
                                        </p:tgtEl>
                                      </p:cBhvr>
                                    </p:animEffect>
                                    <p:anim calcmode="lin" valueType="num">
                                      <p:cBhvr>
                                        <p:cTn id="23" dur="1000" fill="hold"/>
                                        <p:tgtEl>
                                          <p:spTgt spid="3">
                                            <p:txEl>
                                              <p:pRg st="4" end="4"/>
                                            </p:txEl>
                                          </p:spTgt>
                                        </p:tgtEl>
                                        <p:attrNameLst>
                                          <p:attrName>ppt_x</p:attrName>
                                        </p:attrNameLst>
                                      </p:cBhvr>
                                      <p:tavLst>
                                        <p:tav tm="0">
                                          <p:val>
                                            <p:strVal val="#ppt_x"/>
                                          </p:val>
                                        </p:tav>
                                        <p:tav tm="100000">
                                          <p:val>
                                            <p:strVal val="#ppt_x"/>
                                          </p:val>
                                        </p:tav>
                                      </p:tavLst>
                                    </p:anim>
                                    <p:anim calcmode="lin" valueType="num">
                                      <p:cBhvr>
                                        <p:cTn id="24" dur="1000" fill="hold"/>
                                        <p:tgtEl>
                                          <p:spTgt spid="3">
                                            <p:txEl>
                                              <p:pRg st="4" end="4"/>
                                            </p:txEl>
                                          </p:spTgt>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9394" name="标题 1"/>
          <p:cNvSpPr>
            <a:spLocks noGrp="1"/>
          </p:cNvSpPr>
          <p:nvPr>
            <p:ph type="title"/>
          </p:nvPr>
        </p:nvSpPr>
        <p:spPr>
          <a:xfrm>
            <a:off x="107950" y="44450"/>
            <a:ext cx="7343775" cy="792163"/>
          </a:xfrm>
        </p:spPr>
        <p:txBody>
          <a:bodyPr/>
          <a:lstStyle/>
          <a:p>
            <a:r>
              <a:rPr lang="en-US" altLang="zh-CN" smtClean="0"/>
              <a:t>2.8 </a:t>
            </a:r>
            <a:r>
              <a:rPr lang="zh-CN" altLang="en-US" smtClean="0"/>
              <a:t>网络的传输介质</a:t>
            </a:r>
          </a:p>
        </p:txBody>
      </p:sp>
      <p:sp>
        <p:nvSpPr>
          <p:cNvPr id="3" name="内容占位符 2"/>
          <p:cNvSpPr>
            <a:spLocks noGrp="1"/>
          </p:cNvSpPr>
          <p:nvPr>
            <p:ph idx="1"/>
          </p:nvPr>
        </p:nvSpPr>
        <p:spPr>
          <a:xfrm>
            <a:off x="107950" y="981075"/>
            <a:ext cx="8928100" cy="5102225"/>
          </a:xfrm>
        </p:spPr>
        <p:txBody>
          <a:bodyPr/>
          <a:lstStyle/>
          <a:p>
            <a:pPr>
              <a:defRPr/>
            </a:pPr>
            <a:r>
              <a:rPr lang="zh-CN" altLang="en-US" b="1" dirty="0" smtClean="0">
                <a:solidFill>
                  <a:srgbClr val="FF0000"/>
                </a:solidFill>
              </a:rPr>
              <a:t>光纤</a:t>
            </a:r>
            <a:endParaRPr lang="en-US" altLang="zh-CN" b="1" dirty="0" smtClean="0">
              <a:solidFill>
                <a:srgbClr val="FF0000"/>
              </a:solidFill>
            </a:endParaRPr>
          </a:p>
          <a:p>
            <a:pPr marL="0" indent="0">
              <a:buFont typeface="Wingdings" pitchFamily="2" charset="2"/>
              <a:buNone/>
              <a:defRPr/>
            </a:pPr>
            <a:r>
              <a:rPr lang="zh-CN" altLang="en-US" dirty="0" smtClean="0">
                <a:latin typeface="楷体_GB2312" pitchFamily="49" charset="-122"/>
              </a:rPr>
              <a:t>    光纤</a:t>
            </a:r>
            <a:r>
              <a:rPr lang="zh-CN" altLang="en-US" dirty="0">
                <a:latin typeface="楷体_GB2312" pitchFamily="49" charset="-122"/>
              </a:rPr>
              <a:t>是网络传输介质中性能最好、应用前途广泛的一种。 </a:t>
            </a:r>
          </a:p>
          <a:p>
            <a:pPr marL="0" indent="0">
              <a:buFont typeface="Wingdings" pitchFamily="2" charset="2"/>
              <a:buNone/>
              <a:defRPr/>
            </a:pPr>
            <a:endParaRPr lang="zh-CN" altLang="en-US" dirty="0"/>
          </a:p>
        </p:txBody>
      </p:sp>
      <p:sp>
        <p:nvSpPr>
          <p:cNvPr id="4" name="灯片编号占位符 3"/>
          <p:cNvSpPr>
            <a:spLocks noGrp="1"/>
          </p:cNvSpPr>
          <p:nvPr>
            <p:ph type="sldNum" sz="quarter" idx="12"/>
          </p:nvPr>
        </p:nvSpPr>
        <p:spPr/>
        <p:txBody>
          <a:bodyPr/>
          <a:lstStyle/>
          <a:p>
            <a:pPr>
              <a:defRPr/>
            </a:pPr>
            <a:fld id="{44E3986D-48F0-4638-ABFE-0403537296E0}" type="slidenum">
              <a:rPr lang="zh-CN" altLang="en-US" smtClean="0"/>
              <a:pPr>
                <a:defRPr/>
              </a:pPr>
              <a:t>44</a:t>
            </a:fld>
            <a:endParaRPr lang="zh-CN" altLang="en-US"/>
          </a:p>
        </p:txBody>
      </p:sp>
      <p:pic>
        <p:nvPicPr>
          <p:cNvPr id="5" name="Picture 3"/>
          <p:cNvPicPr>
            <a:picLocks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590872" y="2781300"/>
            <a:ext cx="8229600" cy="31654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Tree>
  </p:cSld>
  <p:clrMapOvr>
    <a:masterClrMapping/>
  </p:clrMapOvr>
  <p:transition spd="slow">
    <p:push dir="u"/>
  </p:transition>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2" presetClass="entr" presetSubtype="4" fill="hold" nodeType="clickEffect">
                                  <p:stCondLst>
                                    <p:cond delay="0"/>
                                  </p:stCondLst>
                                  <p:childTnLst>
                                    <p:set>
                                      <p:cBhvr>
                                        <p:cTn id="6" dur="1" fill="hold">
                                          <p:stCondLst>
                                            <p:cond delay="0"/>
                                          </p:stCondLst>
                                        </p:cTn>
                                        <p:tgtEl>
                                          <p:spTgt spid="5"/>
                                        </p:tgtEl>
                                        <p:attrNameLst>
                                          <p:attrName>style.visibility</p:attrName>
                                        </p:attrNameLst>
                                      </p:cBhvr>
                                      <p:to>
                                        <p:strVal val="visible"/>
                                      </p:to>
                                    </p:set>
                                    <p:anim calcmode="lin" valueType="num">
                                      <p:cBhvr additive="base">
                                        <p:cTn id="7" dur="500" fill="hold"/>
                                        <p:tgtEl>
                                          <p:spTgt spid="5"/>
                                        </p:tgtEl>
                                        <p:attrNameLst>
                                          <p:attrName>ppt_x</p:attrName>
                                        </p:attrNameLst>
                                      </p:cBhvr>
                                      <p:tavLst>
                                        <p:tav tm="0">
                                          <p:val>
                                            <p:strVal val="#ppt_x"/>
                                          </p:val>
                                        </p:tav>
                                        <p:tav tm="100000">
                                          <p:val>
                                            <p:strVal val="#ppt_x"/>
                                          </p:val>
                                        </p:tav>
                                      </p:tavLst>
                                    </p:anim>
                                    <p:anim calcmode="lin" valueType="num">
                                      <p:cBhvr additive="base">
                                        <p:cTn id="8" dur="500" fill="hold"/>
                                        <p:tgtEl>
                                          <p:spTgt spid="5"/>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0418" name="标题 1"/>
          <p:cNvSpPr>
            <a:spLocks noGrp="1"/>
          </p:cNvSpPr>
          <p:nvPr>
            <p:ph type="title"/>
          </p:nvPr>
        </p:nvSpPr>
        <p:spPr>
          <a:xfrm>
            <a:off x="107950" y="44450"/>
            <a:ext cx="7343775" cy="792163"/>
          </a:xfrm>
        </p:spPr>
        <p:txBody>
          <a:bodyPr/>
          <a:lstStyle/>
          <a:p>
            <a:r>
              <a:rPr lang="en-US" altLang="zh-CN" smtClean="0"/>
              <a:t>2.8 </a:t>
            </a:r>
            <a:r>
              <a:rPr lang="zh-CN" altLang="en-US" smtClean="0"/>
              <a:t>网络的传输介质</a:t>
            </a:r>
          </a:p>
        </p:txBody>
      </p:sp>
      <p:sp>
        <p:nvSpPr>
          <p:cNvPr id="3" name="内容占位符 2"/>
          <p:cNvSpPr>
            <a:spLocks noGrp="1"/>
          </p:cNvSpPr>
          <p:nvPr>
            <p:ph idx="1"/>
          </p:nvPr>
        </p:nvSpPr>
        <p:spPr>
          <a:xfrm>
            <a:off x="107950" y="981075"/>
            <a:ext cx="8928100" cy="5102225"/>
          </a:xfrm>
        </p:spPr>
        <p:txBody>
          <a:bodyPr/>
          <a:lstStyle/>
          <a:p>
            <a:r>
              <a:rPr lang="zh-CN" altLang="en-US" b="1" smtClean="0">
                <a:solidFill>
                  <a:srgbClr val="FF0000"/>
                </a:solidFill>
              </a:rPr>
              <a:t>光纤</a:t>
            </a:r>
            <a:endParaRPr lang="en-US" altLang="zh-CN" b="1" smtClean="0">
              <a:solidFill>
                <a:srgbClr val="FF0000"/>
              </a:solidFill>
            </a:endParaRPr>
          </a:p>
          <a:p>
            <a:pPr marL="857250" lvl="1" indent="-457200"/>
            <a:r>
              <a:rPr lang="zh-CN" altLang="en-US" sz="2400" smtClean="0">
                <a:solidFill>
                  <a:srgbClr val="C00000"/>
                </a:solidFill>
                <a:latin typeface="楷体_GB2312" pitchFamily="49" charset="-122"/>
              </a:rPr>
              <a:t>物理特性：</a:t>
            </a:r>
            <a:r>
              <a:rPr lang="zh-CN" altLang="en-US" sz="2400" smtClean="0">
                <a:latin typeface="楷体_GB2312" pitchFamily="49" charset="-122"/>
              </a:rPr>
              <a:t>光纤是一种直径为</a:t>
            </a:r>
            <a:r>
              <a:rPr lang="en-US" altLang="zh-CN" sz="2400" smtClean="0">
                <a:latin typeface="楷体_GB2312" pitchFamily="49" charset="-122"/>
              </a:rPr>
              <a:t>50</a:t>
            </a:r>
            <a:r>
              <a:rPr lang="zh-CN" altLang="en-US" sz="2400" smtClean="0">
                <a:latin typeface="楷体_GB2312" pitchFamily="49" charset="-122"/>
              </a:rPr>
              <a:t>～</a:t>
            </a:r>
            <a:r>
              <a:rPr lang="en-US" altLang="zh-CN" sz="2400" smtClean="0">
                <a:latin typeface="楷体_GB2312" pitchFamily="49" charset="-122"/>
              </a:rPr>
              <a:t>100</a:t>
            </a:r>
            <a:r>
              <a:rPr lang="el-GR" altLang="zh-CN" sz="2400" smtClean="0">
                <a:latin typeface="楷体_GB2312" pitchFamily="49" charset="-122"/>
              </a:rPr>
              <a:t>μ</a:t>
            </a:r>
            <a:r>
              <a:rPr lang="en-US" altLang="zh-CN" sz="2400" smtClean="0">
                <a:latin typeface="楷体_GB2312" pitchFamily="49" charset="-122"/>
              </a:rPr>
              <a:t>m</a:t>
            </a:r>
            <a:r>
              <a:rPr lang="zh-CN" altLang="en-US" sz="2400" smtClean="0">
                <a:latin typeface="楷体_GB2312" pitchFamily="49" charset="-122"/>
              </a:rPr>
              <a:t>的柔软、能传导光波的介质，各种玻璃和塑料可以用来制造光纤，其中用超高纯度石英玻璃纤维制作的光纤可以得到最低的传输损耗。在折射率较高的单根光纤外面用折射率较低的包层包裹起来，就可以构成一条光纤通道，多条光纤组成一束就构成光纤电缆。 </a:t>
            </a:r>
          </a:p>
          <a:p>
            <a:pPr marL="857250" lvl="1" indent="-457200"/>
            <a:r>
              <a:rPr lang="zh-CN" altLang="en-US" sz="2400" smtClean="0">
                <a:solidFill>
                  <a:srgbClr val="C00000"/>
                </a:solidFill>
                <a:latin typeface="楷体_GB2312" pitchFamily="49" charset="-122"/>
              </a:rPr>
              <a:t>传输特性：</a:t>
            </a:r>
            <a:r>
              <a:rPr lang="zh-CN" altLang="en-US" sz="2400" smtClean="0">
                <a:latin typeface="楷体_GB2312" pitchFamily="49" charset="-122"/>
              </a:rPr>
              <a:t>光导纤维通过内部的全反射来传输一束经过编码的光信号。光纤传输速率可达几千</a:t>
            </a:r>
            <a:r>
              <a:rPr lang="en-US" altLang="zh-CN" sz="2400" smtClean="0">
                <a:latin typeface="楷体_GB2312" pitchFamily="49" charset="-122"/>
              </a:rPr>
              <a:t>Mb/s</a:t>
            </a:r>
            <a:r>
              <a:rPr lang="zh-CN" altLang="en-US" sz="2400" smtClean="0">
                <a:latin typeface="楷体_GB2312" pitchFamily="49" charset="-122"/>
              </a:rPr>
              <a:t>。单模光纤是指光纤的光信号仅与光纤轴成单个可分辨角度的单光纤传输，而多模光纤的光信号与光纤轴成多个可分辨角度的多光线传输。</a:t>
            </a:r>
            <a:r>
              <a:rPr lang="zh-CN" altLang="en-US" sz="2400" b="1" smtClean="0">
                <a:latin typeface="楷体_GB2312" pitchFamily="49" charset="-122"/>
              </a:rPr>
              <a:t>单模光纤性能优于多模光纤。</a:t>
            </a:r>
            <a:r>
              <a:rPr lang="zh-CN" altLang="en-US" sz="2400" smtClean="0">
                <a:latin typeface="楷体_GB2312" pitchFamily="49" charset="-122"/>
              </a:rPr>
              <a:t> </a:t>
            </a:r>
          </a:p>
          <a:p>
            <a:pPr marL="857250" lvl="1" indent="-457200"/>
            <a:endParaRPr lang="zh-CN" altLang="en-US" smtClean="0"/>
          </a:p>
        </p:txBody>
      </p:sp>
      <p:sp>
        <p:nvSpPr>
          <p:cNvPr id="4" name="灯片编号占位符 3"/>
          <p:cNvSpPr>
            <a:spLocks noGrp="1"/>
          </p:cNvSpPr>
          <p:nvPr>
            <p:ph type="sldNum" sz="quarter" idx="12"/>
          </p:nvPr>
        </p:nvSpPr>
        <p:spPr/>
        <p:txBody>
          <a:bodyPr/>
          <a:lstStyle/>
          <a:p>
            <a:pPr>
              <a:defRPr/>
            </a:pPr>
            <a:fld id="{2114688A-DFAC-4969-A8C7-B71B46CC572A}" type="slidenum">
              <a:rPr lang="zh-CN" altLang="en-US" smtClean="0"/>
              <a:pPr>
                <a:defRPr/>
              </a:pPr>
              <a:t>45</a:t>
            </a:fld>
            <a:endParaRPr lang="zh-CN" altLang="en-US"/>
          </a:p>
        </p:txBody>
      </p:sp>
    </p:spTree>
  </p:cSld>
  <p:clrMapOvr>
    <a:masterClrMapping/>
  </p:clrMapOvr>
  <p:transition spd="slow">
    <p:push dir="u"/>
  </p:transition>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42" presetClass="entr" presetSubtype="0" fill="hold" nodeType="clickEffect">
                                  <p:stCondLst>
                                    <p:cond delay="0"/>
                                  </p:stCondLst>
                                  <p:childTnLst>
                                    <p:set>
                                      <p:cBhvr>
                                        <p:cTn id="6" dur="1" fill="hold">
                                          <p:stCondLst>
                                            <p:cond delay="0"/>
                                          </p:stCondLst>
                                        </p:cTn>
                                        <p:tgtEl>
                                          <p:spTgt spid="3">
                                            <p:txEl>
                                              <p:pRg st="1" end="1"/>
                                            </p:txEl>
                                          </p:spTgt>
                                        </p:tgtEl>
                                        <p:attrNameLst>
                                          <p:attrName>style.visibility</p:attrName>
                                        </p:attrNameLst>
                                      </p:cBhvr>
                                      <p:to>
                                        <p:strVal val="visible"/>
                                      </p:to>
                                    </p:set>
                                    <p:animEffect transition="in" filter="fade">
                                      <p:cBhvr>
                                        <p:cTn id="7" dur="1000"/>
                                        <p:tgtEl>
                                          <p:spTgt spid="3">
                                            <p:txEl>
                                              <p:pRg st="1" end="1"/>
                                            </p:txEl>
                                          </p:spTgt>
                                        </p:tgtEl>
                                      </p:cBhvr>
                                    </p:animEffect>
                                    <p:anim calcmode="lin" valueType="num">
                                      <p:cBhvr>
                                        <p:cTn id="8" dur="1000" fill="hold"/>
                                        <p:tgtEl>
                                          <p:spTgt spid="3">
                                            <p:txEl>
                                              <p:pRg st="1" end="1"/>
                                            </p:txEl>
                                          </p:spTgt>
                                        </p:tgtEl>
                                        <p:attrNameLst>
                                          <p:attrName>ppt_x</p:attrName>
                                        </p:attrNameLst>
                                      </p:cBhvr>
                                      <p:tavLst>
                                        <p:tav tm="0">
                                          <p:val>
                                            <p:strVal val="#ppt_x"/>
                                          </p:val>
                                        </p:tav>
                                        <p:tav tm="100000">
                                          <p:val>
                                            <p:strVal val="#ppt_x"/>
                                          </p:val>
                                        </p:tav>
                                      </p:tavLst>
                                    </p:anim>
                                    <p:anim calcmode="lin" valueType="num">
                                      <p:cBhvr>
                                        <p:cTn id="9" dur="1000" fill="hold"/>
                                        <p:tgtEl>
                                          <p:spTgt spid="3">
                                            <p:txEl>
                                              <p:pRg st="1" end="1"/>
                                            </p:txEl>
                                          </p:spTgt>
                                        </p:tgtEl>
                                        <p:attrNameLst>
                                          <p:attrName>ppt_y</p:attrName>
                                        </p:attrNameLst>
                                      </p:cBhvr>
                                      <p:tavLst>
                                        <p:tav tm="0">
                                          <p:val>
                                            <p:strVal val="#ppt_y+.1"/>
                                          </p:val>
                                        </p:tav>
                                        <p:tav tm="100000">
                                          <p:val>
                                            <p:strVal val="#ppt_y"/>
                                          </p:val>
                                        </p:tav>
                                      </p:tavLst>
                                    </p:anim>
                                  </p:childTnLst>
                                </p:cTn>
                              </p:par>
                              <p:par>
                                <p:cTn id="10" presetID="42" presetClass="entr" presetSubtype="0" fill="hold" nodeType="withEffect">
                                  <p:stCondLst>
                                    <p:cond delay="0"/>
                                  </p:stCondLst>
                                  <p:childTnLst>
                                    <p:set>
                                      <p:cBhvr>
                                        <p:cTn id="11" dur="1" fill="hold">
                                          <p:stCondLst>
                                            <p:cond delay="0"/>
                                          </p:stCondLst>
                                        </p:cTn>
                                        <p:tgtEl>
                                          <p:spTgt spid="3">
                                            <p:txEl>
                                              <p:pRg st="2" end="2"/>
                                            </p:txEl>
                                          </p:spTgt>
                                        </p:tgtEl>
                                        <p:attrNameLst>
                                          <p:attrName>style.visibility</p:attrName>
                                        </p:attrNameLst>
                                      </p:cBhvr>
                                      <p:to>
                                        <p:strVal val="visible"/>
                                      </p:to>
                                    </p:set>
                                    <p:animEffect transition="in" filter="fade">
                                      <p:cBhvr>
                                        <p:cTn id="12" dur="1000"/>
                                        <p:tgtEl>
                                          <p:spTgt spid="3">
                                            <p:txEl>
                                              <p:pRg st="2" end="2"/>
                                            </p:txEl>
                                          </p:spTgt>
                                        </p:tgtEl>
                                      </p:cBhvr>
                                    </p:animEffect>
                                    <p:anim calcmode="lin" valueType="num">
                                      <p:cBhvr>
                                        <p:cTn id="13" dur="1000" fill="hold"/>
                                        <p:tgtEl>
                                          <p:spTgt spid="3">
                                            <p:txEl>
                                              <p:pRg st="2" end="2"/>
                                            </p:txEl>
                                          </p:spTgt>
                                        </p:tgtEl>
                                        <p:attrNameLst>
                                          <p:attrName>ppt_x</p:attrName>
                                        </p:attrNameLst>
                                      </p:cBhvr>
                                      <p:tavLst>
                                        <p:tav tm="0">
                                          <p:val>
                                            <p:strVal val="#ppt_x"/>
                                          </p:val>
                                        </p:tav>
                                        <p:tav tm="100000">
                                          <p:val>
                                            <p:strVal val="#ppt_x"/>
                                          </p:val>
                                        </p:tav>
                                      </p:tavLst>
                                    </p:anim>
                                    <p:anim calcmode="lin" valueType="num">
                                      <p:cBhvr>
                                        <p:cTn id="14" dur="1000" fill="hold"/>
                                        <p:tgtEl>
                                          <p:spTgt spid="3">
                                            <p:txEl>
                                              <p:pRg st="2" end="2"/>
                                            </p:txEl>
                                          </p:spTgt>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1442" name="标题 1"/>
          <p:cNvSpPr>
            <a:spLocks noGrp="1"/>
          </p:cNvSpPr>
          <p:nvPr>
            <p:ph type="title"/>
          </p:nvPr>
        </p:nvSpPr>
        <p:spPr>
          <a:xfrm>
            <a:off x="107950" y="44450"/>
            <a:ext cx="7343775" cy="792163"/>
          </a:xfrm>
        </p:spPr>
        <p:txBody>
          <a:bodyPr/>
          <a:lstStyle/>
          <a:p>
            <a:r>
              <a:rPr lang="en-US" altLang="zh-CN" smtClean="0"/>
              <a:t>2.8 </a:t>
            </a:r>
            <a:r>
              <a:rPr lang="zh-CN" altLang="en-US" smtClean="0"/>
              <a:t>网络的传输介质</a:t>
            </a:r>
          </a:p>
        </p:txBody>
      </p:sp>
      <p:sp>
        <p:nvSpPr>
          <p:cNvPr id="3" name="内容占位符 2"/>
          <p:cNvSpPr>
            <a:spLocks noGrp="1"/>
          </p:cNvSpPr>
          <p:nvPr>
            <p:ph idx="1"/>
          </p:nvPr>
        </p:nvSpPr>
        <p:spPr>
          <a:xfrm>
            <a:off x="107950" y="981075"/>
            <a:ext cx="8928100" cy="5102225"/>
          </a:xfrm>
        </p:spPr>
        <p:txBody>
          <a:bodyPr/>
          <a:lstStyle/>
          <a:p>
            <a:pPr algn="just">
              <a:defRPr/>
            </a:pPr>
            <a:r>
              <a:rPr lang="zh-CN" altLang="en-US" b="1" dirty="0" smtClean="0">
                <a:solidFill>
                  <a:srgbClr val="FF0000"/>
                </a:solidFill>
              </a:rPr>
              <a:t>光纤</a:t>
            </a:r>
            <a:endParaRPr lang="en-US" altLang="zh-CN" b="1" dirty="0" smtClean="0">
              <a:solidFill>
                <a:srgbClr val="FF0000"/>
              </a:solidFill>
            </a:endParaRPr>
          </a:p>
          <a:p>
            <a:pPr lvl="1" indent="-342900" algn="just">
              <a:defRPr/>
            </a:pPr>
            <a:r>
              <a:rPr lang="zh-CN" altLang="en-US" sz="2400" dirty="0" smtClean="0">
                <a:solidFill>
                  <a:srgbClr val="C00000"/>
                </a:solidFill>
                <a:latin typeface="楷体_GB2312" pitchFamily="49" charset="-122"/>
              </a:rPr>
              <a:t>连通性：</a:t>
            </a:r>
            <a:r>
              <a:rPr lang="zh-CN" altLang="en-US" sz="2400" dirty="0" smtClean="0">
                <a:latin typeface="楷体_GB2312" pitchFamily="49" charset="-122"/>
              </a:rPr>
              <a:t>普遍采用点</a:t>
            </a:r>
            <a:r>
              <a:rPr lang="en-US" altLang="zh-CN" sz="2400" dirty="0" smtClean="0">
                <a:latin typeface="楷体_GB2312" pitchFamily="49" charset="-122"/>
              </a:rPr>
              <a:t>-</a:t>
            </a:r>
            <a:r>
              <a:rPr lang="zh-CN" altLang="en-US" sz="2400" dirty="0" smtClean="0">
                <a:latin typeface="楷体_GB2312" pitchFamily="49" charset="-122"/>
              </a:rPr>
              <a:t>点方式，某些系统中也采用多点方式 </a:t>
            </a:r>
          </a:p>
          <a:p>
            <a:pPr lvl="1" indent="-342900" algn="just">
              <a:defRPr/>
            </a:pPr>
            <a:r>
              <a:rPr lang="zh-CN" altLang="en-US" sz="2400" dirty="0" smtClean="0">
                <a:solidFill>
                  <a:srgbClr val="C00000"/>
                </a:solidFill>
                <a:latin typeface="楷体_GB2312" pitchFamily="49" charset="-122"/>
              </a:rPr>
              <a:t>地理范围：</a:t>
            </a:r>
            <a:r>
              <a:rPr lang="zh-CN" altLang="en-US" sz="2400" dirty="0" smtClean="0">
                <a:latin typeface="楷体_GB2312" pitchFamily="49" charset="-122"/>
              </a:rPr>
              <a:t>光纤信号衰减极小，可以在</a:t>
            </a:r>
            <a:r>
              <a:rPr lang="en-US" altLang="zh-CN" sz="2400" dirty="0" smtClean="0">
                <a:latin typeface="楷体_GB2312" pitchFamily="49" charset="-122"/>
              </a:rPr>
              <a:t>6</a:t>
            </a:r>
            <a:r>
              <a:rPr lang="zh-CN" altLang="en-US" sz="2400" dirty="0" smtClean="0">
                <a:latin typeface="楷体_GB2312" pitchFamily="49" charset="-122"/>
              </a:rPr>
              <a:t>～</a:t>
            </a:r>
            <a:r>
              <a:rPr lang="en-US" altLang="zh-CN" sz="2400" dirty="0" smtClean="0">
                <a:latin typeface="楷体_GB2312" pitchFamily="49" charset="-122"/>
              </a:rPr>
              <a:t>8km</a:t>
            </a:r>
            <a:r>
              <a:rPr lang="zh-CN" altLang="en-US" sz="2400" dirty="0" smtClean="0">
                <a:latin typeface="楷体_GB2312" pitchFamily="49" charset="-122"/>
              </a:rPr>
              <a:t>距离内不使用中继器，实现高速率数据传输。 </a:t>
            </a:r>
          </a:p>
          <a:p>
            <a:pPr lvl="1" indent="-342900" algn="just">
              <a:defRPr/>
            </a:pPr>
            <a:r>
              <a:rPr lang="zh-CN" altLang="en-US" sz="2400" dirty="0" smtClean="0">
                <a:solidFill>
                  <a:srgbClr val="C00000"/>
                </a:solidFill>
                <a:latin typeface="楷体_GB2312" pitchFamily="49" charset="-122"/>
              </a:rPr>
              <a:t>抗干扰性：</a:t>
            </a:r>
            <a:r>
              <a:rPr lang="zh-CN" altLang="en-US" sz="2400" dirty="0" smtClean="0">
                <a:latin typeface="楷体_GB2312" pitchFamily="49" charset="-122"/>
              </a:rPr>
              <a:t>光纤不受外界电磁干扰与噪声的影响，能在长距离、高速率传输中保持低误码率。双绞线典型的误码率在</a:t>
            </a:r>
            <a:r>
              <a:rPr lang="en-US" altLang="zh-CN" sz="2400" dirty="0" smtClean="0">
                <a:latin typeface="楷体_GB2312" pitchFamily="49" charset="-122"/>
              </a:rPr>
              <a:t>10</a:t>
            </a:r>
            <a:r>
              <a:rPr lang="en-US" altLang="zh-CN" sz="2400" baseline="30000" dirty="0" smtClean="0">
                <a:latin typeface="楷体_GB2312" pitchFamily="49" charset="-122"/>
              </a:rPr>
              <a:t>-5</a:t>
            </a:r>
            <a:r>
              <a:rPr lang="zh-CN" altLang="en-US" sz="2400" dirty="0" smtClean="0">
                <a:latin typeface="楷体_GB2312" pitchFamily="49" charset="-122"/>
              </a:rPr>
              <a:t>～</a:t>
            </a:r>
            <a:r>
              <a:rPr lang="en-US" altLang="zh-CN" sz="2400" dirty="0" smtClean="0">
                <a:latin typeface="楷体_GB2312" pitchFamily="49" charset="-122"/>
              </a:rPr>
              <a:t>10</a:t>
            </a:r>
            <a:r>
              <a:rPr lang="en-US" altLang="zh-CN" sz="2400" baseline="30000" dirty="0" smtClean="0">
                <a:latin typeface="楷体_GB2312" pitchFamily="49" charset="-122"/>
              </a:rPr>
              <a:t>-6</a:t>
            </a:r>
            <a:r>
              <a:rPr lang="zh-CN" altLang="en-US" sz="2400" dirty="0" smtClean="0">
                <a:latin typeface="楷体_GB2312" pitchFamily="49" charset="-122"/>
              </a:rPr>
              <a:t>之间，基带同轴电缆为</a:t>
            </a:r>
            <a:r>
              <a:rPr lang="en-US" altLang="zh-CN" sz="2400" dirty="0" smtClean="0">
                <a:latin typeface="楷体_GB2312" pitchFamily="49" charset="-122"/>
              </a:rPr>
              <a:t>10</a:t>
            </a:r>
            <a:r>
              <a:rPr lang="en-US" altLang="zh-CN" sz="2400" baseline="30000" dirty="0" smtClean="0">
                <a:latin typeface="楷体_GB2312" pitchFamily="49" charset="-122"/>
              </a:rPr>
              <a:t>-7</a:t>
            </a:r>
            <a:r>
              <a:rPr lang="zh-CN" altLang="en-US" sz="2400" dirty="0" smtClean="0">
                <a:latin typeface="楷体_GB2312" pitchFamily="49" charset="-122"/>
              </a:rPr>
              <a:t>，宽带同轴电缆为</a:t>
            </a:r>
            <a:r>
              <a:rPr lang="en-US" altLang="zh-CN" sz="2400" dirty="0" smtClean="0">
                <a:latin typeface="楷体_GB2312" pitchFamily="49" charset="-122"/>
              </a:rPr>
              <a:t>10</a:t>
            </a:r>
            <a:r>
              <a:rPr lang="en-US" altLang="zh-CN" sz="2400" baseline="30000" dirty="0" smtClean="0">
                <a:latin typeface="楷体_GB2312" pitchFamily="49" charset="-122"/>
              </a:rPr>
              <a:t>-9</a:t>
            </a:r>
            <a:r>
              <a:rPr lang="zh-CN" altLang="en-US" sz="2400" dirty="0" smtClean="0">
                <a:latin typeface="楷体_GB2312" pitchFamily="49" charset="-122"/>
              </a:rPr>
              <a:t>，而光纤误码率可以低于</a:t>
            </a:r>
            <a:r>
              <a:rPr lang="en-US" altLang="zh-CN" sz="2400" dirty="0" smtClean="0">
                <a:latin typeface="楷体_GB2312" pitchFamily="49" charset="-122"/>
              </a:rPr>
              <a:t>10</a:t>
            </a:r>
            <a:r>
              <a:rPr lang="en-US" altLang="zh-CN" sz="2400" baseline="30000" dirty="0" smtClean="0">
                <a:latin typeface="楷体_GB2312" pitchFamily="49" charset="-122"/>
              </a:rPr>
              <a:t>-10</a:t>
            </a:r>
            <a:r>
              <a:rPr lang="zh-CN" altLang="en-US" sz="2400" dirty="0" smtClean="0">
                <a:latin typeface="楷体_GB2312" pitchFamily="49" charset="-122"/>
              </a:rPr>
              <a:t>。</a:t>
            </a:r>
            <a:r>
              <a:rPr lang="zh-CN" altLang="en-US" sz="2400" b="1" dirty="0" smtClean="0">
                <a:latin typeface="楷体_GB2312" pitchFamily="49" charset="-122"/>
              </a:rPr>
              <a:t>光纤传输的安全性与保密性极好。</a:t>
            </a:r>
            <a:r>
              <a:rPr lang="zh-CN" altLang="en-US" sz="2400" dirty="0" smtClean="0">
                <a:latin typeface="楷体_GB2312" pitchFamily="49" charset="-122"/>
              </a:rPr>
              <a:t> </a:t>
            </a:r>
            <a:endParaRPr lang="en-US" altLang="zh-CN" sz="2400" dirty="0" smtClean="0">
              <a:latin typeface="楷体_GB2312" pitchFamily="49" charset="-122"/>
            </a:endParaRPr>
          </a:p>
          <a:p>
            <a:pPr lvl="1" indent="-342900" algn="just">
              <a:defRPr/>
            </a:pPr>
            <a:r>
              <a:rPr lang="zh-CN" altLang="en-US" sz="2400" dirty="0">
                <a:solidFill>
                  <a:srgbClr val="C00000"/>
                </a:solidFill>
                <a:latin typeface="楷体_GB2312" pitchFamily="49" charset="-122"/>
              </a:rPr>
              <a:t>价格</a:t>
            </a:r>
            <a:r>
              <a:rPr lang="zh-CN" altLang="en-US" sz="2400" dirty="0" smtClean="0">
                <a:solidFill>
                  <a:srgbClr val="C00000"/>
                </a:solidFill>
                <a:latin typeface="楷体_GB2312" pitchFamily="49" charset="-122"/>
              </a:rPr>
              <a:t>：</a:t>
            </a:r>
            <a:r>
              <a:rPr lang="zh-CN" altLang="en-US" sz="2400" dirty="0" smtClean="0">
                <a:latin typeface="楷体_GB2312" pitchFamily="49" charset="-122"/>
              </a:rPr>
              <a:t>高于</a:t>
            </a:r>
            <a:r>
              <a:rPr lang="zh-CN" altLang="en-US" sz="2400" dirty="0">
                <a:latin typeface="楷体_GB2312" pitchFamily="49" charset="-122"/>
              </a:rPr>
              <a:t>同轴电缆与双绞线</a:t>
            </a:r>
            <a:r>
              <a:rPr lang="zh-CN" altLang="en-US" sz="2400" dirty="0" smtClean="0">
                <a:latin typeface="楷体_GB2312" pitchFamily="49" charset="-122"/>
              </a:rPr>
              <a:t>。</a:t>
            </a:r>
            <a:endParaRPr lang="en-US" altLang="zh-CN" sz="2400" dirty="0">
              <a:latin typeface="楷体_GB2312" pitchFamily="49" charset="-122"/>
            </a:endParaRPr>
          </a:p>
          <a:p>
            <a:pPr marL="0" indent="0" algn="just">
              <a:buFont typeface="Wingdings" pitchFamily="2" charset="2"/>
              <a:buNone/>
              <a:defRPr/>
            </a:pPr>
            <a:r>
              <a:rPr lang="zh-CN" altLang="en-US" sz="2400" dirty="0" smtClean="0">
                <a:solidFill>
                  <a:srgbClr val="002060"/>
                </a:solidFill>
                <a:latin typeface="楷体_GB2312" pitchFamily="49" charset="-122"/>
              </a:rPr>
              <a:t>光</a:t>
            </a:r>
            <a:r>
              <a:rPr lang="zh-CN" altLang="en-US" sz="2400" dirty="0">
                <a:solidFill>
                  <a:srgbClr val="002060"/>
                </a:solidFill>
                <a:latin typeface="楷体_GB2312" pitchFamily="49" charset="-122"/>
              </a:rPr>
              <a:t>纤具有低损耗、宽频带、高数据传输速率、低误码率、安全保密性好等特点</a:t>
            </a:r>
            <a:r>
              <a:rPr lang="zh-CN" altLang="en-US" sz="2400" dirty="0" smtClean="0">
                <a:solidFill>
                  <a:srgbClr val="002060"/>
                </a:solidFill>
                <a:latin typeface="楷体_GB2312" pitchFamily="49" charset="-122"/>
              </a:rPr>
              <a:t>，</a:t>
            </a:r>
            <a:r>
              <a:rPr lang="zh-CN" altLang="en-US" sz="2400" dirty="0" smtClean="0">
                <a:latin typeface="楷体_GB2312" pitchFamily="49" charset="-122"/>
              </a:rPr>
              <a:t> </a:t>
            </a:r>
            <a:endParaRPr lang="zh-CN" altLang="en-US" sz="2400" dirty="0">
              <a:latin typeface="楷体_GB2312" pitchFamily="49" charset="-122"/>
            </a:endParaRPr>
          </a:p>
        </p:txBody>
      </p:sp>
      <p:sp>
        <p:nvSpPr>
          <p:cNvPr id="4" name="灯片编号占位符 3"/>
          <p:cNvSpPr>
            <a:spLocks noGrp="1"/>
          </p:cNvSpPr>
          <p:nvPr>
            <p:ph type="sldNum" sz="quarter" idx="12"/>
          </p:nvPr>
        </p:nvSpPr>
        <p:spPr/>
        <p:txBody>
          <a:bodyPr/>
          <a:lstStyle/>
          <a:p>
            <a:pPr>
              <a:defRPr/>
            </a:pPr>
            <a:fld id="{A50EC2D9-745B-4E22-BB8C-51183240B137}" type="slidenum">
              <a:rPr lang="zh-CN" altLang="en-US" smtClean="0"/>
              <a:pPr>
                <a:defRPr/>
              </a:pPr>
              <a:t>46</a:t>
            </a:fld>
            <a:endParaRPr lang="zh-CN" altLang="en-US"/>
          </a:p>
        </p:txBody>
      </p:sp>
    </p:spTree>
  </p:cSld>
  <p:clrMapOvr>
    <a:masterClrMapping/>
  </p:clrMapOvr>
  <p:transition spd="slow">
    <p:push dir="u"/>
  </p:transition>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42" presetClass="entr" presetSubtype="0" fill="hold" nodeType="clickEffect">
                                  <p:stCondLst>
                                    <p:cond delay="0"/>
                                  </p:stCondLst>
                                  <p:childTnLst>
                                    <p:set>
                                      <p:cBhvr>
                                        <p:cTn id="6" dur="1" fill="hold">
                                          <p:stCondLst>
                                            <p:cond delay="0"/>
                                          </p:stCondLst>
                                        </p:cTn>
                                        <p:tgtEl>
                                          <p:spTgt spid="3">
                                            <p:txEl>
                                              <p:pRg st="1" end="1"/>
                                            </p:txEl>
                                          </p:spTgt>
                                        </p:tgtEl>
                                        <p:attrNameLst>
                                          <p:attrName>style.visibility</p:attrName>
                                        </p:attrNameLst>
                                      </p:cBhvr>
                                      <p:to>
                                        <p:strVal val="visible"/>
                                      </p:to>
                                    </p:set>
                                    <p:animEffect transition="in" filter="fade">
                                      <p:cBhvr>
                                        <p:cTn id="7" dur="1000"/>
                                        <p:tgtEl>
                                          <p:spTgt spid="3">
                                            <p:txEl>
                                              <p:pRg st="1" end="1"/>
                                            </p:txEl>
                                          </p:spTgt>
                                        </p:tgtEl>
                                      </p:cBhvr>
                                    </p:animEffect>
                                    <p:anim calcmode="lin" valueType="num">
                                      <p:cBhvr>
                                        <p:cTn id="8" dur="1000" fill="hold"/>
                                        <p:tgtEl>
                                          <p:spTgt spid="3">
                                            <p:txEl>
                                              <p:pRg st="1" end="1"/>
                                            </p:txEl>
                                          </p:spTgt>
                                        </p:tgtEl>
                                        <p:attrNameLst>
                                          <p:attrName>ppt_x</p:attrName>
                                        </p:attrNameLst>
                                      </p:cBhvr>
                                      <p:tavLst>
                                        <p:tav tm="0">
                                          <p:val>
                                            <p:strVal val="#ppt_x"/>
                                          </p:val>
                                        </p:tav>
                                        <p:tav tm="100000">
                                          <p:val>
                                            <p:strVal val="#ppt_x"/>
                                          </p:val>
                                        </p:tav>
                                      </p:tavLst>
                                    </p:anim>
                                    <p:anim calcmode="lin" valueType="num">
                                      <p:cBhvr>
                                        <p:cTn id="9" dur="1000" fill="hold"/>
                                        <p:tgtEl>
                                          <p:spTgt spid="3">
                                            <p:txEl>
                                              <p:pRg st="1" end="1"/>
                                            </p:txEl>
                                          </p:spTgt>
                                        </p:tgtEl>
                                        <p:attrNameLst>
                                          <p:attrName>ppt_y</p:attrName>
                                        </p:attrNameLst>
                                      </p:cBhvr>
                                      <p:tavLst>
                                        <p:tav tm="0">
                                          <p:val>
                                            <p:strVal val="#ppt_y+.1"/>
                                          </p:val>
                                        </p:tav>
                                        <p:tav tm="100000">
                                          <p:val>
                                            <p:strVal val="#ppt_y"/>
                                          </p:val>
                                        </p:tav>
                                      </p:tavLst>
                                    </p:anim>
                                  </p:childTnLst>
                                </p:cTn>
                              </p:par>
                              <p:par>
                                <p:cTn id="10" presetID="42" presetClass="entr" presetSubtype="0" fill="hold" nodeType="withEffect">
                                  <p:stCondLst>
                                    <p:cond delay="0"/>
                                  </p:stCondLst>
                                  <p:childTnLst>
                                    <p:set>
                                      <p:cBhvr>
                                        <p:cTn id="11" dur="1" fill="hold">
                                          <p:stCondLst>
                                            <p:cond delay="0"/>
                                          </p:stCondLst>
                                        </p:cTn>
                                        <p:tgtEl>
                                          <p:spTgt spid="3">
                                            <p:txEl>
                                              <p:pRg st="2" end="2"/>
                                            </p:txEl>
                                          </p:spTgt>
                                        </p:tgtEl>
                                        <p:attrNameLst>
                                          <p:attrName>style.visibility</p:attrName>
                                        </p:attrNameLst>
                                      </p:cBhvr>
                                      <p:to>
                                        <p:strVal val="visible"/>
                                      </p:to>
                                    </p:set>
                                    <p:animEffect transition="in" filter="fade">
                                      <p:cBhvr>
                                        <p:cTn id="12" dur="1000"/>
                                        <p:tgtEl>
                                          <p:spTgt spid="3">
                                            <p:txEl>
                                              <p:pRg st="2" end="2"/>
                                            </p:txEl>
                                          </p:spTgt>
                                        </p:tgtEl>
                                      </p:cBhvr>
                                    </p:animEffect>
                                    <p:anim calcmode="lin" valueType="num">
                                      <p:cBhvr>
                                        <p:cTn id="13" dur="1000" fill="hold"/>
                                        <p:tgtEl>
                                          <p:spTgt spid="3">
                                            <p:txEl>
                                              <p:pRg st="2" end="2"/>
                                            </p:txEl>
                                          </p:spTgt>
                                        </p:tgtEl>
                                        <p:attrNameLst>
                                          <p:attrName>ppt_x</p:attrName>
                                        </p:attrNameLst>
                                      </p:cBhvr>
                                      <p:tavLst>
                                        <p:tav tm="0">
                                          <p:val>
                                            <p:strVal val="#ppt_x"/>
                                          </p:val>
                                        </p:tav>
                                        <p:tav tm="100000">
                                          <p:val>
                                            <p:strVal val="#ppt_x"/>
                                          </p:val>
                                        </p:tav>
                                      </p:tavLst>
                                    </p:anim>
                                    <p:anim calcmode="lin" valueType="num">
                                      <p:cBhvr>
                                        <p:cTn id="14" dur="1000" fill="hold"/>
                                        <p:tgtEl>
                                          <p:spTgt spid="3">
                                            <p:txEl>
                                              <p:pRg st="2" end="2"/>
                                            </p:txEl>
                                          </p:spTgt>
                                        </p:tgtEl>
                                        <p:attrNameLst>
                                          <p:attrName>ppt_y</p:attrName>
                                        </p:attrNameLst>
                                      </p:cBhvr>
                                      <p:tavLst>
                                        <p:tav tm="0">
                                          <p:val>
                                            <p:strVal val="#ppt_y+.1"/>
                                          </p:val>
                                        </p:tav>
                                        <p:tav tm="100000">
                                          <p:val>
                                            <p:strVal val="#ppt_y"/>
                                          </p:val>
                                        </p:tav>
                                      </p:tavLst>
                                    </p:anim>
                                  </p:childTnLst>
                                </p:cTn>
                              </p:par>
                              <p:par>
                                <p:cTn id="15" presetID="42" presetClass="entr" presetSubtype="0" fill="hold" nodeType="withEffect">
                                  <p:stCondLst>
                                    <p:cond delay="0"/>
                                  </p:stCondLst>
                                  <p:childTnLst>
                                    <p:set>
                                      <p:cBhvr>
                                        <p:cTn id="16" dur="1" fill="hold">
                                          <p:stCondLst>
                                            <p:cond delay="0"/>
                                          </p:stCondLst>
                                        </p:cTn>
                                        <p:tgtEl>
                                          <p:spTgt spid="3">
                                            <p:txEl>
                                              <p:pRg st="3" end="3"/>
                                            </p:txEl>
                                          </p:spTgt>
                                        </p:tgtEl>
                                        <p:attrNameLst>
                                          <p:attrName>style.visibility</p:attrName>
                                        </p:attrNameLst>
                                      </p:cBhvr>
                                      <p:to>
                                        <p:strVal val="visible"/>
                                      </p:to>
                                    </p:set>
                                    <p:animEffect transition="in" filter="fade">
                                      <p:cBhvr>
                                        <p:cTn id="17" dur="1000"/>
                                        <p:tgtEl>
                                          <p:spTgt spid="3">
                                            <p:txEl>
                                              <p:pRg st="3" end="3"/>
                                            </p:txEl>
                                          </p:spTgt>
                                        </p:tgtEl>
                                      </p:cBhvr>
                                    </p:animEffect>
                                    <p:anim calcmode="lin" valueType="num">
                                      <p:cBhvr>
                                        <p:cTn id="18" dur="1000" fill="hold"/>
                                        <p:tgtEl>
                                          <p:spTgt spid="3">
                                            <p:txEl>
                                              <p:pRg st="3" end="3"/>
                                            </p:txEl>
                                          </p:spTgt>
                                        </p:tgtEl>
                                        <p:attrNameLst>
                                          <p:attrName>ppt_x</p:attrName>
                                        </p:attrNameLst>
                                      </p:cBhvr>
                                      <p:tavLst>
                                        <p:tav tm="0">
                                          <p:val>
                                            <p:strVal val="#ppt_x"/>
                                          </p:val>
                                        </p:tav>
                                        <p:tav tm="100000">
                                          <p:val>
                                            <p:strVal val="#ppt_x"/>
                                          </p:val>
                                        </p:tav>
                                      </p:tavLst>
                                    </p:anim>
                                    <p:anim calcmode="lin" valueType="num">
                                      <p:cBhvr>
                                        <p:cTn id="19" dur="1000" fill="hold"/>
                                        <p:tgtEl>
                                          <p:spTgt spid="3">
                                            <p:txEl>
                                              <p:pRg st="3" end="3"/>
                                            </p:txEl>
                                          </p:spTgt>
                                        </p:tgtEl>
                                        <p:attrNameLst>
                                          <p:attrName>ppt_y</p:attrName>
                                        </p:attrNameLst>
                                      </p:cBhvr>
                                      <p:tavLst>
                                        <p:tav tm="0">
                                          <p:val>
                                            <p:strVal val="#ppt_y+.1"/>
                                          </p:val>
                                        </p:tav>
                                        <p:tav tm="100000">
                                          <p:val>
                                            <p:strVal val="#ppt_y"/>
                                          </p:val>
                                        </p:tav>
                                      </p:tavLst>
                                    </p:anim>
                                  </p:childTnLst>
                                </p:cTn>
                              </p:par>
                              <p:par>
                                <p:cTn id="20" presetID="42" presetClass="entr" presetSubtype="0" fill="hold" nodeType="withEffect">
                                  <p:stCondLst>
                                    <p:cond delay="0"/>
                                  </p:stCondLst>
                                  <p:childTnLst>
                                    <p:set>
                                      <p:cBhvr>
                                        <p:cTn id="21" dur="1" fill="hold">
                                          <p:stCondLst>
                                            <p:cond delay="0"/>
                                          </p:stCondLst>
                                        </p:cTn>
                                        <p:tgtEl>
                                          <p:spTgt spid="3">
                                            <p:txEl>
                                              <p:pRg st="4" end="4"/>
                                            </p:txEl>
                                          </p:spTgt>
                                        </p:tgtEl>
                                        <p:attrNameLst>
                                          <p:attrName>style.visibility</p:attrName>
                                        </p:attrNameLst>
                                      </p:cBhvr>
                                      <p:to>
                                        <p:strVal val="visible"/>
                                      </p:to>
                                    </p:set>
                                    <p:animEffect transition="in" filter="fade">
                                      <p:cBhvr>
                                        <p:cTn id="22" dur="1000"/>
                                        <p:tgtEl>
                                          <p:spTgt spid="3">
                                            <p:txEl>
                                              <p:pRg st="4" end="4"/>
                                            </p:txEl>
                                          </p:spTgt>
                                        </p:tgtEl>
                                      </p:cBhvr>
                                    </p:animEffect>
                                    <p:anim calcmode="lin" valueType="num">
                                      <p:cBhvr>
                                        <p:cTn id="23" dur="1000" fill="hold"/>
                                        <p:tgtEl>
                                          <p:spTgt spid="3">
                                            <p:txEl>
                                              <p:pRg st="4" end="4"/>
                                            </p:txEl>
                                          </p:spTgt>
                                        </p:tgtEl>
                                        <p:attrNameLst>
                                          <p:attrName>ppt_x</p:attrName>
                                        </p:attrNameLst>
                                      </p:cBhvr>
                                      <p:tavLst>
                                        <p:tav tm="0">
                                          <p:val>
                                            <p:strVal val="#ppt_x"/>
                                          </p:val>
                                        </p:tav>
                                        <p:tav tm="100000">
                                          <p:val>
                                            <p:strVal val="#ppt_x"/>
                                          </p:val>
                                        </p:tav>
                                      </p:tavLst>
                                    </p:anim>
                                    <p:anim calcmode="lin" valueType="num">
                                      <p:cBhvr>
                                        <p:cTn id="24" dur="1000" fill="hold"/>
                                        <p:tgtEl>
                                          <p:spTgt spid="3">
                                            <p:txEl>
                                              <p:pRg st="4" end="4"/>
                                            </p:txEl>
                                          </p:spTgt>
                                        </p:tgtEl>
                                        <p:attrNameLst>
                                          <p:attrName>ppt_y</p:attrName>
                                        </p:attrNameLst>
                                      </p:cBhvr>
                                      <p:tavLst>
                                        <p:tav tm="0">
                                          <p:val>
                                            <p:strVal val="#ppt_y+.1"/>
                                          </p:val>
                                        </p:tav>
                                        <p:tav tm="100000">
                                          <p:val>
                                            <p:strVal val="#ppt_y"/>
                                          </p:val>
                                        </p:tav>
                                      </p:tavLst>
                                    </p:anim>
                                  </p:childTnLst>
                                </p:cTn>
                              </p:par>
                            </p:childTnLst>
                          </p:cTn>
                        </p:par>
                      </p:childTnLst>
                    </p:cTn>
                  </p:par>
                  <p:par>
                    <p:cTn id="25" fill="hold" nodeType="clickPar">
                      <p:stCondLst>
                        <p:cond delay="indefinite"/>
                      </p:stCondLst>
                      <p:childTnLst>
                        <p:par>
                          <p:cTn id="26" fill="hold" nodeType="withGroup">
                            <p:stCondLst>
                              <p:cond delay="0"/>
                            </p:stCondLst>
                            <p:childTnLst>
                              <p:par>
                                <p:cTn id="27" presetID="10" presetClass="entr" presetSubtype="0" fill="hold" nodeType="clickEffect">
                                  <p:stCondLst>
                                    <p:cond delay="0"/>
                                  </p:stCondLst>
                                  <p:childTnLst>
                                    <p:set>
                                      <p:cBhvr>
                                        <p:cTn id="28" dur="1" fill="hold">
                                          <p:stCondLst>
                                            <p:cond delay="0"/>
                                          </p:stCondLst>
                                        </p:cTn>
                                        <p:tgtEl>
                                          <p:spTgt spid="3">
                                            <p:txEl>
                                              <p:pRg st="5" end="5"/>
                                            </p:txEl>
                                          </p:spTgt>
                                        </p:tgtEl>
                                        <p:attrNameLst>
                                          <p:attrName>style.visibility</p:attrName>
                                        </p:attrNameLst>
                                      </p:cBhvr>
                                      <p:to>
                                        <p:strVal val="visible"/>
                                      </p:to>
                                    </p:set>
                                    <p:animEffect transition="in" filter="fade">
                                      <p:cBhvr>
                                        <p:cTn id="29" dur="500"/>
                                        <p:tgtEl>
                                          <p:spTgt spid="3">
                                            <p:txEl>
                                              <p:pRg st="5" end="5"/>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2466" name="标题 1"/>
          <p:cNvSpPr>
            <a:spLocks noGrp="1"/>
          </p:cNvSpPr>
          <p:nvPr>
            <p:ph type="title"/>
          </p:nvPr>
        </p:nvSpPr>
        <p:spPr>
          <a:xfrm>
            <a:off x="107950" y="44450"/>
            <a:ext cx="7343775" cy="792163"/>
          </a:xfrm>
        </p:spPr>
        <p:txBody>
          <a:bodyPr/>
          <a:lstStyle/>
          <a:p>
            <a:r>
              <a:rPr lang="en-US" altLang="zh-CN" smtClean="0"/>
              <a:t>2.8 </a:t>
            </a:r>
            <a:r>
              <a:rPr lang="zh-CN" altLang="en-US" smtClean="0"/>
              <a:t>网络的传输介质</a:t>
            </a:r>
          </a:p>
        </p:txBody>
      </p:sp>
      <p:sp>
        <p:nvSpPr>
          <p:cNvPr id="3" name="内容占位符 2"/>
          <p:cNvSpPr>
            <a:spLocks noGrp="1"/>
          </p:cNvSpPr>
          <p:nvPr>
            <p:ph idx="1"/>
          </p:nvPr>
        </p:nvSpPr>
        <p:spPr>
          <a:xfrm>
            <a:off x="107950" y="981075"/>
            <a:ext cx="8928100" cy="5102225"/>
          </a:xfrm>
        </p:spPr>
        <p:txBody>
          <a:bodyPr/>
          <a:lstStyle/>
          <a:p>
            <a:pPr marL="0" indent="0" algn="just">
              <a:buFont typeface="Wingdings" pitchFamily="2" charset="2"/>
              <a:buNone/>
              <a:defRPr/>
            </a:pPr>
            <a:r>
              <a:rPr lang="zh-CN" altLang="en-US" dirty="0" smtClean="0">
                <a:solidFill>
                  <a:srgbClr val="FF0000"/>
                </a:solidFill>
              </a:rPr>
              <a:t>         </a:t>
            </a:r>
            <a:r>
              <a:rPr lang="zh-CN" altLang="en-US" sz="2800" dirty="0" smtClean="0">
                <a:solidFill>
                  <a:srgbClr val="FF0000"/>
                </a:solidFill>
              </a:rPr>
              <a:t>无线</a:t>
            </a:r>
            <a:r>
              <a:rPr lang="zh-CN" altLang="en-US" sz="2800" dirty="0">
                <a:solidFill>
                  <a:srgbClr val="FF0000"/>
                </a:solidFill>
              </a:rPr>
              <a:t>传输</a:t>
            </a:r>
            <a:r>
              <a:rPr lang="zh-CN" altLang="en-US" sz="2800" dirty="0"/>
              <a:t>指无需线缆类</a:t>
            </a:r>
            <a:r>
              <a:rPr lang="zh-CN" altLang="en-US" sz="2800" dirty="0" smtClean="0"/>
              <a:t>传输介质</a:t>
            </a:r>
            <a:r>
              <a:rPr lang="zh-CN" altLang="en-US" sz="2800" dirty="0"/>
              <a:t>，依靠电磁波穿越空间运载数据的</a:t>
            </a:r>
            <a:r>
              <a:rPr lang="zh-CN" altLang="en-US" sz="2800" dirty="0" smtClean="0"/>
              <a:t>传输过程</a:t>
            </a:r>
            <a:r>
              <a:rPr lang="zh-CN" altLang="en-US" sz="2800" dirty="0"/>
              <a:t>。</a:t>
            </a:r>
            <a:endParaRPr lang="en-US" altLang="zh-CN" sz="2800" dirty="0" smtClean="0"/>
          </a:p>
          <a:p>
            <a:pPr algn="just">
              <a:defRPr/>
            </a:pPr>
            <a:r>
              <a:rPr lang="zh-CN" altLang="en-US" dirty="0" smtClean="0">
                <a:solidFill>
                  <a:srgbClr val="FF0000"/>
                </a:solidFill>
              </a:rPr>
              <a:t>无线电波</a:t>
            </a:r>
            <a:endParaRPr lang="en-US" altLang="zh-CN" dirty="0" smtClean="0">
              <a:solidFill>
                <a:srgbClr val="FF0000"/>
              </a:solidFill>
            </a:endParaRPr>
          </a:p>
          <a:p>
            <a:pPr marL="400050" lvl="1" indent="0" algn="just">
              <a:buFont typeface="Wingdings" pitchFamily="2" charset="2"/>
              <a:buNone/>
              <a:defRPr/>
            </a:pPr>
            <a:r>
              <a:rPr lang="zh-CN" altLang="en-US" sz="2400" dirty="0" smtClean="0"/>
              <a:t>无线电波</a:t>
            </a:r>
            <a:r>
              <a:rPr lang="zh-CN" altLang="en-US" sz="2400" dirty="0" smtClean="0">
                <a:solidFill>
                  <a:srgbClr val="C00000"/>
                </a:solidFill>
              </a:rPr>
              <a:t>传输频率</a:t>
            </a:r>
            <a:r>
              <a:rPr lang="zh-CN" altLang="en-US" sz="2400" dirty="0" smtClean="0"/>
              <a:t>一般在</a:t>
            </a:r>
            <a:r>
              <a:rPr lang="en-US" altLang="zh-CN" sz="2400" dirty="0" smtClean="0"/>
              <a:t>1GHz</a:t>
            </a:r>
            <a:r>
              <a:rPr lang="zh-CN" altLang="en-US" sz="2400" dirty="0" smtClean="0"/>
              <a:t>以下，但近年来</a:t>
            </a:r>
            <a:r>
              <a:rPr lang="en-US" altLang="zh-CN" sz="2400" dirty="0" smtClean="0"/>
              <a:t>2.4GHz</a:t>
            </a:r>
            <a:r>
              <a:rPr lang="zh-CN" altLang="en-US" sz="2400" dirty="0" smtClean="0"/>
              <a:t>频段应用发展很快。</a:t>
            </a:r>
            <a:r>
              <a:rPr lang="zh-CN" altLang="en-US" sz="2400" dirty="0" smtClean="0">
                <a:solidFill>
                  <a:srgbClr val="C00000"/>
                </a:solidFill>
              </a:rPr>
              <a:t>传输特性</a:t>
            </a:r>
            <a:r>
              <a:rPr lang="zh-CN" altLang="en-US" sz="2400" dirty="0" smtClean="0"/>
              <a:t>与频率相关，高频对障碍物穿透能力差，低频穿透能力强。</a:t>
            </a:r>
            <a:r>
              <a:rPr lang="zh-CN" altLang="en-US" sz="2400" dirty="0" smtClean="0">
                <a:solidFill>
                  <a:srgbClr val="C00000"/>
                </a:solidFill>
              </a:rPr>
              <a:t>信号接收发送</a:t>
            </a:r>
            <a:r>
              <a:rPr lang="zh-CN" altLang="en-US" sz="2400" dirty="0" smtClean="0"/>
              <a:t>借助天线，一般无需对准，</a:t>
            </a:r>
            <a:r>
              <a:rPr lang="zh-CN" altLang="en-US" sz="2400" dirty="0" smtClean="0">
                <a:solidFill>
                  <a:srgbClr val="C00000"/>
                </a:solidFill>
              </a:rPr>
              <a:t>易受电磁场干扰</a:t>
            </a:r>
            <a:r>
              <a:rPr lang="zh-CN" altLang="en-US" sz="2400" dirty="0" smtClean="0"/>
              <a:t>。</a:t>
            </a:r>
            <a:endParaRPr lang="en-US" altLang="zh-CN" sz="2400" dirty="0" smtClean="0"/>
          </a:p>
          <a:p>
            <a:pPr algn="just">
              <a:defRPr/>
            </a:pPr>
            <a:r>
              <a:rPr lang="zh-CN" altLang="en-US" dirty="0" smtClean="0">
                <a:solidFill>
                  <a:srgbClr val="FF0000"/>
                </a:solidFill>
              </a:rPr>
              <a:t>微波</a:t>
            </a:r>
            <a:endParaRPr lang="en-US" altLang="zh-CN" dirty="0" smtClean="0">
              <a:solidFill>
                <a:srgbClr val="FF0000"/>
              </a:solidFill>
            </a:endParaRPr>
          </a:p>
          <a:p>
            <a:pPr marL="400050" lvl="1" indent="0" algn="just">
              <a:buFont typeface="Wingdings" pitchFamily="2" charset="2"/>
              <a:buNone/>
              <a:defRPr/>
            </a:pPr>
            <a:r>
              <a:rPr lang="zh-CN" altLang="en-US" sz="2400" dirty="0" smtClean="0"/>
              <a:t>微波</a:t>
            </a:r>
            <a:r>
              <a:rPr lang="zh-CN" altLang="en-US" sz="2400" dirty="0" smtClean="0">
                <a:solidFill>
                  <a:srgbClr val="C00000"/>
                </a:solidFill>
              </a:rPr>
              <a:t>传输频率</a:t>
            </a:r>
            <a:r>
              <a:rPr lang="zh-CN" altLang="en-US" sz="2400" dirty="0" smtClean="0"/>
              <a:t>范围</a:t>
            </a:r>
            <a:r>
              <a:rPr lang="en-US" altLang="zh-CN" sz="2400" dirty="0" smtClean="0"/>
              <a:t>300MHz-300GHz</a:t>
            </a:r>
            <a:r>
              <a:rPr lang="zh-CN" altLang="en-US" sz="2400" dirty="0" smtClean="0"/>
              <a:t>，用于微波传输的载波频率</a:t>
            </a:r>
            <a:r>
              <a:rPr lang="en-US" altLang="zh-CN" sz="2400" dirty="0" smtClean="0"/>
              <a:t>2-40GHz</a:t>
            </a:r>
            <a:r>
              <a:rPr lang="zh-CN" altLang="en-US" sz="2400" dirty="0" smtClean="0"/>
              <a:t>。</a:t>
            </a:r>
            <a:r>
              <a:rPr lang="zh-CN" altLang="en-US" sz="2400" dirty="0">
                <a:solidFill>
                  <a:srgbClr val="C00000"/>
                </a:solidFill>
              </a:rPr>
              <a:t>信号发送与接收端</a:t>
            </a:r>
            <a:r>
              <a:rPr lang="zh-CN" altLang="en-US" sz="2400" dirty="0"/>
              <a:t>中间不能</a:t>
            </a:r>
            <a:r>
              <a:rPr lang="zh-CN" altLang="en-US" sz="2400" dirty="0" smtClean="0"/>
              <a:t>阻挡，信号直线传播，不能绕射。天线需对准，远距离传输需中继。由于</a:t>
            </a:r>
            <a:r>
              <a:rPr lang="zh-CN" altLang="en-US" sz="2400" dirty="0" smtClean="0">
                <a:solidFill>
                  <a:srgbClr val="C00000"/>
                </a:solidFill>
              </a:rPr>
              <a:t>频率高，可以同时传送大量信息。</a:t>
            </a:r>
            <a:endParaRPr lang="zh-CN" altLang="en-US" sz="2400" dirty="0">
              <a:solidFill>
                <a:srgbClr val="C00000"/>
              </a:solidFill>
            </a:endParaRPr>
          </a:p>
        </p:txBody>
      </p:sp>
      <p:sp>
        <p:nvSpPr>
          <p:cNvPr id="4" name="灯片编号占位符 3"/>
          <p:cNvSpPr>
            <a:spLocks noGrp="1"/>
          </p:cNvSpPr>
          <p:nvPr>
            <p:ph type="sldNum" sz="quarter" idx="12"/>
          </p:nvPr>
        </p:nvSpPr>
        <p:spPr/>
        <p:txBody>
          <a:bodyPr/>
          <a:lstStyle/>
          <a:p>
            <a:pPr>
              <a:defRPr/>
            </a:pPr>
            <a:fld id="{98BE2CC2-6462-436D-9C25-B1C238466217}" type="slidenum">
              <a:rPr lang="zh-CN" altLang="en-US" smtClean="0"/>
              <a:pPr>
                <a:defRPr/>
              </a:pPr>
              <a:t>47</a:t>
            </a:fld>
            <a:endParaRPr lang="zh-CN" altLang="en-US"/>
          </a:p>
        </p:txBody>
      </p:sp>
    </p:spTree>
  </p:cSld>
  <p:clrMapOvr>
    <a:masterClrMapping/>
  </p:clrMapOvr>
  <p:transition spd="slow">
    <p:push dir="u"/>
  </p:transition>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2" presetClass="entr" presetSubtype="4" fill="hold" nodeType="clickEffect">
                                  <p:stCondLst>
                                    <p:cond delay="0"/>
                                  </p:stCondLst>
                                  <p:childTnLst>
                                    <p:set>
                                      <p:cBhvr>
                                        <p:cTn id="6" dur="1" fill="hold">
                                          <p:stCondLst>
                                            <p:cond delay="0"/>
                                          </p:stCondLst>
                                        </p:cTn>
                                        <p:tgtEl>
                                          <p:spTgt spid="3">
                                            <p:txEl>
                                              <p:pRg st="1" end="1"/>
                                            </p:txEl>
                                          </p:spTgt>
                                        </p:tgtEl>
                                        <p:attrNameLst>
                                          <p:attrName>style.visibility</p:attrName>
                                        </p:attrNameLst>
                                      </p:cBhvr>
                                      <p:to>
                                        <p:strVal val="visible"/>
                                      </p:to>
                                    </p:set>
                                    <p:anim calcmode="lin" valueType="num">
                                      <p:cBhvr additive="base">
                                        <p:cTn id="7" dur="500" fill="hold"/>
                                        <p:tgtEl>
                                          <p:spTgt spid="3">
                                            <p:txEl>
                                              <p:pRg st="1" end="1"/>
                                            </p:txEl>
                                          </p:spTgt>
                                        </p:tgtEl>
                                        <p:attrNameLst>
                                          <p:attrName>ppt_x</p:attrName>
                                        </p:attrNameLst>
                                      </p:cBhvr>
                                      <p:tavLst>
                                        <p:tav tm="0">
                                          <p:val>
                                            <p:strVal val="#ppt_x"/>
                                          </p:val>
                                        </p:tav>
                                        <p:tav tm="100000">
                                          <p:val>
                                            <p:strVal val="#ppt_x"/>
                                          </p:val>
                                        </p:tav>
                                      </p:tavLst>
                                    </p:anim>
                                    <p:anim calcmode="lin" valueType="num">
                                      <p:cBhvr additive="base">
                                        <p:cTn id="8" dur="500" fill="hold"/>
                                        <p:tgtEl>
                                          <p:spTgt spid="3">
                                            <p:txEl>
                                              <p:pRg st="1" end="1"/>
                                            </p:txEl>
                                          </p:spTgt>
                                        </p:tgtEl>
                                        <p:attrNameLst>
                                          <p:attrName>ppt_y</p:attrName>
                                        </p:attrNameLst>
                                      </p:cBhvr>
                                      <p:tavLst>
                                        <p:tav tm="0">
                                          <p:val>
                                            <p:strVal val="1+#ppt_h/2"/>
                                          </p:val>
                                        </p:tav>
                                        <p:tav tm="100000">
                                          <p:val>
                                            <p:strVal val="#ppt_y"/>
                                          </p:val>
                                        </p:tav>
                                      </p:tavLst>
                                    </p:anim>
                                  </p:childTnLst>
                                </p:cTn>
                              </p:par>
                              <p:par>
                                <p:cTn id="9" presetID="2" presetClass="entr" presetSubtype="4" fill="hold" nodeType="withEffect">
                                  <p:stCondLst>
                                    <p:cond delay="0"/>
                                  </p:stCondLst>
                                  <p:childTnLst>
                                    <p:set>
                                      <p:cBhvr>
                                        <p:cTn id="10" dur="1" fill="hold">
                                          <p:stCondLst>
                                            <p:cond delay="0"/>
                                          </p:stCondLst>
                                        </p:cTn>
                                        <p:tgtEl>
                                          <p:spTgt spid="3">
                                            <p:txEl>
                                              <p:pRg st="2" end="2"/>
                                            </p:txEl>
                                          </p:spTgt>
                                        </p:tgtEl>
                                        <p:attrNameLst>
                                          <p:attrName>style.visibility</p:attrName>
                                        </p:attrNameLst>
                                      </p:cBhvr>
                                      <p:to>
                                        <p:strVal val="visible"/>
                                      </p:to>
                                    </p:set>
                                    <p:anim calcmode="lin" valueType="num">
                                      <p:cBhvr additive="base">
                                        <p:cTn id="11" dur="500" fill="hold"/>
                                        <p:tgtEl>
                                          <p:spTgt spid="3">
                                            <p:txEl>
                                              <p:pRg st="2" end="2"/>
                                            </p:txEl>
                                          </p:spTgt>
                                        </p:tgtEl>
                                        <p:attrNameLst>
                                          <p:attrName>ppt_x</p:attrName>
                                        </p:attrNameLst>
                                      </p:cBhvr>
                                      <p:tavLst>
                                        <p:tav tm="0">
                                          <p:val>
                                            <p:strVal val="#ppt_x"/>
                                          </p:val>
                                        </p:tav>
                                        <p:tav tm="100000">
                                          <p:val>
                                            <p:strVal val="#ppt_x"/>
                                          </p:val>
                                        </p:tav>
                                      </p:tavLst>
                                    </p:anim>
                                    <p:anim calcmode="lin" valueType="num">
                                      <p:cBhvr additive="base">
                                        <p:cTn id="12" dur="500" fill="hold"/>
                                        <p:tgtEl>
                                          <p:spTgt spid="3">
                                            <p:txEl>
                                              <p:pRg st="2" end="2"/>
                                            </p:txEl>
                                          </p:spTgt>
                                        </p:tgtEl>
                                        <p:attrNameLst>
                                          <p:attrName>ppt_y</p:attrName>
                                        </p:attrNameLst>
                                      </p:cBhvr>
                                      <p:tavLst>
                                        <p:tav tm="0">
                                          <p:val>
                                            <p:strVal val="1+#ppt_h/2"/>
                                          </p:val>
                                        </p:tav>
                                        <p:tav tm="100000">
                                          <p:val>
                                            <p:strVal val="#ppt_y"/>
                                          </p:val>
                                        </p:tav>
                                      </p:tavLst>
                                    </p:anim>
                                  </p:childTnLst>
                                </p:cTn>
                              </p:par>
                            </p:childTnLst>
                          </p:cTn>
                        </p:par>
                      </p:childTnLst>
                    </p:cTn>
                  </p:par>
                  <p:par>
                    <p:cTn id="13" fill="hold" nodeType="clickPar">
                      <p:stCondLst>
                        <p:cond delay="indefinite"/>
                      </p:stCondLst>
                      <p:childTnLst>
                        <p:par>
                          <p:cTn id="14" fill="hold" nodeType="withGroup">
                            <p:stCondLst>
                              <p:cond delay="0"/>
                            </p:stCondLst>
                            <p:childTnLst>
                              <p:par>
                                <p:cTn id="15" presetID="2" presetClass="entr" presetSubtype="4" fill="hold" nodeType="clickEffect">
                                  <p:stCondLst>
                                    <p:cond delay="0"/>
                                  </p:stCondLst>
                                  <p:childTnLst>
                                    <p:set>
                                      <p:cBhvr>
                                        <p:cTn id="16" dur="1" fill="hold">
                                          <p:stCondLst>
                                            <p:cond delay="0"/>
                                          </p:stCondLst>
                                        </p:cTn>
                                        <p:tgtEl>
                                          <p:spTgt spid="3">
                                            <p:txEl>
                                              <p:pRg st="3" end="3"/>
                                            </p:txEl>
                                          </p:spTgt>
                                        </p:tgtEl>
                                        <p:attrNameLst>
                                          <p:attrName>style.visibility</p:attrName>
                                        </p:attrNameLst>
                                      </p:cBhvr>
                                      <p:to>
                                        <p:strVal val="visible"/>
                                      </p:to>
                                    </p:set>
                                    <p:anim calcmode="lin" valueType="num">
                                      <p:cBhvr additive="base">
                                        <p:cTn id="17" dur="500" fill="hold"/>
                                        <p:tgtEl>
                                          <p:spTgt spid="3">
                                            <p:txEl>
                                              <p:pRg st="3" end="3"/>
                                            </p:txEl>
                                          </p:spTgt>
                                        </p:tgtEl>
                                        <p:attrNameLst>
                                          <p:attrName>ppt_x</p:attrName>
                                        </p:attrNameLst>
                                      </p:cBhvr>
                                      <p:tavLst>
                                        <p:tav tm="0">
                                          <p:val>
                                            <p:strVal val="#ppt_x"/>
                                          </p:val>
                                        </p:tav>
                                        <p:tav tm="100000">
                                          <p:val>
                                            <p:strVal val="#ppt_x"/>
                                          </p:val>
                                        </p:tav>
                                      </p:tavLst>
                                    </p:anim>
                                    <p:anim calcmode="lin" valueType="num">
                                      <p:cBhvr additive="base">
                                        <p:cTn id="18" dur="500" fill="hold"/>
                                        <p:tgtEl>
                                          <p:spTgt spid="3">
                                            <p:txEl>
                                              <p:pRg st="3" end="3"/>
                                            </p:txEl>
                                          </p:spTgt>
                                        </p:tgtEl>
                                        <p:attrNameLst>
                                          <p:attrName>ppt_y</p:attrName>
                                        </p:attrNameLst>
                                      </p:cBhvr>
                                      <p:tavLst>
                                        <p:tav tm="0">
                                          <p:val>
                                            <p:strVal val="1+#ppt_h/2"/>
                                          </p:val>
                                        </p:tav>
                                        <p:tav tm="100000">
                                          <p:val>
                                            <p:strVal val="#ppt_y"/>
                                          </p:val>
                                        </p:tav>
                                      </p:tavLst>
                                    </p:anim>
                                  </p:childTnLst>
                                </p:cTn>
                              </p:par>
                              <p:par>
                                <p:cTn id="19" presetID="2" presetClass="entr" presetSubtype="4" fill="hold" nodeType="withEffect">
                                  <p:stCondLst>
                                    <p:cond delay="0"/>
                                  </p:stCondLst>
                                  <p:childTnLst>
                                    <p:set>
                                      <p:cBhvr>
                                        <p:cTn id="20" dur="1" fill="hold">
                                          <p:stCondLst>
                                            <p:cond delay="0"/>
                                          </p:stCondLst>
                                        </p:cTn>
                                        <p:tgtEl>
                                          <p:spTgt spid="3">
                                            <p:txEl>
                                              <p:pRg st="4" end="4"/>
                                            </p:txEl>
                                          </p:spTgt>
                                        </p:tgtEl>
                                        <p:attrNameLst>
                                          <p:attrName>style.visibility</p:attrName>
                                        </p:attrNameLst>
                                      </p:cBhvr>
                                      <p:to>
                                        <p:strVal val="visible"/>
                                      </p:to>
                                    </p:set>
                                    <p:anim calcmode="lin" valueType="num">
                                      <p:cBhvr additive="base">
                                        <p:cTn id="21" dur="500" fill="hold"/>
                                        <p:tgtEl>
                                          <p:spTgt spid="3">
                                            <p:txEl>
                                              <p:pRg st="4" end="4"/>
                                            </p:txEl>
                                          </p:spTgt>
                                        </p:tgtEl>
                                        <p:attrNameLst>
                                          <p:attrName>ppt_x</p:attrName>
                                        </p:attrNameLst>
                                      </p:cBhvr>
                                      <p:tavLst>
                                        <p:tav tm="0">
                                          <p:val>
                                            <p:strVal val="#ppt_x"/>
                                          </p:val>
                                        </p:tav>
                                        <p:tav tm="100000">
                                          <p:val>
                                            <p:strVal val="#ppt_x"/>
                                          </p:val>
                                        </p:tav>
                                      </p:tavLst>
                                    </p:anim>
                                    <p:anim calcmode="lin" valueType="num">
                                      <p:cBhvr additive="base">
                                        <p:cTn id="22" dur="500" fill="hold"/>
                                        <p:tgtEl>
                                          <p:spTgt spid="3">
                                            <p:txEl>
                                              <p:pRg st="4" end="4"/>
                                            </p:txEl>
                                          </p:spTgt>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4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3490" name="标题 1"/>
          <p:cNvSpPr>
            <a:spLocks noGrp="1"/>
          </p:cNvSpPr>
          <p:nvPr>
            <p:ph type="title"/>
          </p:nvPr>
        </p:nvSpPr>
        <p:spPr>
          <a:xfrm>
            <a:off x="107950" y="44450"/>
            <a:ext cx="7343775" cy="792163"/>
          </a:xfrm>
        </p:spPr>
        <p:txBody>
          <a:bodyPr/>
          <a:lstStyle/>
          <a:p>
            <a:r>
              <a:rPr lang="en-US" altLang="zh-CN" smtClean="0"/>
              <a:t>2.8 </a:t>
            </a:r>
            <a:r>
              <a:rPr lang="zh-CN" altLang="en-US" smtClean="0"/>
              <a:t>网络的传输介质</a:t>
            </a:r>
          </a:p>
        </p:txBody>
      </p:sp>
      <p:sp>
        <p:nvSpPr>
          <p:cNvPr id="3" name="内容占位符 2"/>
          <p:cNvSpPr>
            <a:spLocks noGrp="1"/>
          </p:cNvSpPr>
          <p:nvPr>
            <p:ph idx="1"/>
          </p:nvPr>
        </p:nvSpPr>
        <p:spPr>
          <a:xfrm>
            <a:off x="107950" y="981075"/>
            <a:ext cx="8928100" cy="5102225"/>
          </a:xfrm>
        </p:spPr>
        <p:txBody>
          <a:bodyPr/>
          <a:lstStyle/>
          <a:p>
            <a:pPr algn="just">
              <a:defRPr/>
            </a:pPr>
            <a:r>
              <a:rPr lang="zh-CN" altLang="en-US" dirty="0" smtClean="0">
                <a:solidFill>
                  <a:srgbClr val="FF0000"/>
                </a:solidFill>
              </a:rPr>
              <a:t>红外线</a:t>
            </a:r>
            <a:endParaRPr lang="en-US" altLang="zh-CN" dirty="0" smtClean="0">
              <a:solidFill>
                <a:srgbClr val="FF0000"/>
              </a:solidFill>
            </a:endParaRPr>
          </a:p>
          <a:p>
            <a:pPr marL="400050" lvl="1" indent="0" algn="just">
              <a:buFont typeface="Wingdings" pitchFamily="2" charset="2"/>
              <a:buNone/>
              <a:defRPr/>
            </a:pPr>
            <a:r>
              <a:rPr lang="zh-CN" altLang="en-US" dirty="0">
                <a:latin typeface="楷体_GB2312" pitchFamily="49" charset="-122"/>
              </a:rPr>
              <a:t>工作频率为</a:t>
            </a:r>
            <a:r>
              <a:rPr lang="en-US" altLang="zh-CN" dirty="0">
                <a:latin typeface="楷体_GB2312" pitchFamily="49" charset="-122"/>
              </a:rPr>
              <a:t>10</a:t>
            </a:r>
            <a:r>
              <a:rPr lang="en-US" altLang="zh-CN" baseline="30000" dirty="0">
                <a:latin typeface="楷体_GB2312" pitchFamily="49" charset="-122"/>
              </a:rPr>
              <a:t>11</a:t>
            </a:r>
            <a:r>
              <a:rPr lang="zh-CN" altLang="en-US" dirty="0">
                <a:latin typeface="楷体_GB2312" pitchFamily="49" charset="-122"/>
              </a:rPr>
              <a:t>～</a:t>
            </a:r>
            <a:r>
              <a:rPr lang="en-US" altLang="zh-CN" dirty="0">
                <a:latin typeface="楷体_GB2312" pitchFamily="49" charset="-122"/>
              </a:rPr>
              <a:t>10</a:t>
            </a:r>
            <a:r>
              <a:rPr lang="en-US" altLang="zh-CN" baseline="30000" dirty="0">
                <a:latin typeface="楷体_GB2312" pitchFamily="49" charset="-122"/>
              </a:rPr>
              <a:t>14</a:t>
            </a:r>
            <a:r>
              <a:rPr lang="en-US" altLang="zh-CN" dirty="0">
                <a:latin typeface="楷体_GB2312" pitchFamily="49" charset="-122"/>
              </a:rPr>
              <a:t>H</a:t>
            </a:r>
            <a:r>
              <a:rPr lang="en-US" altLang="zh-CN" baseline="-25000" dirty="0">
                <a:latin typeface="楷体_GB2312" pitchFamily="49" charset="-122"/>
              </a:rPr>
              <a:t>z</a:t>
            </a:r>
            <a:r>
              <a:rPr lang="zh-CN" altLang="en-US" dirty="0">
                <a:latin typeface="楷体_GB2312" pitchFamily="49" charset="-122"/>
              </a:rPr>
              <a:t>，通过发送或接收信号调制的非相干红外线，即可形成一条通信链路</a:t>
            </a:r>
            <a:r>
              <a:rPr lang="zh-CN" altLang="en-US" dirty="0" smtClean="0">
                <a:latin typeface="楷体_GB2312" pitchFamily="49" charset="-122"/>
              </a:rPr>
              <a:t>。方向性强，直线传播，穿透能力差，不适合在户外阳光下使用</a:t>
            </a:r>
            <a:endParaRPr lang="en-US" altLang="zh-CN" dirty="0" smtClean="0"/>
          </a:p>
          <a:p>
            <a:pPr algn="just">
              <a:defRPr/>
            </a:pPr>
            <a:r>
              <a:rPr lang="zh-CN" altLang="en-US" dirty="0" smtClean="0">
                <a:solidFill>
                  <a:srgbClr val="FF0000"/>
                </a:solidFill>
              </a:rPr>
              <a:t>激光</a:t>
            </a:r>
            <a:endParaRPr lang="en-US" altLang="zh-CN" dirty="0" smtClean="0">
              <a:solidFill>
                <a:srgbClr val="FF0000"/>
              </a:solidFill>
            </a:endParaRPr>
          </a:p>
          <a:p>
            <a:pPr marL="400050" lvl="1" indent="0" algn="just">
              <a:buFont typeface="Wingdings" pitchFamily="2" charset="2"/>
              <a:buNone/>
              <a:defRPr/>
            </a:pPr>
            <a:r>
              <a:rPr lang="zh-CN" altLang="en-US" dirty="0">
                <a:latin typeface="楷体_GB2312" pitchFamily="49" charset="-122"/>
              </a:rPr>
              <a:t>工作频率为</a:t>
            </a:r>
            <a:r>
              <a:rPr lang="en-US" altLang="zh-CN" dirty="0">
                <a:latin typeface="楷体_GB2312" pitchFamily="49" charset="-122"/>
              </a:rPr>
              <a:t>10</a:t>
            </a:r>
            <a:r>
              <a:rPr lang="en-US" altLang="zh-CN" baseline="30000" dirty="0">
                <a:latin typeface="楷体_GB2312" pitchFamily="49" charset="-122"/>
              </a:rPr>
              <a:t>14</a:t>
            </a:r>
            <a:r>
              <a:rPr lang="zh-CN" altLang="en-US" dirty="0">
                <a:latin typeface="楷体_GB2312" pitchFamily="49" charset="-122"/>
              </a:rPr>
              <a:t>～</a:t>
            </a:r>
            <a:r>
              <a:rPr lang="en-US" altLang="zh-CN" dirty="0">
                <a:latin typeface="楷体_GB2312" pitchFamily="49" charset="-122"/>
              </a:rPr>
              <a:t>10</a:t>
            </a:r>
            <a:r>
              <a:rPr lang="en-US" altLang="zh-CN" baseline="30000" dirty="0">
                <a:latin typeface="楷体_GB2312" pitchFamily="49" charset="-122"/>
              </a:rPr>
              <a:t>15</a:t>
            </a:r>
            <a:r>
              <a:rPr lang="en-US" altLang="zh-CN" dirty="0">
                <a:latin typeface="楷体_GB2312" pitchFamily="49" charset="-122"/>
              </a:rPr>
              <a:t>H</a:t>
            </a:r>
            <a:r>
              <a:rPr lang="en-US" altLang="zh-CN" baseline="-25000" dirty="0">
                <a:latin typeface="楷体_GB2312" pitchFamily="49" charset="-122"/>
              </a:rPr>
              <a:t>z</a:t>
            </a:r>
            <a:r>
              <a:rPr lang="zh-CN" altLang="en-US" dirty="0">
                <a:latin typeface="楷体_GB2312" pitchFamily="49" charset="-122"/>
              </a:rPr>
              <a:t>，用调制解调的相干</a:t>
            </a:r>
            <a:r>
              <a:rPr lang="zh-CN" altLang="en-US" dirty="0" smtClean="0">
                <a:latin typeface="楷体_GB2312" pitchFamily="49" charset="-122"/>
              </a:rPr>
              <a:t>激光实现</a:t>
            </a:r>
            <a:r>
              <a:rPr lang="zh-CN" altLang="en-US" dirty="0">
                <a:latin typeface="楷体_GB2312" pitchFamily="49" charset="-122"/>
              </a:rPr>
              <a:t>激光通信</a:t>
            </a:r>
            <a:r>
              <a:rPr lang="zh-CN" altLang="en-US" dirty="0" smtClean="0">
                <a:latin typeface="楷体_GB2312" pitchFamily="49" charset="-122"/>
              </a:rPr>
              <a:t>。</a:t>
            </a:r>
            <a:endParaRPr lang="en-US" altLang="zh-CN" dirty="0" smtClean="0"/>
          </a:p>
          <a:p>
            <a:pPr marL="0" indent="0" algn="just">
              <a:buFont typeface="Wingdings" pitchFamily="2" charset="2"/>
              <a:buNone/>
              <a:defRPr/>
            </a:pPr>
            <a:r>
              <a:rPr lang="zh-CN" altLang="en-US" sz="2400" dirty="0" smtClean="0">
                <a:solidFill>
                  <a:srgbClr val="0070C0"/>
                </a:solidFill>
                <a:latin typeface="楷体_GB2312" pitchFamily="49" charset="-122"/>
              </a:rPr>
              <a:t>构建网络系统时应根据需求</a:t>
            </a:r>
            <a:r>
              <a:rPr lang="zh-CN" altLang="en-US" sz="2400" dirty="0">
                <a:solidFill>
                  <a:srgbClr val="0070C0"/>
                </a:solidFill>
                <a:latin typeface="楷体_GB2312" pitchFamily="49" charset="-122"/>
              </a:rPr>
              <a:t>，</a:t>
            </a:r>
            <a:r>
              <a:rPr lang="zh-CN" altLang="en-US" sz="2400" dirty="0">
                <a:solidFill>
                  <a:srgbClr val="FF0000"/>
                </a:solidFill>
                <a:latin typeface="楷体_GB2312" pitchFamily="49" charset="-122"/>
              </a:rPr>
              <a:t>选择合适的传输</a:t>
            </a:r>
            <a:r>
              <a:rPr lang="zh-CN" altLang="en-US" sz="2400" dirty="0" smtClean="0">
                <a:solidFill>
                  <a:srgbClr val="FF0000"/>
                </a:solidFill>
                <a:latin typeface="楷体_GB2312" pitchFamily="49" charset="-122"/>
              </a:rPr>
              <a:t>介质</a:t>
            </a:r>
            <a:r>
              <a:rPr lang="zh-CN" altLang="en-US" sz="2400" dirty="0">
                <a:solidFill>
                  <a:srgbClr val="0070C0"/>
                </a:solidFill>
                <a:latin typeface="楷体_GB2312" pitchFamily="49" charset="-122"/>
              </a:rPr>
              <a:t>，</a:t>
            </a:r>
            <a:r>
              <a:rPr lang="zh-CN" altLang="en-US" sz="2400" dirty="0" smtClean="0">
                <a:solidFill>
                  <a:srgbClr val="0070C0"/>
                </a:solidFill>
                <a:latin typeface="楷体_GB2312" pitchFamily="49" charset="-122"/>
              </a:rPr>
              <a:t>要考虑</a:t>
            </a:r>
            <a:r>
              <a:rPr lang="zh-CN" altLang="en-US" sz="2400" dirty="0">
                <a:solidFill>
                  <a:srgbClr val="0070C0"/>
                </a:solidFill>
                <a:latin typeface="楷体_GB2312" pitchFamily="49" charset="-122"/>
              </a:rPr>
              <a:t>的相关问题</a:t>
            </a:r>
            <a:r>
              <a:rPr lang="zh-CN" altLang="en-US" sz="2400" dirty="0" smtClean="0">
                <a:solidFill>
                  <a:srgbClr val="0070C0"/>
                </a:solidFill>
                <a:latin typeface="楷体_GB2312" pitchFamily="49" charset="-122"/>
              </a:rPr>
              <a:t>有：传输</a:t>
            </a:r>
            <a:r>
              <a:rPr lang="zh-CN" altLang="en-US" sz="2400" dirty="0">
                <a:solidFill>
                  <a:srgbClr val="0070C0"/>
                </a:solidFill>
                <a:latin typeface="楷体_GB2312" pitchFamily="49" charset="-122"/>
              </a:rPr>
              <a:t>的信号</a:t>
            </a:r>
            <a:r>
              <a:rPr lang="zh-CN" altLang="en-US" sz="2400" dirty="0" smtClean="0">
                <a:solidFill>
                  <a:srgbClr val="0070C0"/>
                </a:solidFill>
                <a:latin typeface="楷体_GB2312" pitchFamily="49" charset="-122"/>
              </a:rPr>
              <a:t>类型、网络覆盖的</a:t>
            </a:r>
            <a:r>
              <a:rPr lang="zh-CN" altLang="en-US" sz="2400" dirty="0">
                <a:solidFill>
                  <a:srgbClr val="C00000"/>
                </a:solidFill>
                <a:latin typeface="楷体_GB2312" pitchFamily="49" charset="-122"/>
              </a:rPr>
              <a:t>地理</a:t>
            </a:r>
            <a:r>
              <a:rPr lang="zh-CN" altLang="en-US" sz="2400" dirty="0" smtClean="0">
                <a:solidFill>
                  <a:srgbClr val="C00000"/>
                </a:solidFill>
                <a:latin typeface="楷体_GB2312" pitchFamily="49" charset="-122"/>
              </a:rPr>
              <a:t>范围</a:t>
            </a:r>
            <a:r>
              <a:rPr lang="zh-CN" altLang="en-US" sz="2400" dirty="0" smtClean="0">
                <a:latin typeface="楷体_GB2312" pitchFamily="49" charset="-122"/>
              </a:rPr>
              <a:t>、</a:t>
            </a:r>
            <a:r>
              <a:rPr lang="zh-CN" altLang="en-US" sz="2400" dirty="0" smtClean="0">
                <a:solidFill>
                  <a:srgbClr val="C00000"/>
                </a:solidFill>
                <a:latin typeface="楷体_GB2312" pitchFamily="49" charset="-122"/>
              </a:rPr>
              <a:t>环境条件</a:t>
            </a:r>
            <a:r>
              <a:rPr lang="zh-CN" altLang="en-US" sz="2400" dirty="0" smtClean="0">
                <a:latin typeface="楷体_GB2312" pitchFamily="49" charset="-122"/>
              </a:rPr>
              <a:t>、</a:t>
            </a:r>
            <a:r>
              <a:rPr lang="zh-CN" altLang="en-US" sz="2400" dirty="0" smtClean="0">
                <a:solidFill>
                  <a:srgbClr val="C00000"/>
                </a:solidFill>
                <a:latin typeface="楷体_GB2312" pitchFamily="49" charset="-122"/>
              </a:rPr>
              <a:t>节点间距离</a:t>
            </a:r>
            <a:r>
              <a:rPr lang="zh-CN" altLang="en-US" sz="2400" dirty="0" smtClean="0">
                <a:latin typeface="楷体_GB2312" pitchFamily="49" charset="-122"/>
              </a:rPr>
              <a:t>、</a:t>
            </a:r>
            <a:r>
              <a:rPr lang="zh-CN" altLang="en-US" sz="2400" dirty="0" smtClean="0">
                <a:solidFill>
                  <a:srgbClr val="0070C0"/>
                </a:solidFill>
                <a:latin typeface="楷体_GB2312" pitchFamily="49" charset="-122"/>
              </a:rPr>
              <a:t>网络</a:t>
            </a:r>
            <a:r>
              <a:rPr lang="zh-CN" altLang="en-US" sz="2400" dirty="0" smtClean="0">
                <a:solidFill>
                  <a:srgbClr val="C00000"/>
                </a:solidFill>
                <a:latin typeface="楷体_GB2312" pitchFamily="49" charset="-122"/>
              </a:rPr>
              <a:t>连接方式</a:t>
            </a:r>
            <a:r>
              <a:rPr lang="zh-CN" altLang="en-US" sz="2400" dirty="0" smtClean="0">
                <a:latin typeface="楷体_GB2312" pitchFamily="49" charset="-122"/>
              </a:rPr>
              <a:t>、</a:t>
            </a:r>
            <a:r>
              <a:rPr lang="zh-CN" altLang="en-US" sz="2400" dirty="0" smtClean="0">
                <a:solidFill>
                  <a:srgbClr val="0070C0"/>
                </a:solidFill>
                <a:latin typeface="楷体_GB2312" pitchFamily="49" charset="-122"/>
              </a:rPr>
              <a:t>网络</a:t>
            </a:r>
            <a:r>
              <a:rPr lang="zh-CN" altLang="en-US" sz="2400" dirty="0" smtClean="0">
                <a:solidFill>
                  <a:srgbClr val="C00000"/>
                </a:solidFill>
                <a:latin typeface="楷体_GB2312" pitchFamily="49" charset="-122"/>
              </a:rPr>
              <a:t>通信量</a:t>
            </a:r>
            <a:r>
              <a:rPr lang="zh-CN" altLang="en-US" sz="2400" dirty="0" smtClean="0">
                <a:latin typeface="楷体_GB2312" pitchFamily="49" charset="-122"/>
              </a:rPr>
              <a:t>、</a:t>
            </a:r>
            <a:r>
              <a:rPr lang="zh-CN" altLang="en-US" sz="2400" dirty="0" smtClean="0">
                <a:solidFill>
                  <a:srgbClr val="0070C0"/>
                </a:solidFill>
                <a:latin typeface="楷体_GB2312" pitchFamily="49" charset="-122"/>
              </a:rPr>
              <a:t>传输</a:t>
            </a:r>
            <a:r>
              <a:rPr lang="zh-CN" altLang="en-US" sz="2400" dirty="0">
                <a:solidFill>
                  <a:srgbClr val="0070C0"/>
                </a:solidFill>
                <a:latin typeface="楷体_GB2312" pitchFamily="49" charset="-122"/>
              </a:rPr>
              <a:t>介质与相关设备的</a:t>
            </a:r>
            <a:r>
              <a:rPr lang="zh-CN" altLang="en-US" sz="2400" dirty="0">
                <a:solidFill>
                  <a:srgbClr val="C00000"/>
                </a:solidFill>
                <a:latin typeface="楷体_GB2312" pitchFamily="49" charset="-122"/>
              </a:rPr>
              <a:t>性能价格比</a:t>
            </a:r>
            <a:r>
              <a:rPr lang="zh-CN" altLang="en-US" sz="2400" dirty="0">
                <a:solidFill>
                  <a:srgbClr val="0070C0"/>
                </a:solidFill>
                <a:latin typeface="楷体_GB2312" pitchFamily="49" charset="-122"/>
              </a:rPr>
              <a:t>等</a:t>
            </a:r>
            <a:r>
              <a:rPr lang="zh-CN" altLang="en-US" sz="2400" dirty="0" smtClean="0">
                <a:solidFill>
                  <a:srgbClr val="0070C0"/>
                </a:solidFill>
                <a:latin typeface="楷体_GB2312" pitchFamily="49" charset="-122"/>
              </a:rPr>
              <a:t>。</a:t>
            </a:r>
            <a:endParaRPr lang="en-US" altLang="zh-CN" sz="2400" dirty="0" smtClean="0">
              <a:solidFill>
                <a:srgbClr val="0070C0"/>
              </a:solidFill>
              <a:latin typeface="楷体_GB2312" pitchFamily="49" charset="-122"/>
            </a:endParaRPr>
          </a:p>
        </p:txBody>
      </p:sp>
      <p:sp>
        <p:nvSpPr>
          <p:cNvPr id="4" name="灯片编号占位符 3"/>
          <p:cNvSpPr>
            <a:spLocks noGrp="1"/>
          </p:cNvSpPr>
          <p:nvPr>
            <p:ph type="sldNum" sz="quarter" idx="12"/>
          </p:nvPr>
        </p:nvSpPr>
        <p:spPr/>
        <p:txBody>
          <a:bodyPr/>
          <a:lstStyle/>
          <a:p>
            <a:pPr>
              <a:defRPr/>
            </a:pPr>
            <a:fld id="{8FB74A0D-1DC4-43FC-A031-F54287F2B35C}" type="slidenum">
              <a:rPr lang="zh-CN" altLang="en-US" smtClean="0"/>
              <a:pPr>
                <a:defRPr/>
              </a:pPr>
              <a:t>48</a:t>
            </a:fld>
            <a:endParaRPr lang="zh-CN" altLang="en-US" dirty="0"/>
          </a:p>
        </p:txBody>
      </p:sp>
    </p:spTree>
  </p:cSld>
  <p:clrMapOvr>
    <a:masterClrMapping/>
  </p:clrMapOvr>
  <p:transition spd="slow">
    <p:push dir="u"/>
  </p:transition>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42" presetClass="entr" presetSubtype="0" fill="hold"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animEffect transition="in" filter="fade">
                                      <p:cBhvr>
                                        <p:cTn id="7" dur="1000"/>
                                        <p:tgtEl>
                                          <p:spTgt spid="3">
                                            <p:txEl>
                                              <p:pRg st="0" end="0"/>
                                            </p:txEl>
                                          </p:spTgt>
                                        </p:tgtEl>
                                      </p:cBhvr>
                                    </p:animEffect>
                                    <p:anim calcmode="lin" valueType="num">
                                      <p:cBhvr>
                                        <p:cTn id="8" dur="1000" fill="hold"/>
                                        <p:tgtEl>
                                          <p:spTgt spid="3">
                                            <p:txEl>
                                              <p:pRg st="0" end="0"/>
                                            </p:txEl>
                                          </p:spTgt>
                                        </p:tgtEl>
                                        <p:attrNameLst>
                                          <p:attrName>ppt_x</p:attrName>
                                        </p:attrNameLst>
                                      </p:cBhvr>
                                      <p:tavLst>
                                        <p:tav tm="0">
                                          <p:val>
                                            <p:strVal val="#ppt_x"/>
                                          </p:val>
                                        </p:tav>
                                        <p:tav tm="100000">
                                          <p:val>
                                            <p:strVal val="#ppt_x"/>
                                          </p:val>
                                        </p:tav>
                                      </p:tavLst>
                                    </p:anim>
                                    <p:anim calcmode="lin" valueType="num">
                                      <p:cBhvr>
                                        <p:cTn id="9" dur="1000" fill="hold"/>
                                        <p:tgtEl>
                                          <p:spTgt spid="3">
                                            <p:txEl>
                                              <p:pRg st="0" end="0"/>
                                            </p:txEl>
                                          </p:spTgt>
                                        </p:tgtEl>
                                        <p:attrNameLst>
                                          <p:attrName>ppt_y</p:attrName>
                                        </p:attrNameLst>
                                      </p:cBhvr>
                                      <p:tavLst>
                                        <p:tav tm="0">
                                          <p:val>
                                            <p:strVal val="#ppt_y+.1"/>
                                          </p:val>
                                        </p:tav>
                                        <p:tav tm="100000">
                                          <p:val>
                                            <p:strVal val="#ppt_y"/>
                                          </p:val>
                                        </p:tav>
                                      </p:tavLst>
                                    </p:anim>
                                  </p:childTnLst>
                                </p:cTn>
                              </p:par>
                              <p:par>
                                <p:cTn id="10" presetID="42" presetClass="entr" presetSubtype="0" fill="hold" nodeType="withEffect">
                                  <p:stCondLst>
                                    <p:cond delay="0"/>
                                  </p:stCondLst>
                                  <p:childTnLst>
                                    <p:set>
                                      <p:cBhvr>
                                        <p:cTn id="11" dur="1" fill="hold">
                                          <p:stCondLst>
                                            <p:cond delay="0"/>
                                          </p:stCondLst>
                                        </p:cTn>
                                        <p:tgtEl>
                                          <p:spTgt spid="3">
                                            <p:txEl>
                                              <p:pRg st="1" end="1"/>
                                            </p:txEl>
                                          </p:spTgt>
                                        </p:tgtEl>
                                        <p:attrNameLst>
                                          <p:attrName>style.visibility</p:attrName>
                                        </p:attrNameLst>
                                      </p:cBhvr>
                                      <p:to>
                                        <p:strVal val="visible"/>
                                      </p:to>
                                    </p:set>
                                    <p:animEffect transition="in" filter="fade">
                                      <p:cBhvr>
                                        <p:cTn id="12" dur="1000"/>
                                        <p:tgtEl>
                                          <p:spTgt spid="3">
                                            <p:txEl>
                                              <p:pRg st="1" end="1"/>
                                            </p:txEl>
                                          </p:spTgt>
                                        </p:tgtEl>
                                      </p:cBhvr>
                                    </p:animEffect>
                                    <p:anim calcmode="lin" valueType="num">
                                      <p:cBhvr>
                                        <p:cTn id="13" dur="1000" fill="hold"/>
                                        <p:tgtEl>
                                          <p:spTgt spid="3">
                                            <p:txEl>
                                              <p:pRg st="1" end="1"/>
                                            </p:txEl>
                                          </p:spTgt>
                                        </p:tgtEl>
                                        <p:attrNameLst>
                                          <p:attrName>ppt_x</p:attrName>
                                        </p:attrNameLst>
                                      </p:cBhvr>
                                      <p:tavLst>
                                        <p:tav tm="0">
                                          <p:val>
                                            <p:strVal val="#ppt_x"/>
                                          </p:val>
                                        </p:tav>
                                        <p:tav tm="100000">
                                          <p:val>
                                            <p:strVal val="#ppt_x"/>
                                          </p:val>
                                        </p:tav>
                                      </p:tavLst>
                                    </p:anim>
                                    <p:anim calcmode="lin" valueType="num">
                                      <p:cBhvr>
                                        <p:cTn id="14" dur="1000" fill="hold"/>
                                        <p:tgtEl>
                                          <p:spTgt spid="3">
                                            <p:txEl>
                                              <p:pRg st="1" end="1"/>
                                            </p:txEl>
                                          </p:spTgt>
                                        </p:tgtEl>
                                        <p:attrNameLst>
                                          <p:attrName>ppt_y</p:attrName>
                                        </p:attrNameLst>
                                      </p:cBhvr>
                                      <p:tavLst>
                                        <p:tav tm="0">
                                          <p:val>
                                            <p:strVal val="#ppt_y+.1"/>
                                          </p:val>
                                        </p:tav>
                                        <p:tav tm="100000">
                                          <p:val>
                                            <p:strVal val="#ppt_y"/>
                                          </p:val>
                                        </p:tav>
                                      </p:tavLst>
                                    </p:anim>
                                  </p:childTnLst>
                                </p:cTn>
                              </p:par>
                            </p:childTnLst>
                          </p:cTn>
                        </p:par>
                      </p:childTnLst>
                    </p:cTn>
                  </p:par>
                  <p:par>
                    <p:cTn id="15" fill="hold" nodeType="clickPar">
                      <p:stCondLst>
                        <p:cond delay="indefinite"/>
                      </p:stCondLst>
                      <p:childTnLst>
                        <p:par>
                          <p:cTn id="16" fill="hold" nodeType="withGroup">
                            <p:stCondLst>
                              <p:cond delay="0"/>
                            </p:stCondLst>
                            <p:childTnLst>
                              <p:par>
                                <p:cTn id="17" presetID="42" presetClass="entr" presetSubtype="0" fill="hold" nodeType="clickEffect">
                                  <p:stCondLst>
                                    <p:cond delay="0"/>
                                  </p:stCondLst>
                                  <p:childTnLst>
                                    <p:set>
                                      <p:cBhvr>
                                        <p:cTn id="18" dur="1" fill="hold">
                                          <p:stCondLst>
                                            <p:cond delay="0"/>
                                          </p:stCondLst>
                                        </p:cTn>
                                        <p:tgtEl>
                                          <p:spTgt spid="3">
                                            <p:txEl>
                                              <p:pRg st="2" end="2"/>
                                            </p:txEl>
                                          </p:spTgt>
                                        </p:tgtEl>
                                        <p:attrNameLst>
                                          <p:attrName>style.visibility</p:attrName>
                                        </p:attrNameLst>
                                      </p:cBhvr>
                                      <p:to>
                                        <p:strVal val="visible"/>
                                      </p:to>
                                    </p:set>
                                    <p:animEffect transition="in" filter="fade">
                                      <p:cBhvr>
                                        <p:cTn id="19" dur="1000"/>
                                        <p:tgtEl>
                                          <p:spTgt spid="3">
                                            <p:txEl>
                                              <p:pRg st="2" end="2"/>
                                            </p:txEl>
                                          </p:spTgt>
                                        </p:tgtEl>
                                      </p:cBhvr>
                                    </p:animEffect>
                                    <p:anim calcmode="lin" valueType="num">
                                      <p:cBhvr>
                                        <p:cTn id="20" dur="1000" fill="hold"/>
                                        <p:tgtEl>
                                          <p:spTgt spid="3">
                                            <p:txEl>
                                              <p:pRg st="2" end="2"/>
                                            </p:txEl>
                                          </p:spTgt>
                                        </p:tgtEl>
                                        <p:attrNameLst>
                                          <p:attrName>ppt_x</p:attrName>
                                        </p:attrNameLst>
                                      </p:cBhvr>
                                      <p:tavLst>
                                        <p:tav tm="0">
                                          <p:val>
                                            <p:strVal val="#ppt_x"/>
                                          </p:val>
                                        </p:tav>
                                        <p:tav tm="100000">
                                          <p:val>
                                            <p:strVal val="#ppt_x"/>
                                          </p:val>
                                        </p:tav>
                                      </p:tavLst>
                                    </p:anim>
                                    <p:anim calcmode="lin" valueType="num">
                                      <p:cBhvr>
                                        <p:cTn id="21" dur="1000" fill="hold"/>
                                        <p:tgtEl>
                                          <p:spTgt spid="3">
                                            <p:txEl>
                                              <p:pRg st="2" end="2"/>
                                            </p:txEl>
                                          </p:spTgt>
                                        </p:tgtEl>
                                        <p:attrNameLst>
                                          <p:attrName>ppt_y</p:attrName>
                                        </p:attrNameLst>
                                      </p:cBhvr>
                                      <p:tavLst>
                                        <p:tav tm="0">
                                          <p:val>
                                            <p:strVal val="#ppt_y+.1"/>
                                          </p:val>
                                        </p:tav>
                                        <p:tav tm="100000">
                                          <p:val>
                                            <p:strVal val="#ppt_y"/>
                                          </p:val>
                                        </p:tav>
                                      </p:tavLst>
                                    </p:anim>
                                  </p:childTnLst>
                                </p:cTn>
                              </p:par>
                              <p:par>
                                <p:cTn id="22" presetID="42" presetClass="entr" presetSubtype="0" fill="hold" nodeType="withEffect">
                                  <p:stCondLst>
                                    <p:cond delay="0"/>
                                  </p:stCondLst>
                                  <p:childTnLst>
                                    <p:set>
                                      <p:cBhvr>
                                        <p:cTn id="23" dur="1" fill="hold">
                                          <p:stCondLst>
                                            <p:cond delay="0"/>
                                          </p:stCondLst>
                                        </p:cTn>
                                        <p:tgtEl>
                                          <p:spTgt spid="3">
                                            <p:txEl>
                                              <p:pRg st="3" end="3"/>
                                            </p:txEl>
                                          </p:spTgt>
                                        </p:tgtEl>
                                        <p:attrNameLst>
                                          <p:attrName>style.visibility</p:attrName>
                                        </p:attrNameLst>
                                      </p:cBhvr>
                                      <p:to>
                                        <p:strVal val="visible"/>
                                      </p:to>
                                    </p:set>
                                    <p:animEffect transition="in" filter="fade">
                                      <p:cBhvr>
                                        <p:cTn id="24" dur="1000"/>
                                        <p:tgtEl>
                                          <p:spTgt spid="3">
                                            <p:txEl>
                                              <p:pRg st="3" end="3"/>
                                            </p:txEl>
                                          </p:spTgt>
                                        </p:tgtEl>
                                      </p:cBhvr>
                                    </p:animEffect>
                                    <p:anim calcmode="lin" valueType="num">
                                      <p:cBhvr>
                                        <p:cTn id="25" dur="1000" fill="hold"/>
                                        <p:tgtEl>
                                          <p:spTgt spid="3">
                                            <p:txEl>
                                              <p:pRg st="3" end="3"/>
                                            </p:txEl>
                                          </p:spTgt>
                                        </p:tgtEl>
                                        <p:attrNameLst>
                                          <p:attrName>ppt_x</p:attrName>
                                        </p:attrNameLst>
                                      </p:cBhvr>
                                      <p:tavLst>
                                        <p:tav tm="0">
                                          <p:val>
                                            <p:strVal val="#ppt_x"/>
                                          </p:val>
                                        </p:tav>
                                        <p:tav tm="100000">
                                          <p:val>
                                            <p:strVal val="#ppt_x"/>
                                          </p:val>
                                        </p:tav>
                                      </p:tavLst>
                                    </p:anim>
                                    <p:anim calcmode="lin" valueType="num">
                                      <p:cBhvr>
                                        <p:cTn id="26" dur="1000" fill="hold"/>
                                        <p:tgtEl>
                                          <p:spTgt spid="3">
                                            <p:txEl>
                                              <p:pRg st="3" end="3"/>
                                            </p:txEl>
                                          </p:spTgt>
                                        </p:tgtEl>
                                        <p:attrNameLst>
                                          <p:attrName>ppt_y</p:attrName>
                                        </p:attrNameLst>
                                      </p:cBhvr>
                                      <p:tavLst>
                                        <p:tav tm="0">
                                          <p:val>
                                            <p:strVal val="#ppt_y+.1"/>
                                          </p:val>
                                        </p:tav>
                                        <p:tav tm="100000">
                                          <p:val>
                                            <p:strVal val="#ppt_y"/>
                                          </p:val>
                                        </p:tav>
                                      </p:tavLst>
                                    </p:anim>
                                  </p:childTnLst>
                                </p:cTn>
                              </p:par>
                            </p:childTnLst>
                          </p:cTn>
                        </p:par>
                      </p:childTnLst>
                    </p:cTn>
                  </p:par>
                  <p:par>
                    <p:cTn id="27" fill="hold" nodeType="clickPar">
                      <p:stCondLst>
                        <p:cond delay="indefinite"/>
                      </p:stCondLst>
                      <p:childTnLst>
                        <p:par>
                          <p:cTn id="28" fill="hold" nodeType="withGroup">
                            <p:stCondLst>
                              <p:cond delay="0"/>
                            </p:stCondLst>
                            <p:childTnLst>
                              <p:par>
                                <p:cTn id="29" presetID="42" presetClass="entr" presetSubtype="0" fill="hold" nodeType="clickEffect">
                                  <p:stCondLst>
                                    <p:cond delay="0"/>
                                  </p:stCondLst>
                                  <p:childTnLst>
                                    <p:set>
                                      <p:cBhvr>
                                        <p:cTn id="30" dur="1" fill="hold">
                                          <p:stCondLst>
                                            <p:cond delay="0"/>
                                          </p:stCondLst>
                                        </p:cTn>
                                        <p:tgtEl>
                                          <p:spTgt spid="3">
                                            <p:txEl>
                                              <p:pRg st="4" end="4"/>
                                            </p:txEl>
                                          </p:spTgt>
                                        </p:tgtEl>
                                        <p:attrNameLst>
                                          <p:attrName>style.visibility</p:attrName>
                                        </p:attrNameLst>
                                      </p:cBhvr>
                                      <p:to>
                                        <p:strVal val="visible"/>
                                      </p:to>
                                    </p:set>
                                    <p:animEffect transition="in" filter="fade">
                                      <p:cBhvr>
                                        <p:cTn id="31" dur="1000"/>
                                        <p:tgtEl>
                                          <p:spTgt spid="3">
                                            <p:txEl>
                                              <p:pRg st="4" end="4"/>
                                            </p:txEl>
                                          </p:spTgt>
                                        </p:tgtEl>
                                      </p:cBhvr>
                                    </p:animEffect>
                                    <p:anim calcmode="lin" valueType="num">
                                      <p:cBhvr>
                                        <p:cTn id="32" dur="1000" fill="hold"/>
                                        <p:tgtEl>
                                          <p:spTgt spid="3">
                                            <p:txEl>
                                              <p:pRg st="4" end="4"/>
                                            </p:txEl>
                                          </p:spTgt>
                                        </p:tgtEl>
                                        <p:attrNameLst>
                                          <p:attrName>ppt_x</p:attrName>
                                        </p:attrNameLst>
                                      </p:cBhvr>
                                      <p:tavLst>
                                        <p:tav tm="0">
                                          <p:val>
                                            <p:strVal val="#ppt_x"/>
                                          </p:val>
                                        </p:tav>
                                        <p:tav tm="100000">
                                          <p:val>
                                            <p:strVal val="#ppt_x"/>
                                          </p:val>
                                        </p:tav>
                                      </p:tavLst>
                                    </p:anim>
                                    <p:anim calcmode="lin" valueType="num">
                                      <p:cBhvr>
                                        <p:cTn id="33" dur="1000" fill="hold"/>
                                        <p:tgtEl>
                                          <p:spTgt spid="3">
                                            <p:txEl>
                                              <p:pRg st="4" end="4"/>
                                            </p:txEl>
                                          </p:spTgt>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4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4514" name="标题 1"/>
          <p:cNvSpPr>
            <a:spLocks noGrp="1"/>
          </p:cNvSpPr>
          <p:nvPr>
            <p:ph type="title"/>
          </p:nvPr>
        </p:nvSpPr>
        <p:spPr>
          <a:xfrm>
            <a:off x="107950" y="44450"/>
            <a:ext cx="7343775" cy="792163"/>
          </a:xfrm>
        </p:spPr>
        <p:txBody>
          <a:bodyPr/>
          <a:lstStyle/>
          <a:p>
            <a:pPr eaLnBrk="1" hangingPunct="1"/>
            <a:r>
              <a:rPr lang="zh-CN" altLang="en-US" smtClean="0"/>
              <a:t>第</a:t>
            </a:r>
            <a:r>
              <a:rPr lang="en-US" altLang="zh-CN" smtClean="0"/>
              <a:t>2</a:t>
            </a:r>
            <a:r>
              <a:rPr lang="zh-CN" altLang="en-US" smtClean="0"/>
              <a:t>章 数据通信与网络基础</a:t>
            </a:r>
          </a:p>
        </p:txBody>
      </p:sp>
      <p:sp>
        <p:nvSpPr>
          <p:cNvPr id="64515" name="内容占位符 2"/>
          <p:cNvSpPr>
            <a:spLocks noGrp="1"/>
          </p:cNvSpPr>
          <p:nvPr>
            <p:ph idx="1"/>
          </p:nvPr>
        </p:nvSpPr>
        <p:spPr>
          <a:xfrm>
            <a:off x="107950" y="981075"/>
            <a:ext cx="8928100" cy="5102225"/>
          </a:xfrm>
        </p:spPr>
        <p:txBody>
          <a:bodyPr/>
          <a:lstStyle/>
          <a:p>
            <a:pPr eaLnBrk="1" hangingPunct="1"/>
            <a:r>
              <a:rPr lang="en-US" altLang="zh-CN" smtClean="0"/>
              <a:t>2.1 </a:t>
            </a:r>
            <a:r>
              <a:rPr lang="zh-CN" altLang="en-US" smtClean="0"/>
              <a:t>基本术语</a:t>
            </a:r>
            <a:endParaRPr lang="en-US" altLang="zh-CN" smtClean="0"/>
          </a:p>
          <a:p>
            <a:pPr eaLnBrk="1" hangingPunct="1"/>
            <a:r>
              <a:rPr lang="en-US" altLang="zh-CN" smtClean="0"/>
              <a:t>2.2 </a:t>
            </a:r>
            <a:r>
              <a:rPr lang="zh-CN" altLang="en-US" smtClean="0"/>
              <a:t>数据编码</a:t>
            </a:r>
            <a:endParaRPr lang="en-US" altLang="zh-CN" smtClean="0"/>
          </a:p>
          <a:p>
            <a:pPr eaLnBrk="1" hangingPunct="1"/>
            <a:r>
              <a:rPr lang="en-US" altLang="zh-CN" smtClean="0"/>
              <a:t>2.3 </a:t>
            </a:r>
            <a:r>
              <a:rPr lang="zh-CN" altLang="en-US" smtClean="0"/>
              <a:t>数据传输方式</a:t>
            </a:r>
            <a:endParaRPr lang="en-US" altLang="zh-CN" smtClean="0"/>
          </a:p>
          <a:p>
            <a:pPr eaLnBrk="1" hangingPunct="1"/>
            <a:r>
              <a:rPr lang="en-US" altLang="zh-CN" smtClean="0"/>
              <a:t>2.4 </a:t>
            </a:r>
            <a:r>
              <a:rPr lang="zh-CN" altLang="en-US" smtClean="0"/>
              <a:t>通信线路工作方式</a:t>
            </a:r>
            <a:endParaRPr lang="en-US" altLang="zh-CN" smtClean="0"/>
          </a:p>
          <a:p>
            <a:pPr eaLnBrk="1" hangingPunct="1"/>
            <a:r>
              <a:rPr lang="en-US" altLang="zh-CN" smtClean="0"/>
              <a:t>2.5 </a:t>
            </a:r>
            <a:r>
              <a:rPr lang="zh-CN" altLang="en-US" smtClean="0"/>
              <a:t>信号传输模式</a:t>
            </a:r>
            <a:endParaRPr lang="en-US" altLang="zh-CN" smtClean="0"/>
          </a:p>
          <a:p>
            <a:pPr eaLnBrk="1" hangingPunct="1"/>
            <a:r>
              <a:rPr lang="en-US" altLang="zh-CN" smtClean="0"/>
              <a:t>2.6</a:t>
            </a:r>
            <a:r>
              <a:rPr lang="zh-CN" altLang="en-US" smtClean="0"/>
              <a:t> 差错检测及校正</a:t>
            </a:r>
            <a:endParaRPr lang="en-US" altLang="zh-CN" smtClean="0"/>
          </a:p>
          <a:p>
            <a:pPr eaLnBrk="1" hangingPunct="1"/>
            <a:r>
              <a:rPr lang="en-US" altLang="zh-CN" smtClean="0"/>
              <a:t>2.7 </a:t>
            </a:r>
            <a:r>
              <a:rPr lang="zh-CN" altLang="en-US" smtClean="0"/>
              <a:t>网络拓扑</a:t>
            </a:r>
            <a:endParaRPr lang="en-US" altLang="zh-CN" smtClean="0"/>
          </a:p>
          <a:p>
            <a:pPr eaLnBrk="1" hangingPunct="1"/>
            <a:r>
              <a:rPr lang="en-US" altLang="zh-CN" smtClean="0"/>
              <a:t>2.8 </a:t>
            </a:r>
            <a:r>
              <a:rPr lang="zh-CN" altLang="en-US" smtClean="0"/>
              <a:t>网络的传输介质</a:t>
            </a:r>
            <a:endParaRPr lang="en-US" altLang="zh-CN" smtClean="0"/>
          </a:p>
          <a:p>
            <a:pPr eaLnBrk="1" hangingPunct="1"/>
            <a:r>
              <a:rPr lang="en-US" altLang="zh-CN" smtClean="0">
                <a:solidFill>
                  <a:srgbClr val="FF0000"/>
                </a:solidFill>
              </a:rPr>
              <a:t>2.9 </a:t>
            </a:r>
            <a:r>
              <a:rPr lang="zh-CN" altLang="en-US" smtClean="0">
                <a:solidFill>
                  <a:srgbClr val="FF0000"/>
                </a:solidFill>
              </a:rPr>
              <a:t>传输介质访问控制方式</a:t>
            </a:r>
            <a:endParaRPr lang="en-US" altLang="zh-CN" smtClean="0">
              <a:solidFill>
                <a:srgbClr val="FF0000"/>
              </a:solidFill>
            </a:endParaRPr>
          </a:p>
        </p:txBody>
      </p:sp>
      <p:sp>
        <p:nvSpPr>
          <p:cNvPr id="3" name="灯片编号占位符 2"/>
          <p:cNvSpPr>
            <a:spLocks noGrp="1"/>
          </p:cNvSpPr>
          <p:nvPr>
            <p:ph type="sldNum" sz="quarter" idx="12"/>
          </p:nvPr>
        </p:nvSpPr>
        <p:spPr/>
        <p:txBody>
          <a:bodyPr/>
          <a:lstStyle/>
          <a:p>
            <a:pPr>
              <a:defRPr/>
            </a:pPr>
            <a:fld id="{B558A65A-2775-4685-A916-5A822504F789}" type="slidenum">
              <a:rPr lang="zh-CN" altLang="en-US" smtClean="0"/>
              <a:pPr>
                <a:defRPr/>
              </a:pPr>
              <a:t>49</a:t>
            </a:fld>
            <a:endParaRPr lang="zh-CN" altLang="en-US"/>
          </a:p>
        </p:txBody>
      </p:sp>
    </p:spTree>
  </p:cSld>
  <p:clrMapOvr>
    <a:masterClrMapping/>
  </p:clrMapOvr>
  <p:transition spd="slow">
    <p:push dir="u"/>
  </p:transition>
  <p:timing>
    <p:tnLst>
      <p:par>
        <p:cTn id="1" dur="indefinite" restart="never" nodeType="tmRoot"/>
      </p:par>
    </p:tnLst>
  </p:timing>
</p:sld>
</file>

<file path=ppt/slides/slide5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5538" name="标题 1"/>
          <p:cNvSpPr>
            <a:spLocks noGrp="1"/>
          </p:cNvSpPr>
          <p:nvPr>
            <p:ph type="title"/>
          </p:nvPr>
        </p:nvSpPr>
        <p:spPr>
          <a:xfrm>
            <a:off x="107950" y="44450"/>
            <a:ext cx="7343775" cy="792163"/>
          </a:xfrm>
        </p:spPr>
        <p:txBody>
          <a:bodyPr/>
          <a:lstStyle/>
          <a:p>
            <a:r>
              <a:rPr lang="en-US" altLang="zh-CN" smtClean="0"/>
              <a:t>2.9 </a:t>
            </a:r>
            <a:r>
              <a:rPr lang="zh-CN" altLang="en-US" smtClean="0"/>
              <a:t>传输介质访问控制方式</a:t>
            </a:r>
          </a:p>
        </p:txBody>
      </p:sp>
      <p:sp>
        <p:nvSpPr>
          <p:cNvPr id="3" name="内容占位符 2"/>
          <p:cNvSpPr>
            <a:spLocks noGrp="1"/>
          </p:cNvSpPr>
          <p:nvPr>
            <p:ph idx="1"/>
          </p:nvPr>
        </p:nvSpPr>
        <p:spPr>
          <a:xfrm>
            <a:off x="107950" y="981075"/>
            <a:ext cx="8928100" cy="5102225"/>
          </a:xfrm>
        </p:spPr>
        <p:txBody>
          <a:bodyPr/>
          <a:lstStyle/>
          <a:p>
            <a:pPr marL="0" indent="0" algn="just">
              <a:buFont typeface="Wingdings" pitchFamily="2" charset="2"/>
              <a:buNone/>
            </a:pPr>
            <a:r>
              <a:rPr lang="zh-CN" altLang="en-US" sz="3600" dirty="0" smtClean="0">
                <a:solidFill>
                  <a:srgbClr val="C00000"/>
                </a:solidFill>
              </a:rPr>
              <a:t>传输介质访问控制方式</a:t>
            </a:r>
            <a:endParaRPr lang="en-US" altLang="zh-CN" sz="3600" dirty="0" smtClean="0">
              <a:solidFill>
                <a:schemeClr val="tx2"/>
              </a:solidFill>
            </a:endParaRPr>
          </a:p>
          <a:p>
            <a:pPr algn="just"/>
            <a:r>
              <a:rPr lang="zh-CN" altLang="en-US" dirty="0" smtClean="0">
                <a:solidFill>
                  <a:srgbClr val="FF0000"/>
                </a:solidFill>
              </a:rPr>
              <a:t>需要介质访问控制的原因</a:t>
            </a:r>
            <a:endParaRPr lang="en-US" altLang="zh-CN" dirty="0" smtClean="0">
              <a:solidFill>
                <a:srgbClr val="FF0000"/>
              </a:solidFill>
            </a:endParaRPr>
          </a:p>
          <a:p>
            <a:pPr algn="just"/>
            <a:endParaRPr lang="en-US" altLang="zh-CN" dirty="0" smtClean="0">
              <a:solidFill>
                <a:srgbClr val="C00000"/>
              </a:solidFill>
            </a:endParaRPr>
          </a:p>
          <a:p>
            <a:pPr marL="0" indent="0" algn="just">
              <a:buNone/>
            </a:pPr>
            <a:r>
              <a:rPr lang="zh-CN" altLang="en-US" dirty="0">
                <a:solidFill>
                  <a:schemeClr val="tx2"/>
                </a:solidFill>
              </a:rPr>
              <a:t>不同类</a:t>
            </a:r>
            <a:r>
              <a:rPr lang="zh-CN" altLang="en-US" dirty="0" smtClean="0">
                <a:solidFill>
                  <a:schemeClr val="tx2"/>
                </a:solidFill>
              </a:rPr>
              <a:t>型网络使用不</a:t>
            </a:r>
            <a:r>
              <a:rPr lang="zh-CN" altLang="en-US" dirty="0">
                <a:solidFill>
                  <a:schemeClr val="tx2"/>
                </a:solidFill>
              </a:rPr>
              <a:t>同方法</a:t>
            </a:r>
            <a:endParaRPr lang="en-US" altLang="zh-CN" dirty="0" smtClean="0">
              <a:solidFill>
                <a:srgbClr val="C00000"/>
              </a:solidFill>
            </a:endParaRPr>
          </a:p>
          <a:p>
            <a:pPr algn="just"/>
            <a:r>
              <a:rPr lang="zh-CN" altLang="en-US" dirty="0">
                <a:solidFill>
                  <a:schemeClr val="tx2"/>
                </a:solidFill>
              </a:rPr>
              <a:t>计算机网络：</a:t>
            </a:r>
            <a:r>
              <a:rPr lang="zh-CN" altLang="en-US" dirty="0" smtClean="0">
                <a:solidFill>
                  <a:srgbClr val="C00000"/>
                </a:solidFill>
              </a:rPr>
              <a:t>载波监听多路访问</a:t>
            </a:r>
            <a:r>
              <a:rPr lang="en-US" altLang="zh-CN" dirty="0" smtClean="0">
                <a:solidFill>
                  <a:srgbClr val="C00000"/>
                </a:solidFill>
              </a:rPr>
              <a:t>/</a:t>
            </a:r>
            <a:r>
              <a:rPr lang="zh-CN" altLang="en-US" dirty="0" smtClean="0">
                <a:solidFill>
                  <a:srgbClr val="C00000"/>
                </a:solidFill>
              </a:rPr>
              <a:t>冲突检测</a:t>
            </a:r>
            <a:endParaRPr lang="en-US" altLang="zh-CN" dirty="0" smtClean="0">
              <a:solidFill>
                <a:srgbClr val="C00000"/>
              </a:solidFill>
            </a:endParaRPr>
          </a:p>
          <a:p>
            <a:pPr algn="just"/>
            <a:endParaRPr lang="en-US" altLang="zh-CN" dirty="0" smtClean="0"/>
          </a:p>
          <a:p>
            <a:pPr algn="just"/>
            <a:r>
              <a:rPr lang="zh-CN" altLang="en-US" dirty="0">
                <a:solidFill>
                  <a:schemeClr val="tx2"/>
                </a:solidFill>
              </a:rPr>
              <a:t>控制网络</a:t>
            </a:r>
            <a:r>
              <a:rPr lang="zh-CN" altLang="en-US" dirty="0" smtClean="0">
                <a:solidFill>
                  <a:schemeClr val="tx2"/>
                </a:solidFill>
              </a:rPr>
              <a:t>：</a:t>
            </a:r>
            <a:r>
              <a:rPr lang="zh-CN" altLang="en-US" dirty="0">
                <a:solidFill>
                  <a:srgbClr val="C00000"/>
                </a:solidFill>
              </a:rPr>
              <a:t>令</a:t>
            </a:r>
            <a:r>
              <a:rPr lang="zh-CN" altLang="en-US" dirty="0" smtClean="0">
                <a:solidFill>
                  <a:srgbClr val="C00000"/>
                </a:solidFill>
              </a:rPr>
              <a:t>牌环、令牌总线、时分复用</a:t>
            </a:r>
            <a:endParaRPr lang="zh-CN" altLang="en-US" dirty="0" smtClean="0"/>
          </a:p>
        </p:txBody>
      </p:sp>
      <p:sp>
        <p:nvSpPr>
          <p:cNvPr id="4" name="灯片编号占位符 3"/>
          <p:cNvSpPr>
            <a:spLocks noGrp="1"/>
          </p:cNvSpPr>
          <p:nvPr>
            <p:ph type="sldNum" sz="quarter" idx="12"/>
          </p:nvPr>
        </p:nvSpPr>
        <p:spPr/>
        <p:txBody>
          <a:bodyPr/>
          <a:lstStyle/>
          <a:p>
            <a:pPr>
              <a:defRPr/>
            </a:pPr>
            <a:fld id="{05FFF5BA-E848-4CAB-A114-066CCC872EAC}" type="slidenum">
              <a:rPr lang="zh-CN" altLang="en-US" smtClean="0"/>
              <a:pPr>
                <a:defRPr/>
              </a:pPr>
              <a:t>50</a:t>
            </a:fld>
            <a:endParaRPr lang="zh-CN" altLang="en-US"/>
          </a:p>
        </p:txBody>
      </p:sp>
    </p:spTree>
  </p:cSld>
  <p:clrMapOvr>
    <a:masterClrMapping/>
  </p:clrMapOvr>
  <p:transition spd="slow">
    <p:push dir="u"/>
  </p:transition>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42" presetClass="entr" presetSubtype="0" fill="hold" nodeType="clickEffect">
                                  <p:stCondLst>
                                    <p:cond delay="0"/>
                                  </p:stCondLst>
                                  <p:childTnLst>
                                    <p:set>
                                      <p:cBhvr>
                                        <p:cTn id="6" dur="1" fill="hold">
                                          <p:stCondLst>
                                            <p:cond delay="0"/>
                                          </p:stCondLst>
                                        </p:cTn>
                                        <p:tgtEl>
                                          <p:spTgt spid="3">
                                            <p:txEl>
                                              <p:pRg st="4" end="4"/>
                                            </p:txEl>
                                          </p:spTgt>
                                        </p:tgtEl>
                                        <p:attrNameLst>
                                          <p:attrName>style.visibility</p:attrName>
                                        </p:attrNameLst>
                                      </p:cBhvr>
                                      <p:to>
                                        <p:strVal val="visible"/>
                                      </p:to>
                                    </p:set>
                                    <p:animEffect transition="in" filter="fade">
                                      <p:cBhvr>
                                        <p:cTn id="7" dur="1000"/>
                                        <p:tgtEl>
                                          <p:spTgt spid="3">
                                            <p:txEl>
                                              <p:pRg st="4" end="4"/>
                                            </p:txEl>
                                          </p:spTgt>
                                        </p:tgtEl>
                                      </p:cBhvr>
                                    </p:animEffect>
                                    <p:anim calcmode="lin" valueType="num">
                                      <p:cBhvr>
                                        <p:cTn id="8" dur="1000" fill="hold"/>
                                        <p:tgtEl>
                                          <p:spTgt spid="3">
                                            <p:txEl>
                                              <p:pRg st="4" end="4"/>
                                            </p:txEl>
                                          </p:spTgt>
                                        </p:tgtEl>
                                        <p:attrNameLst>
                                          <p:attrName>ppt_x</p:attrName>
                                        </p:attrNameLst>
                                      </p:cBhvr>
                                      <p:tavLst>
                                        <p:tav tm="0">
                                          <p:val>
                                            <p:strVal val="#ppt_x"/>
                                          </p:val>
                                        </p:tav>
                                        <p:tav tm="100000">
                                          <p:val>
                                            <p:strVal val="#ppt_x"/>
                                          </p:val>
                                        </p:tav>
                                      </p:tavLst>
                                    </p:anim>
                                    <p:anim calcmode="lin" valueType="num">
                                      <p:cBhvr>
                                        <p:cTn id="9" dur="1000" fill="hold"/>
                                        <p:tgtEl>
                                          <p:spTgt spid="3">
                                            <p:txEl>
                                              <p:pRg st="4" end="4"/>
                                            </p:txEl>
                                          </p:spTgt>
                                        </p:tgtEl>
                                        <p:attrNameLst>
                                          <p:attrName>ppt_y</p:attrName>
                                        </p:attrNameLst>
                                      </p:cBhvr>
                                      <p:tavLst>
                                        <p:tav tm="0">
                                          <p:val>
                                            <p:strVal val="#ppt_y+.1"/>
                                          </p:val>
                                        </p:tav>
                                        <p:tav tm="100000">
                                          <p:val>
                                            <p:strVal val="#ppt_y"/>
                                          </p:val>
                                        </p:tav>
                                      </p:tavLst>
                                    </p:anim>
                                  </p:childTnLst>
                                </p:cTn>
                              </p:par>
                            </p:childTnLst>
                          </p:cTn>
                        </p:par>
                      </p:childTnLst>
                    </p:cTn>
                  </p:par>
                  <p:par>
                    <p:cTn id="10" fill="hold">
                      <p:stCondLst>
                        <p:cond delay="indefinite"/>
                      </p:stCondLst>
                      <p:childTnLst>
                        <p:par>
                          <p:cTn id="11" fill="hold">
                            <p:stCondLst>
                              <p:cond delay="0"/>
                            </p:stCondLst>
                            <p:childTnLst>
                              <p:par>
                                <p:cTn id="12" presetID="42" presetClass="entr" presetSubtype="0" fill="hold" nodeType="clickEffect">
                                  <p:stCondLst>
                                    <p:cond delay="0"/>
                                  </p:stCondLst>
                                  <p:childTnLst>
                                    <p:set>
                                      <p:cBhvr>
                                        <p:cTn id="13" dur="1" fill="hold">
                                          <p:stCondLst>
                                            <p:cond delay="0"/>
                                          </p:stCondLst>
                                        </p:cTn>
                                        <p:tgtEl>
                                          <p:spTgt spid="3">
                                            <p:txEl>
                                              <p:pRg st="6" end="6"/>
                                            </p:txEl>
                                          </p:spTgt>
                                        </p:tgtEl>
                                        <p:attrNameLst>
                                          <p:attrName>style.visibility</p:attrName>
                                        </p:attrNameLst>
                                      </p:cBhvr>
                                      <p:to>
                                        <p:strVal val="visible"/>
                                      </p:to>
                                    </p:set>
                                    <p:animEffect transition="in" filter="fade">
                                      <p:cBhvr>
                                        <p:cTn id="14" dur="1000"/>
                                        <p:tgtEl>
                                          <p:spTgt spid="3">
                                            <p:txEl>
                                              <p:pRg st="6" end="6"/>
                                            </p:txEl>
                                          </p:spTgt>
                                        </p:tgtEl>
                                      </p:cBhvr>
                                    </p:animEffect>
                                    <p:anim calcmode="lin" valueType="num">
                                      <p:cBhvr>
                                        <p:cTn id="15" dur="1000" fill="hold"/>
                                        <p:tgtEl>
                                          <p:spTgt spid="3">
                                            <p:txEl>
                                              <p:pRg st="6" end="6"/>
                                            </p:txEl>
                                          </p:spTgt>
                                        </p:tgtEl>
                                        <p:attrNameLst>
                                          <p:attrName>ppt_x</p:attrName>
                                        </p:attrNameLst>
                                      </p:cBhvr>
                                      <p:tavLst>
                                        <p:tav tm="0">
                                          <p:val>
                                            <p:strVal val="#ppt_x"/>
                                          </p:val>
                                        </p:tav>
                                        <p:tav tm="100000">
                                          <p:val>
                                            <p:strVal val="#ppt_x"/>
                                          </p:val>
                                        </p:tav>
                                      </p:tavLst>
                                    </p:anim>
                                    <p:anim calcmode="lin" valueType="num">
                                      <p:cBhvr>
                                        <p:cTn id="16" dur="1000" fill="hold"/>
                                        <p:tgtEl>
                                          <p:spTgt spid="3">
                                            <p:txEl>
                                              <p:pRg st="6" end="6"/>
                                            </p:txEl>
                                          </p:spTgt>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5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6562" name="标题 1"/>
          <p:cNvSpPr>
            <a:spLocks noGrp="1"/>
          </p:cNvSpPr>
          <p:nvPr>
            <p:ph type="title"/>
          </p:nvPr>
        </p:nvSpPr>
        <p:spPr>
          <a:xfrm>
            <a:off x="107950" y="44450"/>
            <a:ext cx="7343775" cy="792163"/>
          </a:xfrm>
        </p:spPr>
        <p:txBody>
          <a:bodyPr/>
          <a:lstStyle/>
          <a:p>
            <a:r>
              <a:rPr lang="en-US" altLang="zh-CN" smtClean="0"/>
              <a:t>2.9 </a:t>
            </a:r>
            <a:r>
              <a:rPr lang="zh-CN" altLang="en-US" smtClean="0"/>
              <a:t>传输介质访问控制方式</a:t>
            </a:r>
          </a:p>
        </p:txBody>
      </p:sp>
      <p:sp>
        <p:nvSpPr>
          <p:cNvPr id="3" name="内容占位符 2"/>
          <p:cNvSpPr>
            <a:spLocks noGrp="1"/>
          </p:cNvSpPr>
          <p:nvPr>
            <p:ph idx="1"/>
          </p:nvPr>
        </p:nvSpPr>
        <p:spPr>
          <a:xfrm>
            <a:off x="107950" y="981075"/>
            <a:ext cx="8928100" cy="5102225"/>
          </a:xfrm>
        </p:spPr>
        <p:txBody>
          <a:bodyPr/>
          <a:lstStyle/>
          <a:p>
            <a:pPr>
              <a:defRPr/>
            </a:pPr>
            <a:r>
              <a:rPr lang="zh-CN" altLang="en-US" sz="3600" dirty="0">
                <a:solidFill>
                  <a:srgbClr val="FF0000"/>
                </a:solidFill>
                <a:latin typeface="楷体_GB2312" pitchFamily="49" charset="-122"/>
              </a:rPr>
              <a:t>载波监听多路访问</a:t>
            </a:r>
            <a:r>
              <a:rPr lang="en-US" altLang="zh-CN" sz="3600" dirty="0">
                <a:solidFill>
                  <a:srgbClr val="FF0000"/>
                </a:solidFill>
                <a:latin typeface="楷体_GB2312" pitchFamily="49" charset="-122"/>
              </a:rPr>
              <a:t>/</a:t>
            </a:r>
            <a:r>
              <a:rPr lang="zh-CN" altLang="en-US" sz="3600" dirty="0">
                <a:solidFill>
                  <a:srgbClr val="FF0000"/>
                </a:solidFill>
                <a:latin typeface="楷体_GB2312" pitchFamily="49" charset="-122"/>
              </a:rPr>
              <a:t>冲突</a:t>
            </a:r>
            <a:r>
              <a:rPr lang="zh-CN" altLang="en-US" sz="3600" dirty="0" smtClean="0">
                <a:solidFill>
                  <a:srgbClr val="FF0000"/>
                </a:solidFill>
                <a:latin typeface="楷体_GB2312" pitchFamily="49" charset="-122"/>
              </a:rPr>
              <a:t>检测（</a:t>
            </a:r>
            <a:r>
              <a:rPr lang="en-US" altLang="zh-CN" sz="3600" dirty="0" smtClean="0">
                <a:solidFill>
                  <a:srgbClr val="FF0000"/>
                </a:solidFill>
                <a:latin typeface="楷体_GB2312" pitchFamily="49" charset="-122"/>
              </a:rPr>
              <a:t>CSMA/CD</a:t>
            </a:r>
            <a:r>
              <a:rPr lang="zh-CN" altLang="en-US" sz="3600" dirty="0" smtClean="0">
                <a:solidFill>
                  <a:srgbClr val="FF0000"/>
                </a:solidFill>
                <a:latin typeface="楷体_GB2312" pitchFamily="49" charset="-122"/>
              </a:rPr>
              <a:t>）</a:t>
            </a:r>
            <a:endParaRPr lang="en-US" altLang="zh-CN" sz="3600" dirty="0" smtClean="0">
              <a:solidFill>
                <a:srgbClr val="FF0000"/>
              </a:solidFill>
              <a:latin typeface="楷体_GB2312" pitchFamily="49" charset="-122"/>
            </a:endParaRPr>
          </a:p>
          <a:p>
            <a:pPr>
              <a:defRPr/>
            </a:pPr>
            <a:endParaRPr lang="en-US" altLang="zh-CN" dirty="0">
              <a:latin typeface="楷体_GB2312" pitchFamily="49" charset="-122"/>
            </a:endParaRPr>
          </a:p>
          <a:p>
            <a:pPr lvl="1">
              <a:defRPr/>
            </a:pPr>
            <a:r>
              <a:rPr lang="zh-CN" altLang="en-US" sz="3200" dirty="0">
                <a:solidFill>
                  <a:schemeClr val="tx2"/>
                </a:solidFill>
                <a:latin typeface="楷体_GB2312" pitchFamily="49" charset="-122"/>
              </a:rPr>
              <a:t>基</a:t>
            </a:r>
            <a:r>
              <a:rPr lang="zh-CN" altLang="en-US" sz="3200" dirty="0" smtClean="0">
                <a:solidFill>
                  <a:schemeClr val="tx2"/>
                </a:solidFill>
                <a:latin typeface="楷体_GB2312" pitchFamily="49" charset="-122"/>
              </a:rPr>
              <a:t>本概念</a:t>
            </a:r>
            <a:endParaRPr lang="en-US" altLang="zh-CN" sz="3200" dirty="0" smtClean="0">
              <a:solidFill>
                <a:schemeClr val="tx2"/>
              </a:solidFill>
              <a:latin typeface="楷体_GB2312" pitchFamily="49" charset="-122"/>
            </a:endParaRPr>
          </a:p>
          <a:p>
            <a:pPr lvl="1">
              <a:defRPr/>
            </a:pPr>
            <a:endParaRPr lang="en-US" altLang="zh-CN" sz="3200" dirty="0" smtClean="0">
              <a:solidFill>
                <a:schemeClr val="tx2"/>
              </a:solidFill>
              <a:latin typeface="楷体_GB2312" pitchFamily="49" charset="-122"/>
            </a:endParaRPr>
          </a:p>
          <a:p>
            <a:pPr lvl="1">
              <a:defRPr/>
            </a:pPr>
            <a:r>
              <a:rPr lang="zh-CN" altLang="en-US" sz="3200" dirty="0">
                <a:solidFill>
                  <a:schemeClr val="tx2"/>
                </a:solidFill>
                <a:latin typeface="楷体_GB2312" pitchFamily="49" charset="-122"/>
              </a:rPr>
              <a:t>避</a:t>
            </a:r>
            <a:r>
              <a:rPr lang="zh-CN" altLang="en-US" sz="3200" dirty="0" smtClean="0">
                <a:solidFill>
                  <a:schemeClr val="tx2"/>
                </a:solidFill>
                <a:latin typeface="楷体_GB2312" pitchFamily="49" charset="-122"/>
              </a:rPr>
              <a:t>免冲突的策略</a:t>
            </a:r>
            <a:endParaRPr lang="en-US" altLang="zh-CN" sz="3200" dirty="0" smtClean="0">
              <a:solidFill>
                <a:schemeClr val="tx2"/>
              </a:solidFill>
              <a:latin typeface="楷体_GB2312" pitchFamily="49" charset="-122"/>
            </a:endParaRPr>
          </a:p>
          <a:p>
            <a:pPr lvl="1">
              <a:defRPr/>
            </a:pPr>
            <a:endParaRPr lang="en-US" altLang="zh-CN" sz="3200" dirty="0" smtClean="0">
              <a:solidFill>
                <a:schemeClr val="tx2"/>
              </a:solidFill>
              <a:latin typeface="楷体_GB2312" pitchFamily="49" charset="-122"/>
            </a:endParaRPr>
          </a:p>
          <a:p>
            <a:pPr lvl="1">
              <a:defRPr/>
            </a:pPr>
            <a:r>
              <a:rPr lang="zh-CN" altLang="en-US" sz="3200" dirty="0">
                <a:solidFill>
                  <a:schemeClr val="tx2"/>
                </a:solidFill>
                <a:latin typeface="楷体_GB2312" pitchFamily="49" charset="-122"/>
              </a:rPr>
              <a:t>三</a:t>
            </a:r>
            <a:r>
              <a:rPr lang="zh-CN" altLang="en-US" sz="3200" dirty="0" smtClean="0">
                <a:solidFill>
                  <a:schemeClr val="tx2"/>
                </a:solidFill>
                <a:latin typeface="楷体_GB2312" pitchFamily="49" charset="-122"/>
              </a:rPr>
              <a:t>类坚持退避算法</a:t>
            </a:r>
            <a:endParaRPr lang="en-US" altLang="zh-CN" sz="3200" dirty="0" smtClean="0">
              <a:solidFill>
                <a:schemeClr val="tx2"/>
              </a:solidFill>
              <a:latin typeface="楷体_GB2312" pitchFamily="49" charset="-122"/>
            </a:endParaRPr>
          </a:p>
          <a:p>
            <a:pPr lvl="1">
              <a:defRPr/>
            </a:pPr>
            <a:endParaRPr lang="en-US" altLang="zh-CN" dirty="0" smtClean="0">
              <a:solidFill>
                <a:srgbClr val="FF0000"/>
              </a:solidFill>
              <a:latin typeface="楷体_GB2312" pitchFamily="49" charset="-122"/>
            </a:endParaRPr>
          </a:p>
          <a:p>
            <a:pPr lvl="1">
              <a:defRPr/>
            </a:pPr>
            <a:endParaRPr lang="en-US" altLang="zh-CN" dirty="0" smtClean="0">
              <a:solidFill>
                <a:srgbClr val="FF0000"/>
              </a:solidFill>
              <a:latin typeface="楷体_GB2312" pitchFamily="49" charset="-122"/>
            </a:endParaRPr>
          </a:p>
        </p:txBody>
      </p:sp>
      <p:sp>
        <p:nvSpPr>
          <p:cNvPr id="4" name="灯片编号占位符 3"/>
          <p:cNvSpPr>
            <a:spLocks noGrp="1"/>
          </p:cNvSpPr>
          <p:nvPr>
            <p:ph type="sldNum" sz="quarter" idx="12"/>
          </p:nvPr>
        </p:nvSpPr>
        <p:spPr/>
        <p:txBody>
          <a:bodyPr/>
          <a:lstStyle/>
          <a:p>
            <a:pPr>
              <a:defRPr/>
            </a:pPr>
            <a:fld id="{06D914DD-9E76-4A60-B0C8-E779499947BA}" type="slidenum">
              <a:rPr lang="zh-CN" altLang="en-US" smtClean="0"/>
              <a:pPr>
                <a:defRPr/>
              </a:pPr>
              <a:t>51</a:t>
            </a:fld>
            <a:endParaRPr lang="zh-CN" altLang="en-US"/>
          </a:p>
        </p:txBody>
      </p:sp>
    </p:spTree>
  </p:cSld>
  <p:clrMapOvr>
    <a:masterClrMapping/>
  </p:clrMapOvr>
  <p:transition spd="slow">
    <p:push dir="u"/>
  </p:transition>
  <p:timing>
    <p:tnLst>
      <p:par>
        <p:cTn id="1" dur="indefinite" restart="never" nodeType="tmRoot"/>
      </p:par>
    </p:tnLst>
  </p:timing>
</p:sld>
</file>

<file path=ppt/slides/slide5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9634" name="标题 1"/>
          <p:cNvSpPr>
            <a:spLocks noGrp="1"/>
          </p:cNvSpPr>
          <p:nvPr>
            <p:ph type="title"/>
          </p:nvPr>
        </p:nvSpPr>
        <p:spPr>
          <a:xfrm>
            <a:off x="107950" y="44450"/>
            <a:ext cx="7343775" cy="792163"/>
          </a:xfrm>
        </p:spPr>
        <p:txBody>
          <a:bodyPr/>
          <a:lstStyle/>
          <a:p>
            <a:r>
              <a:rPr lang="en-US" altLang="zh-CN" smtClean="0"/>
              <a:t>2.9 </a:t>
            </a:r>
            <a:r>
              <a:rPr lang="zh-CN" altLang="en-US" smtClean="0"/>
              <a:t>传输介质访问控制方式</a:t>
            </a:r>
          </a:p>
        </p:txBody>
      </p:sp>
      <p:sp>
        <p:nvSpPr>
          <p:cNvPr id="3" name="内容占位符 2"/>
          <p:cNvSpPr>
            <a:spLocks noGrp="1"/>
          </p:cNvSpPr>
          <p:nvPr>
            <p:ph idx="1"/>
          </p:nvPr>
        </p:nvSpPr>
        <p:spPr>
          <a:xfrm>
            <a:off x="107950" y="981075"/>
            <a:ext cx="8928100" cy="5102225"/>
          </a:xfrm>
        </p:spPr>
        <p:txBody>
          <a:bodyPr/>
          <a:lstStyle/>
          <a:p>
            <a:pPr marL="0" indent="0" algn="just">
              <a:buFont typeface="Wingdings" pitchFamily="2" charset="2"/>
              <a:buNone/>
              <a:defRPr/>
            </a:pPr>
            <a:r>
              <a:rPr lang="en-US" altLang="zh-CN" sz="2800" dirty="0" smtClean="0">
                <a:solidFill>
                  <a:srgbClr val="7030A0"/>
                </a:solidFill>
              </a:rPr>
              <a:t>CSMA</a:t>
            </a:r>
            <a:r>
              <a:rPr lang="zh-CN" altLang="en-US" sz="2800" dirty="0" smtClean="0">
                <a:solidFill>
                  <a:srgbClr val="7030A0"/>
                </a:solidFill>
              </a:rPr>
              <a:t>产</a:t>
            </a:r>
            <a:r>
              <a:rPr lang="zh-CN" altLang="en-US" sz="2800" dirty="0">
                <a:solidFill>
                  <a:srgbClr val="7030A0"/>
                </a:solidFill>
              </a:rPr>
              <a:t>生</a:t>
            </a:r>
            <a:r>
              <a:rPr lang="zh-CN" altLang="en-US" sz="2800" dirty="0">
                <a:solidFill>
                  <a:srgbClr val="C00000"/>
                </a:solidFill>
              </a:rPr>
              <a:t>冲突的原因</a:t>
            </a:r>
            <a:r>
              <a:rPr lang="zh-CN" altLang="en-US" sz="2800" dirty="0">
                <a:solidFill>
                  <a:srgbClr val="7030A0"/>
                </a:solidFill>
              </a:rPr>
              <a:t>：</a:t>
            </a:r>
            <a:r>
              <a:rPr lang="zh-CN" altLang="en-US" sz="2800" dirty="0" smtClean="0">
                <a:solidFill>
                  <a:srgbClr val="7030A0"/>
                </a:solidFill>
              </a:rPr>
              <a:t>各个节点</a:t>
            </a:r>
            <a:r>
              <a:rPr lang="zh-CN" altLang="en-US" sz="2800" dirty="0" smtClean="0">
                <a:solidFill>
                  <a:srgbClr val="C00000"/>
                </a:solidFill>
              </a:rPr>
              <a:t>发起通信</a:t>
            </a:r>
            <a:r>
              <a:rPr lang="zh-CN" altLang="en-US" sz="2800" dirty="0" smtClean="0">
                <a:solidFill>
                  <a:srgbClr val="7030A0"/>
                </a:solidFill>
              </a:rPr>
              <a:t>是</a:t>
            </a:r>
            <a:r>
              <a:rPr lang="zh-CN" altLang="en-US" sz="2800" dirty="0" smtClean="0">
                <a:solidFill>
                  <a:srgbClr val="C00000"/>
                </a:solidFill>
              </a:rPr>
              <a:t>随机</a:t>
            </a:r>
            <a:r>
              <a:rPr lang="zh-CN" altLang="en-US" sz="2800" dirty="0" smtClean="0">
                <a:solidFill>
                  <a:srgbClr val="7030A0"/>
                </a:solidFill>
              </a:rPr>
              <a:t>的。</a:t>
            </a:r>
            <a:endParaRPr lang="en-US" altLang="zh-CN" sz="2800" dirty="0" smtClean="0">
              <a:solidFill>
                <a:srgbClr val="7030A0"/>
              </a:solidFill>
            </a:endParaRPr>
          </a:p>
          <a:p>
            <a:pPr marL="0" indent="0" algn="just">
              <a:buFont typeface="Wingdings" pitchFamily="2" charset="2"/>
              <a:buNone/>
              <a:defRPr/>
            </a:pPr>
            <a:r>
              <a:rPr lang="zh-CN" altLang="en-US" sz="2800" dirty="0" smtClean="0">
                <a:solidFill>
                  <a:srgbClr val="C00000"/>
                </a:solidFill>
              </a:rPr>
              <a:t>解决方法</a:t>
            </a:r>
            <a:r>
              <a:rPr lang="zh-CN" altLang="en-US" sz="2800" dirty="0" smtClean="0">
                <a:solidFill>
                  <a:srgbClr val="7030A0"/>
                </a:solidFill>
              </a:rPr>
              <a:t>：采用有</a:t>
            </a:r>
            <a:r>
              <a:rPr lang="zh-CN" altLang="en-US" sz="2800" dirty="0" smtClean="0">
                <a:solidFill>
                  <a:srgbClr val="C00000"/>
                </a:solidFill>
              </a:rPr>
              <a:t>控制</a:t>
            </a:r>
            <a:r>
              <a:rPr lang="zh-CN" altLang="en-US" sz="2800" dirty="0" smtClean="0">
                <a:solidFill>
                  <a:srgbClr val="7030A0"/>
                </a:solidFill>
              </a:rPr>
              <a:t>的发送方式，控制</a:t>
            </a:r>
            <a:r>
              <a:rPr lang="zh-CN" altLang="en-US" sz="2800" dirty="0" smtClean="0">
                <a:solidFill>
                  <a:srgbClr val="C00000"/>
                </a:solidFill>
              </a:rPr>
              <a:t>发送时间</a:t>
            </a:r>
            <a:r>
              <a:rPr lang="zh-CN" altLang="en-US" sz="2800" dirty="0" smtClean="0">
                <a:solidFill>
                  <a:srgbClr val="7030A0"/>
                </a:solidFill>
              </a:rPr>
              <a:t>或者</a:t>
            </a:r>
            <a:r>
              <a:rPr lang="zh-CN" altLang="en-US" sz="2800" dirty="0" smtClean="0">
                <a:solidFill>
                  <a:srgbClr val="C00000"/>
                </a:solidFill>
              </a:rPr>
              <a:t>发起者</a:t>
            </a:r>
            <a:r>
              <a:rPr lang="zh-CN" altLang="en-US" sz="2800" dirty="0" smtClean="0">
                <a:solidFill>
                  <a:srgbClr val="7030A0"/>
                </a:solidFill>
              </a:rPr>
              <a:t>。</a:t>
            </a:r>
            <a:endParaRPr lang="en-US" altLang="zh-CN" sz="2800" dirty="0" smtClean="0">
              <a:solidFill>
                <a:srgbClr val="7030A0"/>
              </a:solidFill>
            </a:endParaRPr>
          </a:p>
          <a:p>
            <a:pPr marL="0" indent="0" algn="just">
              <a:buFont typeface="Wingdings" pitchFamily="2" charset="2"/>
              <a:buNone/>
              <a:defRPr/>
            </a:pPr>
            <a:endParaRPr lang="en-US" altLang="zh-CN" sz="1800" dirty="0" smtClean="0">
              <a:solidFill>
                <a:srgbClr val="7030A0"/>
              </a:solidFill>
            </a:endParaRPr>
          </a:p>
          <a:p>
            <a:pPr marL="0" indent="0" algn="just">
              <a:buFont typeface="Wingdings" pitchFamily="2" charset="2"/>
              <a:buNone/>
              <a:defRPr/>
            </a:pPr>
            <a:r>
              <a:rPr lang="zh-CN" altLang="en-US" sz="2800" b="1" dirty="0" smtClean="0">
                <a:solidFill>
                  <a:schemeClr val="tx1">
                    <a:lumMod val="95000"/>
                    <a:lumOff val="5000"/>
                  </a:schemeClr>
                </a:solidFill>
              </a:rPr>
              <a:t>典型方法：</a:t>
            </a:r>
            <a:endParaRPr lang="en-US" altLang="zh-CN" sz="2800" b="1" dirty="0" smtClean="0">
              <a:solidFill>
                <a:schemeClr val="tx1">
                  <a:lumMod val="95000"/>
                  <a:lumOff val="5000"/>
                </a:schemeClr>
              </a:solidFill>
            </a:endParaRPr>
          </a:p>
          <a:p>
            <a:pPr algn="just">
              <a:defRPr/>
            </a:pPr>
            <a:r>
              <a:rPr lang="zh-CN" altLang="en-US" sz="2800" b="1" dirty="0" smtClean="0">
                <a:solidFill>
                  <a:srgbClr val="FF0000"/>
                </a:solidFill>
                <a:latin typeface="楷体_GB2312" pitchFamily="49" charset="-122"/>
              </a:rPr>
              <a:t>令牌</a:t>
            </a:r>
            <a:r>
              <a:rPr lang="zh-CN" altLang="en-US" sz="2800" dirty="0" smtClean="0">
                <a:latin typeface="楷体_GB2312" pitchFamily="49" charset="-122"/>
              </a:rPr>
              <a:t>：按</a:t>
            </a:r>
            <a:r>
              <a:rPr lang="zh-CN" altLang="en-US" sz="2800" dirty="0">
                <a:latin typeface="楷体_GB2312" pitchFamily="49" charset="-122"/>
              </a:rPr>
              <a:t>一定顺序在</a:t>
            </a:r>
            <a:r>
              <a:rPr lang="zh-CN" altLang="en-US" sz="2800" dirty="0" smtClean="0">
                <a:latin typeface="楷体_GB2312" pitchFamily="49" charset="-122"/>
              </a:rPr>
              <a:t>各节点</a:t>
            </a:r>
            <a:r>
              <a:rPr lang="zh-CN" altLang="en-US" sz="2800" dirty="0">
                <a:latin typeface="楷体_GB2312" pitchFamily="49" charset="-122"/>
              </a:rPr>
              <a:t>传递</a:t>
            </a:r>
            <a:r>
              <a:rPr lang="zh-CN" altLang="en-US" sz="2800" dirty="0">
                <a:solidFill>
                  <a:srgbClr val="C00000"/>
                </a:solidFill>
                <a:latin typeface="楷体_GB2312" pitchFamily="49" charset="-122"/>
              </a:rPr>
              <a:t>令牌</a:t>
            </a:r>
            <a:r>
              <a:rPr lang="zh-CN" altLang="en-US" sz="2800" b="1" dirty="0">
                <a:latin typeface="楷体_GB2312" pitchFamily="49" charset="-122"/>
              </a:rPr>
              <a:t>（</a:t>
            </a:r>
            <a:r>
              <a:rPr lang="en-US" altLang="zh-CN" sz="2800" b="1" dirty="0">
                <a:latin typeface="楷体_GB2312" pitchFamily="49" charset="-122"/>
              </a:rPr>
              <a:t>token</a:t>
            </a:r>
            <a:r>
              <a:rPr lang="zh-CN" altLang="en-US" sz="2800" b="1" dirty="0" smtClean="0">
                <a:latin typeface="楷体_GB2312" pitchFamily="49" charset="-122"/>
              </a:rPr>
              <a:t>）</a:t>
            </a:r>
            <a:r>
              <a:rPr lang="zh-CN" altLang="en-US" sz="2800" dirty="0">
                <a:latin typeface="楷体_GB2312" pitchFamily="49" charset="-122"/>
              </a:rPr>
              <a:t>，</a:t>
            </a:r>
            <a:r>
              <a:rPr lang="zh-CN" altLang="en-US" sz="2800" dirty="0" smtClean="0">
                <a:latin typeface="楷体_GB2312" pitchFamily="49" charset="-122"/>
              </a:rPr>
              <a:t>谁</a:t>
            </a:r>
            <a:r>
              <a:rPr lang="zh-CN" altLang="en-US" sz="2800" dirty="0">
                <a:latin typeface="楷体_GB2312" pitchFamily="49" charset="-122"/>
              </a:rPr>
              <a:t>得到令牌，谁</a:t>
            </a:r>
            <a:r>
              <a:rPr lang="zh-CN" altLang="en-US" sz="2800" dirty="0" smtClean="0">
                <a:latin typeface="楷体_GB2312" pitchFamily="49" charset="-122"/>
              </a:rPr>
              <a:t>才能发起通信。</a:t>
            </a:r>
            <a:endParaRPr lang="en-US" altLang="zh-CN" sz="2800" dirty="0" smtClean="0">
              <a:latin typeface="楷体_GB2312" pitchFamily="49" charset="-122"/>
            </a:endParaRPr>
          </a:p>
          <a:p>
            <a:pPr marL="0" indent="0" algn="just">
              <a:buNone/>
              <a:defRPr/>
            </a:pPr>
            <a:endParaRPr lang="en-US" altLang="zh-CN" sz="2800" dirty="0" smtClean="0">
              <a:latin typeface="楷体_GB2312" pitchFamily="49" charset="-122"/>
            </a:endParaRPr>
          </a:p>
          <a:p>
            <a:pPr marL="0" indent="0" algn="just">
              <a:buFont typeface="Wingdings" pitchFamily="2" charset="2"/>
              <a:buNone/>
              <a:defRPr/>
            </a:pPr>
            <a:r>
              <a:rPr lang="zh-CN" altLang="en-US" sz="2800" dirty="0">
                <a:solidFill>
                  <a:srgbClr val="7030A0"/>
                </a:solidFill>
              </a:rPr>
              <a:t>令牌访问原</a:t>
            </a:r>
            <a:r>
              <a:rPr lang="zh-CN" altLang="en-US" sz="2800" dirty="0" smtClean="0">
                <a:solidFill>
                  <a:srgbClr val="7030A0"/>
                </a:solidFill>
              </a:rPr>
              <a:t>理用</a:t>
            </a:r>
            <a:r>
              <a:rPr lang="zh-CN" altLang="en-US" sz="2800" dirty="0">
                <a:solidFill>
                  <a:srgbClr val="7030A0"/>
                </a:solidFill>
              </a:rPr>
              <a:t>于</a:t>
            </a:r>
            <a:r>
              <a:rPr lang="zh-CN" altLang="en-US" sz="2800" dirty="0">
                <a:solidFill>
                  <a:srgbClr val="C00000"/>
                </a:solidFill>
                <a:latin typeface="楷体_GB2312" pitchFamily="49" charset="-122"/>
              </a:rPr>
              <a:t>环形网络</a:t>
            </a:r>
            <a:r>
              <a:rPr lang="zh-CN" altLang="en-US" sz="2800" dirty="0">
                <a:latin typeface="楷体_GB2312" pitchFamily="49" charset="-122"/>
              </a:rPr>
              <a:t>，</a:t>
            </a:r>
            <a:r>
              <a:rPr lang="zh-CN" altLang="en-US" sz="2800" dirty="0">
                <a:solidFill>
                  <a:srgbClr val="7030A0"/>
                </a:solidFill>
              </a:rPr>
              <a:t>构成</a:t>
            </a:r>
            <a:r>
              <a:rPr lang="zh-CN" altLang="en-US" sz="2800" dirty="0">
                <a:solidFill>
                  <a:srgbClr val="C00000"/>
                </a:solidFill>
                <a:latin typeface="楷体_GB2312" pitchFamily="49" charset="-122"/>
              </a:rPr>
              <a:t>令牌环</a:t>
            </a:r>
            <a:r>
              <a:rPr lang="zh-CN" altLang="en-US" sz="2800" dirty="0" smtClean="0">
                <a:solidFill>
                  <a:srgbClr val="C00000"/>
                </a:solidFill>
                <a:latin typeface="楷体_GB2312" pitchFamily="49" charset="-122"/>
              </a:rPr>
              <a:t>形网络</a:t>
            </a:r>
            <a:r>
              <a:rPr lang="zh-CN" altLang="en-US" sz="2800" dirty="0" smtClean="0">
                <a:latin typeface="楷体_GB2312" pitchFamily="49" charset="-122"/>
              </a:rPr>
              <a:t>；</a:t>
            </a:r>
            <a:endParaRPr lang="en-US" altLang="zh-CN" sz="2800" dirty="0" smtClean="0">
              <a:latin typeface="楷体_GB2312" pitchFamily="49" charset="-122"/>
            </a:endParaRPr>
          </a:p>
          <a:p>
            <a:pPr marL="0" indent="0" algn="just">
              <a:buFont typeface="Wingdings" pitchFamily="2" charset="2"/>
              <a:buNone/>
              <a:defRPr/>
            </a:pPr>
            <a:r>
              <a:rPr lang="en-US" altLang="zh-CN" sz="2800" dirty="0">
                <a:latin typeface="楷体_GB2312" pitchFamily="49" charset="-122"/>
              </a:rPr>
              <a:t> </a:t>
            </a:r>
            <a:r>
              <a:rPr lang="en-US" altLang="zh-CN" sz="2800" dirty="0" smtClean="0">
                <a:latin typeface="楷体_GB2312" pitchFamily="49" charset="-122"/>
              </a:rPr>
              <a:t>         </a:t>
            </a:r>
            <a:r>
              <a:rPr lang="zh-CN" altLang="en-US" sz="2800" dirty="0" smtClean="0">
                <a:solidFill>
                  <a:srgbClr val="7030A0"/>
                </a:solidFill>
              </a:rPr>
              <a:t>用于</a:t>
            </a:r>
            <a:r>
              <a:rPr lang="zh-CN" altLang="en-US" sz="2800" dirty="0">
                <a:solidFill>
                  <a:srgbClr val="C00000"/>
                </a:solidFill>
                <a:latin typeface="楷体_GB2312" pitchFamily="49" charset="-122"/>
              </a:rPr>
              <a:t>总</a:t>
            </a:r>
            <a:r>
              <a:rPr lang="zh-CN" altLang="en-US" sz="2800" dirty="0" smtClean="0">
                <a:solidFill>
                  <a:srgbClr val="C00000"/>
                </a:solidFill>
                <a:latin typeface="楷体_GB2312" pitchFamily="49" charset="-122"/>
              </a:rPr>
              <a:t>线网络</a:t>
            </a:r>
            <a:r>
              <a:rPr lang="zh-CN" altLang="en-US" sz="2800" dirty="0" smtClean="0">
                <a:latin typeface="楷体_GB2312" pitchFamily="49" charset="-122"/>
              </a:rPr>
              <a:t>，</a:t>
            </a:r>
            <a:r>
              <a:rPr lang="zh-CN" altLang="en-US" sz="2800" dirty="0">
                <a:solidFill>
                  <a:srgbClr val="7030A0"/>
                </a:solidFill>
              </a:rPr>
              <a:t>构成</a:t>
            </a:r>
            <a:r>
              <a:rPr lang="zh-CN" altLang="en-US" sz="2800" dirty="0">
                <a:solidFill>
                  <a:srgbClr val="C00000"/>
                </a:solidFill>
                <a:latin typeface="楷体_GB2312" pitchFamily="49" charset="-122"/>
              </a:rPr>
              <a:t>令牌总线网络</a:t>
            </a:r>
            <a:r>
              <a:rPr lang="zh-CN" altLang="en-US" sz="2800" dirty="0">
                <a:latin typeface="楷体_GB2312" pitchFamily="49" charset="-122"/>
              </a:rPr>
              <a:t>。</a:t>
            </a:r>
          </a:p>
          <a:p>
            <a:pPr algn="just">
              <a:defRPr/>
            </a:pPr>
            <a:endParaRPr lang="en-US" altLang="zh-CN" dirty="0" smtClean="0">
              <a:solidFill>
                <a:srgbClr val="7030A0"/>
              </a:solidFill>
            </a:endParaRPr>
          </a:p>
          <a:p>
            <a:pPr marL="0" indent="0" algn="just">
              <a:buFont typeface="Wingdings" pitchFamily="2" charset="2"/>
              <a:buNone/>
              <a:defRPr/>
            </a:pPr>
            <a:endParaRPr lang="en-US" altLang="zh-CN" sz="2800" dirty="0" smtClean="0">
              <a:solidFill>
                <a:srgbClr val="7030A0"/>
              </a:solidFill>
            </a:endParaRPr>
          </a:p>
          <a:p>
            <a:pPr marL="0" indent="0" algn="just">
              <a:buFont typeface="Wingdings" pitchFamily="2" charset="2"/>
              <a:buNone/>
              <a:defRPr/>
            </a:pPr>
            <a:endParaRPr lang="zh-CN" altLang="en-US" sz="2800" dirty="0">
              <a:solidFill>
                <a:srgbClr val="7030A0"/>
              </a:solidFill>
            </a:endParaRPr>
          </a:p>
        </p:txBody>
      </p:sp>
      <p:sp>
        <p:nvSpPr>
          <p:cNvPr id="4" name="灯片编号占位符 3"/>
          <p:cNvSpPr>
            <a:spLocks noGrp="1"/>
          </p:cNvSpPr>
          <p:nvPr>
            <p:ph type="sldNum" sz="quarter" idx="12"/>
          </p:nvPr>
        </p:nvSpPr>
        <p:spPr/>
        <p:txBody>
          <a:bodyPr/>
          <a:lstStyle/>
          <a:p>
            <a:pPr>
              <a:defRPr/>
            </a:pPr>
            <a:fld id="{97FA4343-F93E-4654-8A66-11B7E5006D35}" type="slidenum">
              <a:rPr lang="zh-CN" altLang="en-US" smtClean="0"/>
              <a:pPr>
                <a:defRPr/>
              </a:pPr>
              <a:t>52</a:t>
            </a:fld>
            <a:endParaRPr lang="zh-CN" altLang="en-US"/>
          </a:p>
        </p:txBody>
      </p:sp>
    </p:spTree>
  </p:cSld>
  <p:clrMapOvr>
    <a:masterClrMapping/>
  </p:clrMapOvr>
  <p:transition spd="slow">
    <p:push dir="u"/>
  </p:transition>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2" presetClass="entr" presetSubtype="4" fill="hold" nodeType="clickEffect">
                                  <p:stCondLst>
                                    <p:cond delay="0"/>
                                  </p:stCondLst>
                                  <p:childTnLst>
                                    <p:set>
                                      <p:cBhvr>
                                        <p:cTn id="6" dur="1" fill="hold">
                                          <p:stCondLst>
                                            <p:cond delay="0"/>
                                          </p:stCondLst>
                                        </p:cTn>
                                        <p:tgtEl>
                                          <p:spTgt spid="3">
                                            <p:txEl>
                                              <p:pRg st="4" end="4"/>
                                            </p:txEl>
                                          </p:spTgt>
                                        </p:tgtEl>
                                        <p:attrNameLst>
                                          <p:attrName>style.visibility</p:attrName>
                                        </p:attrNameLst>
                                      </p:cBhvr>
                                      <p:to>
                                        <p:strVal val="visible"/>
                                      </p:to>
                                    </p:set>
                                    <p:anim calcmode="lin" valueType="num">
                                      <p:cBhvr additive="base">
                                        <p:cTn id="7" dur="500" fill="hold"/>
                                        <p:tgtEl>
                                          <p:spTgt spid="3">
                                            <p:txEl>
                                              <p:pRg st="4" end="4"/>
                                            </p:txEl>
                                          </p:spTgt>
                                        </p:tgtEl>
                                        <p:attrNameLst>
                                          <p:attrName>ppt_x</p:attrName>
                                        </p:attrNameLst>
                                      </p:cBhvr>
                                      <p:tavLst>
                                        <p:tav tm="0">
                                          <p:val>
                                            <p:strVal val="#ppt_x"/>
                                          </p:val>
                                        </p:tav>
                                        <p:tav tm="100000">
                                          <p:val>
                                            <p:strVal val="#ppt_x"/>
                                          </p:val>
                                        </p:tav>
                                      </p:tavLst>
                                    </p:anim>
                                    <p:anim calcmode="lin" valueType="num">
                                      <p:cBhvr additive="base">
                                        <p:cTn id="8" dur="500" fill="hold"/>
                                        <p:tgtEl>
                                          <p:spTgt spid="3">
                                            <p:txEl>
                                              <p:pRg st="4" end="4"/>
                                            </p:txEl>
                                          </p:spTgt>
                                        </p:tgtEl>
                                        <p:attrNameLst>
                                          <p:attrName>ppt_y</p:attrName>
                                        </p:attrNameLst>
                                      </p:cBhvr>
                                      <p:tavLst>
                                        <p:tav tm="0">
                                          <p:val>
                                            <p:strVal val="1+#ppt_h/2"/>
                                          </p:val>
                                        </p:tav>
                                        <p:tav tm="100000">
                                          <p:val>
                                            <p:strVal val="#ppt_y"/>
                                          </p:val>
                                        </p:tav>
                                      </p:tavLst>
                                    </p:anim>
                                  </p:childTnLst>
                                </p:cTn>
                              </p:par>
                              <p:par>
                                <p:cTn id="9" presetID="2" presetClass="entr" presetSubtype="4" fill="hold" nodeType="withEffect">
                                  <p:stCondLst>
                                    <p:cond delay="0"/>
                                  </p:stCondLst>
                                  <p:childTnLst>
                                    <p:set>
                                      <p:cBhvr>
                                        <p:cTn id="10" dur="1" fill="hold">
                                          <p:stCondLst>
                                            <p:cond delay="0"/>
                                          </p:stCondLst>
                                        </p:cTn>
                                        <p:tgtEl>
                                          <p:spTgt spid="3">
                                            <p:txEl>
                                              <p:pRg st="6" end="6"/>
                                            </p:txEl>
                                          </p:spTgt>
                                        </p:tgtEl>
                                        <p:attrNameLst>
                                          <p:attrName>style.visibility</p:attrName>
                                        </p:attrNameLst>
                                      </p:cBhvr>
                                      <p:to>
                                        <p:strVal val="visible"/>
                                      </p:to>
                                    </p:set>
                                    <p:anim calcmode="lin" valueType="num">
                                      <p:cBhvr additive="base">
                                        <p:cTn id="11" dur="500" fill="hold"/>
                                        <p:tgtEl>
                                          <p:spTgt spid="3">
                                            <p:txEl>
                                              <p:pRg st="6" end="6"/>
                                            </p:txEl>
                                          </p:spTgt>
                                        </p:tgtEl>
                                        <p:attrNameLst>
                                          <p:attrName>ppt_x</p:attrName>
                                        </p:attrNameLst>
                                      </p:cBhvr>
                                      <p:tavLst>
                                        <p:tav tm="0">
                                          <p:val>
                                            <p:strVal val="#ppt_x"/>
                                          </p:val>
                                        </p:tav>
                                        <p:tav tm="100000">
                                          <p:val>
                                            <p:strVal val="#ppt_x"/>
                                          </p:val>
                                        </p:tav>
                                      </p:tavLst>
                                    </p:anim>
                                    <p:anim calcmode="lin" valueType="num">
                                      <p:cBhvr additive="base">
                                        <p:cTn id="12" dur="500" fill="hold"/>
                                        <p:tgtEl>
                                          <p:spTgt spid="3">
                                            <p:txEl>
                                              <p:pRg st="6" end="6"/>
                                            </p:txEl>
                                          </p:spTgt>
                                        </p:tgtEl>
                                        <p:attrNameLst>
                                          <p:attrName>ppt_y</p:attrName>
                                        </p:attrNameLst>
                                      </p:cBhvr>
                                      <p:tavLst>
                                        <p:tav tm="0">
                                          <p:val>
                                            <p:strVal val="1+#ppt_h/2"/>
                                          </p:val>
                                        </p:tav>
                                        <p:tav tm="100000">
                                          <p:val>
                                            <p:strVal val="#ppt_y"/>
                                          </p:val>
                                        </p:tav>
                                      </p:tavLst>
                                    </p:anim>
                                  </p:childTnLst>
                                </p:cTn>
                              </p:par>
                              <p:par>
                                <p:cTn id="13" presetID="2" presetClass="entr" presetSubtype="4" fill="hold" nodeType="withEffect">
                                  <p:stCondLst>
                                    <p:cond delay="0"/>
                                  </p:stCondLst>
                                  <p:childTnLst>
                                    <p:set>
                                      <p:cBhvr>
                                        <p:cTn id="14" dur="1" fill="hold">
                                          <p:stCondLst>
                                            <p:cond delay="0"/>
                                          </p:stCondLst>
                                        </p:cTn>
                                        <p:tgtEl>
                                          <p:spTgt spid="3">
                                            <p:txEl>
                                              <p:pRg st="7" end="7"/>
                                            </p:txEl>
                                          </p:spTgt>
                                        </p:tgtEl>
                                        <p:attrNameLst>
                                          <p:attrName>style.visibility</p:attrName>
                                        </p:attrNameLst>
                                      </p:cBhvr>
                                      <p:to>
                                        <p:strVal val="visible"/>
                                      </p:to>
                                    </p:set>
                                    <p:anim calcmode="lin" valueType="num">
                                      <p:cBhvr additive="base">
                                        <p:cTn id="15" dur="500" fill="hold"/>
                                        <p:tgtEl>
                                          <p:spTgt spid="3">
                                            <p:txEl>
                                              <p:pRg st="7" end="7"/>
                                            </p:txEl>
                                          </p:spTgt>
                                        </p:tgtEl>
                                        <p:attrNameLst>
                                          <p:attrName>ppt_x</p:attrName>
                                        </p:attrNameLst>
                                      </p:cBhvr>
                                      <p:tavLst>
                                        <p:tav tm="0">
                                          <p:val>
                                            <p:strVal val="#ppt_x"/>
                                          </p:val>
                                        </p:tav>
                                        <p:tav tm="100000">
                                          <p:val>
                                            <p:strVal val="#ppt_x"/>
                                          </p:val>
                                        </p:tav>
                                      </p:tavLst>
                                    </p:anim>
                                    <p:anim calcmode="lin" valueType="num">
                                      <p:cBhvr additive="base">
                                        <p:cTn id="16" dur="500" fill="hold"/>
                                        <p:tgtEl>
                                          <p:spTgt spid="3">
                                            <p:txEl>
                                              <p:pRg st="7" end="7"/>
                                            </p:txEl>
                                          </p:spTgt>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5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0658" name="标题 1"/>
          <p:cNvSpPr>
            <a:spLocks noGrp="1"/>
          </p:cNvSpPr>
          <p:nvPr>
            <p:ph type="title"/>
          </p:nvPr>
        </p:nvSpPr>
        <p:spPr>
          <a:xfrm>
            <a:off x="107950" y="44450"/>
            <a:ext cx="7343775" cy="792163"/>
          </a:xfrm>
        </p:spPr>
        <p:txBody>
          <a:bodyPr/>
          <a:lstStyle/>
          <a:p>
            <a:r>
              <a:rPr lang="en-US" altLang="zh-CN" smtClean="0"/>
              <a:t>2.9 </a:t>
            </a:r>
            <a:r>
              <a:rPr lang="zh-CN" altLang="en-US" smtClean="0"/>
              <a:t>传输介质访问控制方式</a:t>
            </a:r>
          </a:p>
        </p:txBody>
      </p:sp>
      <p:sp>
        <p:nvSpPr>
          <p:cNvPr id="3" name="内容占位符 2"/>
          <p:cNvSpPr>
            <a:spLocks noGrp="1"/>
          </p:cNvSpPr>
          <p:nvPr>
            <p:ph idx="1"/>
          </p:nvPr>
        </p:nvSpPr>
        <p:spPr>
          <a:xfrm>
            <a:off x="107950" y="981075"/>
            <a:ext cx="8928100" cy="5102225"/>
          </a:xfrm>
        </p:spPr>
        <p:txBody>
          <a:bodyPr/>
          <a:lstStyle/>
          <a:p>
            <a:pPr algn="just">
              <a:lnSpc>
                <a:spcPct val="110000"/>
              </a:lnSpc>
              <a:buClr>
                <a:schemeClr val="tx1"/>
              </a:buClr>
              <a:defRPr/>
            </a:pPr>
            <a:r>
              <a:rPr lang="zh-CN" altLang="en-US" b="1" dirty="0">
                <a:solidFill>
                  <a:srgbClr val="FF0000"/>
                </a:solidFill>
                <a:latin typeface="楷体_GB2312" pitchFamily="49" charset="-122"/>
              </a:rPr>
              <a:t>令牌环（</a:t>
            </a:r>
            <a:r>
              <a:rPr lang="en-US" altLang="zh-CN" b="1" dirty="0">
                <a:solidFill>
                  <a:srgbClr val="FF0000"/>
                </a:solidFill>
                <a:latin typeface="楷体_GB2312" pitchFamily="49" charset="-122"/>
              </a:rPr>
              <a:t>token-ring</a:t>
            </a:r>
            <a:r>
              <a:rPr lang="zh-CN" altLang="en-US" b="1" dirty="0" smtClean="0">
                <a:solidFill>
                  <a:srgbClr val="FF0000"/>
                </a:solidFill>
                <a:latin typeface="楷体_GB2312" pitchFamily="49" charset="-122"/>
              </a:rPr>
              <a:t>）</a:t>
            </a:r>
            <a:r>
              <a:rPr lang="zh-CN" altLang="en-US" dirty="0" smtClean="0">
                <a:latin typeface="楷体_GB2312" pitchFamily="49" charset="-122"/>
              </a:rPr>
              <a:t>：</a:t>
            </a:r>
            <a:endParaRPr lang="en-US" altLang="zh-CN" dirty="0" smtClean="0">
              <a:latin typeface="楷体_GB2312" pitchFamily="49" charset="-122"/>
            </a:endParaRPr>
          </a:p>
          <a:p>
            <a:pPr marL="0" indent="0" algn="just">
              <a:lnSpc>
                <a:spcPct val="110000"/>
              </a:lnSpc>
              <a:buClr>
                <a:schemeClr val="tx1"/>
              </a:buClr>
              <a:buFont typeface="Wingdings" pitchFamily="2" charset="2"/>
              <a:buNone/>
              <a:defRPr/>
            </a:pPr>
            <a:r>
              <a:rPr lang="zh-CN" altLang="en-US" dirty="0" smtClean="0">
                <a:solidFill>
                  <a:srgbClr val="FF0000"/>
                </a:solidFill>
                <a:latin typeface="楷体_GB2312" pitchFamily="49" charset="-122"/>
              </a:rPr>
              <a:t>概念：</a:t>
            </a:r>
            <a:endParaRPr lang="en-US" altLang="zh-CN" dirty="0">
              <a:solidFill>
                <a:srgbClr val="FF0000"/>
              </a:solidFill>
              <a:latin typeface="楷体_GB2312" pitchFamily="49" charset="-122"/>
            </a:endParaRPr>
          </a:p>
          <a:p>
            <a:pPr marL="0" indent="0" algn="just">
              <a:lnSpc>
                <a:spcPct val="110000"/>
              </a:lnSpc>
              <a:buClr>
                <a:schemeClr val="tx1"/>
              </a:buClr>
              <a:buFont typeface="Wingdings" pitchFamily="2" charset="2"/>
              <a:buNone/>
              <a:defRPr/>
            </a:pPr>
            <a:r>
              <a:rPr lang="zh-CN" altLang="en-US" dirty="0" smtClean="0">
                <a:solidFill>
                  <a:srgbClr val="FF0000"/>
                </a:solidFill>
                <a:latin typeface="楷体_GB2312" pitchFamily="49" charset="-122"/>
              </a:rPr>
              <a:t>特点：</a:t>
            </a:r>
            <a:endParaRPr lang="zh-CN" altLang="en-US" dirty="0">
              <a:latin typeface="楷体_GB2312" pitchFamily="49" charset="-122"/>
            </a:endParaRPr>
          </a:p>
          <a:p>
            <a:pPr lvl="1" algn="just">
              <a:lnSpc>
                <a:spcPct val="110000"/>
              </a:lnSpc>
              <a:buClr>
                <a:srgbClr val="CC00CC"/>
              </a:buClr>
              <a:defRPr/>
            </a:pPr>
            <a:r>
              <a:rPr lang="zh-CN" altLang="en-US" dirty="0" smtClean="0">
                <a:solidFill>
                  <a:srgbClr val="C00000"/>
                </a:solidFill>
                <a:latin typeface="楷体_GB2312" pitchFamily="49" charset="-122"/>
              </a:rPr>
              <a:t>对</a:t>
            </a:r>
            <a:r>
              <a:rPr lang="zh-CN" altLang="en-US" dirty="0">
                <a:solidFill>
                  <a:srgbClr val="C00000"/>
                </a:solidFill>
                <a:latin typeface="楷体_GB2312" pitchFamily="49" charset="-122"/>
              </a:rPr>
              <a:t>轻、重负载不敏感。</a:t>
            </a:r>
          </a:p>
          <a:p>
            <a:pPr lvl="1" algn="just">
              <a:lnSpc>
                <a:spcPct val="110000"/>
              </a:lnSpc>
              <a:buClr>
                <a:srgbClr val="CC00CC"/>
              </a:buClr>
              <a:defRPr/>
            </a:pPr>
            <a:r>
              <a:rPr lang="zh-CN" altLang="en-US" dirty="0" smtClean="0">
                <a:solidFill>
                  <a:srgbClr val="C00000"/>
                </a:solidFill>
                <a:latin typeface="楷体_GB2312" pitchFamily="49" charset="-122"/>
              </a:rPr>
              <a:t>单环</a:t>
            </a:r>
            <a:r>
              <a:rPr lang="zh-CN" altLang="en-US" dirty="0">
                <a:solidFill>
                  <a:srgbClr val="C00000"/>
                </a:solidFill>
                <a:latin typeface="楷体_GB2312" pitchFamily="49" charset="-122"/>
              </a:rPr>
              <a:t>故障，整个瘫痪，可靠性低。</a:t>
            </a:r>
          </a:p>
          <a:p>
            <a:pPr lvl="1" algn="just">
              <a:lnSpc>
                <a:spcPct val="110000"/>
              </a:lnSpc>
              <a:buClr>
                <a:srgbClr val="CC00CC"/>
              </a:buClr>
              <a:defRPr/>
            </a:pPr>
            <a:r>
              <a:rPr lang="zh-CN" altLang="en-US" dirty="0" smtClean="0">
                <a:solidFill>
                  <a:srgbClr val="C00000"/>
                </a:solidFill>
                <a:latin typeface="楷体_GB2312" pitchFamily="49" charset="-122"/>
              </a:rPr>
              <a:t>信息</a:t>
            </a:r>
            <a:r>
              <a:rPr lang="zh-CN" altLang="en-US" dirty="0">
                <a:solidFill>
                  <a:srgbClr val="C00000"/>
                </a:solidFill>
                <a:latin typeface="楷体_GB2312" pitchFamily="49" charset="-122"/>
              </a:rPr>
              <a:t>传输具有确定性，能比较准确估计信息传输的</a:t>
            </a:r>
            <a:r>
              <a:rPr lang="zh-CN" altLang="en-US" dirty="0" smtClean="0">
                <a:solidFill>
                  <a:srgbClr val="C00000"/>
                </a:solidFill>
                <a:latin typeface="楷体_GB2312" pitchFamily="49" charset="-122"/>
              </a:rPr>
              <a:t>延迟时间，可用于实时系统。</a:t>
            </a:r>
            <a:endParaRPr lang="zh-CN" altLang="en-US" dirty="0">
              <a:solidFill>
                <a:srgbClr val="C00000"/>
              </a:solidFill>
              <a:latin typeface="楷体_GB2312" pitchFamily="49" charset="-122"/>
            </a:endParaRPr>
          </a:p>
          <a:p>
            <a:pPr>
              <a:defRPr/>
            </a:pPr>
            <a:endParaRPr lang="zh-CN" altLang="en-US" dirty="0"/>
          </a:p>
        </p:txBody>
      </p:sp>
      <p:sp>
        <p:nvSpPr>
          <p:cNvPr id="4" name="灯片编号占位符 3"/>
          <p:cNvSpPr>
            <a:spLocks noGrp="1"/>
          </p:cNvSpPr>
          <p:nvPr>
            <p:ph type="sldNum" sz="quarter" idx="12"/>
          </p:nvPr>
        </p:nvSpPr>
        <p:spPr/>
        <p:txBody>
          <a:bodyPr/>
          <a:lstStyle/>
          <a:p>
            <a:pPr>
              <a:defRPr/>
            </a:pPr>
            <a:fld id="{3743D66B-6646-447A-8E12-316228C1F3E5}" type="slidenum">
              <a:rPr lang="zh-CN" altLang="en-US" smtClean="0"/>
              <a:pPr>
                <a:defRPr/>
              </a:pPr>
              <a:t>53</a:t>
            </a:fld>
            <a:endParaRPr lang="zh-CN" altLang="en-US"/>
          </a:p>
        </p:txBody>
      </p:sp>
    </p:spTree>
  </p:cSld>
  <p:clrMapOvr>
    <a:masterClrMapping/>
  </p:clrMapOvr>
  <p:transition spd="slow">
    <p:push dir="u"/>
  </p:transition>
  <p:timing>
    <p:tnLst>
      <p:par>
        <p:cTn id="1" dur="indefinite" restart="never" nodeType="tmRoot"/>
      </p:par>
    </p:tnLst>
  </p:timing>
</p:sld>
</file>

<file path=ppt/slides/slide5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1682" name="标题 1"/>
          <p:cNvSpPr>
            <a:spLocks noGrp="1"/>
          </p:cNvSpPr>
          <p:nvPr>
            <p:ph type="title"/>
          </p:nvPr>
        </p:nvSpPr>
        <p:spPr>
          <a:xfrm>
            <a:off x="107950" y="44450"/>
            <a:ext cx="7343775" cy="792163"/>
          </a:xfrm>
        </p:spPr>
        <p:txBody>
          <a:bodyPr/>
          <a:lstStyle/>
          <a:p>
            <a:r>
              <a:rPr lang="en-US" altLang="zh-CN" smtClean="0"/>
              <a:t>2.9 </a:t>
            </a:r>
            <a:r>
              <a:rPr lang="zh-CN" altLang="en-US" smtClean="0"/>
              <a:t>传输介质访问控制方式</a:t>
            </a:r>
          </a:p>
        </p:txBody>
      </p:sp>
      <p:sp>
        <p:nvSpPr>
          <p:cNvPr id="71683" name="内容占位符 2"/>
          <p:cNvSpPr>
            <a:spLocks noGrp="1"/>
          </p:cNvSpPr>
          <p:nvPr>
            <p:ph idx="1"/>
          </p:nvPr>
        </p:nvSpPr>
        <p:spPr>
          <a:xfrm>
            <a:off x="107950" y="981075"/>
            <a:ext cx="8928100" cy="5102225"/>
          </a:xfrm>
        </p:spPr>
        <p:txBody>
          <a:bodyPr/>
          <a:lstStyle/>
          <a:p>
            <a:endParaRPr lang="zh-CN" altLang="en-US" smtClean="0"/>
          </a:p>
        </p:txBody>
      </p:sp>
      <p:sp>
        <p:nvSpPr>
          <p:cNvPr id="4" name="灯片编号占位符 3"/>
          <p:cNvSpPr>
            <a:spLocks noGrp="1"/>
          </p:cNvSpPr>
          <p:nvPr>
            <p:ph type="sldNum" sz="quarter" idx="12"/>
          </p:nvPr>
        </p:nvSpPr>
        <p:spPr/>
        <p:txBody>
          <a:bodyPr/>
          <a:lstStyle/>
          <a:p>
            <a:pPr>
              <a:defRPr/>
            </a:pPr>
            <a:fld id="{408F3915-FE21-4147-A350-937A90B3DB77}" type="slidenum">
              <a:rPr lang="zh-CN" altLang="en-US" smtClean="0"/>
              <a:pPr>
                <a:defRPr/>
              </a:pPr>
              <a:t>54</a:t>
            </a:fld>
            <a:endParaRPr lang="zh-CN" altLang="en-US"/>
          </a:p>
        </p:txBody>
      </p:sp>
      <p:pic>
        <p:nvPicPr>
          <p:cNvPr id="71685" name="Picture 3"/>
          <p:cNvPicPr>
            <a:picLocks noChangeAspect="1" noChangeArrowheads="1"/>
          </p:cNvPicPr>
          <p:nvPr/>
        </p:nvPicPr>
        <p:blipFill>
          <a:blip r:embed="rId3">
            <a:extLst>
              <a:ext uri="{28A0092B-C50C-407E-A947-70E740481C1C}">
                <a14:useLocalDpi xmlns:a14="http://schemas.microsoft.com/office/drawing/2010/main" val="0"/>
              </a:ext>
            </a:extLst>
          </a:blip>
          <a:srcRect b="8348"/>
          <a:stretch>
            <a:fillRect/>
          </a:stretch>
        </p:blipFill>
        <p:spPr bwMode="auto">
          <a:xfrm>
            <a:off x="1115616" y="1220788"/>
            <a:ext cx="5759450" cy="41529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71686" name="TextBox 5"/>
          <p:cNvSpPr txBox="1">
            <a:spLocks noChangeArrowheads="1"/>
          </p:cNvSpPr>
          <p:nvPr/>
        </p:nvSpPr>
        <p:spPr bwMode="auto">
          <a:xfrm>
            <a:off x="900113" y="5373688"/>
            <a:ext cx="7343775" cy="46196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spcBef>
                <a:spcPct val="20000"/>
              </a:spcBef>
              <a:buFont typeface="Wingdings" pitchFamily="2" charset="2"/>
              <a:buChar char="Ø"/>
              <a:defRPr sz="3200">
                <a:solidFill>
                  <a:srgbClr val="4F6228"/>
                </a:solidFill>
                <a:latin typeface="Calibri" pitchFamily="34" charset="0"/>
                <a:ea typeface="楷体_GB2312" pitchFamily="49" charset="-122"/>
              </a:defRPr>
            </a:lvl1pPr>
            <a:lvl2pPr marL="742950" indent="-285750" eaLnBrk="0" hangingPunct="0">
              <a:spcBef>
                <a:spcPct val="20000"/>
              </a:spcBef>
              <a:buFont typeface="Wingdings" pitchFamily="2" charset="2"/>
              <a:buChar char="ü"/>
              <a:defRPr sz="2800">
                <a:solidFill>
                  <a:srgbClr val="4F6228"/>
                </a:solidFill>
                <a:latin typeface="Calibri" pitchFamily="34" charset="0"/>
                <a:ea typeface="楷体_GB2312" pitchFamily="49" charset="-122"/>
              </a:defRPr>
            </a:lvl2pPr>
            <a:lvl3pPr marL="1143000" indent="-228600" eaLnBrk="0" hangingPunct="0">
              <a:spcBef>
                <a:spcPct val="20000"/>
              </a:spcBef>
              <a:buFont typeface="Arial" charset="0"/>
              <a:buChar char="•"/>
              <a:defRPr sz="2400">
                <a:solidFill>
                  <a:srgbClr val="4F6228"/>
                </a:solidFill>
                <a:latin typeface="Calibri" pitchFamily="34" charset="0"/>
                <a:ea typeface="楷体_GB2312" pitchFamily="49" charset="-122"/>
              </a:defRPr>
            </a:lvl3pPr>
            <a:lvl4pPr marL="1600200" indent="-228600" eaLnBrk="0" hangingPunct="0">
              <a:spcBef>
                <a:spcPct val="20000"/>
              </a:spcBef>
              <a:buFont typeface="Arial" charset="0"/>
              <a:buChar char="–"/>
              <a:defRPr sz="2000">
                <a:solidFill>
                  <a:schemeClr val="tx1"/>
                </a:solidFill>
                <a:latin typeface="Calibri" pitchFamily="34" charset="0"/>
                <a:ea typeface="宋体" pitchFamily="2" charset="-122"/>
              </a:defRPr>
            </a:lvl4pPr>
            <a:lvl5pPr marL="2057400" indent="-228600" eaLnBrk="0" hangingPunct="0">
              <a:spcBef>
                <a:spcPct val="20000"/>
              </a:spcBef>
              <a:buFont typeface="Arial" charset="0"/>
              <a:buChar char="»"/>
              <a:defRPr sz="2000">
                <a:solidFill>
                  <a:schemeClr val="tx1"/>
                </a:solidFill>
                <a:latin typeface="Calibri" pitchFamily="34" charset="0"/>
                <a:ea typeface="宋体" pitchFamily="2" charset="-122"/>
              </a:defRPr>
            </a:lvl5pPr>
            <a:lvl6pPr marL="2514600" indent="-228600" eaLnBrk="0" fontAlgn="base" hangingPunct="0">
              <a:spcBef>
                <a:spcPct val="20000"/>
              </a:spcBef>
              <a:spcAft>
                <a:spcPct val="0"/>
              </a:spcAft>
              <a:buFont typeface="Arial" charset="0"/>
              <a:buChar char="»"/>
              <a:defRPr sz="2000">
                <a:solidFill>
                  <a:schemeClr val="tx1"/>
                </a:solidFill>
                <a:latin typeface="Calibri" pitchFamily="34" charset="0"/>
                <a:ea typeface="宋体" pitchFamily="2" charset="-122"/>
              </a:defRPr>
            </a:lvl6pPr>
            <a:lvl7pPr marL="2971800" indent="-228600" eaLnBrk="0" fontAlgn="base" hangingPunct="0">
              <a:spcBef>
                <a:spcPct val="20000"/>
              </a:spcBef>
              <a:spcAft>
                <a:spcPct val="0"/>
              </a:spcAft>
              <a:buFont typeface="Arial" charset="0"/>
              <a:buChar char="»"/>
              <a:defRPr sz="2000">
                <a:solidFill>
                  <a:schemeClr val="tx1"/>
                </a:solidFill>
                <a:latin typeface="Calibri" pitchFamily="34" charset="0"/>
                <a:ea typeface="宋体" pitchFamily="2" charset="-122"/>
              </a:defRPr>
            </a:lvl7pPr>
            <a:lvl8pPr marL="3429000" indent="-228600" eaLnBrk="0" fontAlgn="base" hangingPunct="0">
              <a:spcBef>
                <a:spcPct val="20000"/>
              </a:spcBef>
              <a:spcAft>
                <a:spcPct val="0"/>
              </a:spcAft>
              <a:buFont typeface="Arial" charset="0"/>
              <a:buChar char="»"/>
              <a:defRPr sz="2000">
                <a:solidFill>
                  <a:schemeClr val="tx1"/>
                </a:solidFill>
                <a:latin typeface="Calibri" pitchFamily="34" charset="0"/>
                <a:ea typeface="宋体" pitchFamily="2" charset="-122"/>
              </a:defRPr>
            </a:lvl8pPr>
            <a:lvl9pPr marL="3886200" indent="-228600" eaLnBrk="0" fontAlgn="base" hangingPunct="0">
              <a:spcBef>
                <a:spcPct val="20000"/>
              </a:spcBef>
              <a:spcAft>
                <a:spcPct val="0"/>
              </a:spcAft>
              <a:buFont typeface="Arial" charset="0"/>
              <a:buChar char="»"/>
              <a:defRPr sz="2000">
                <a:solidFill>
                  <a:schemeClr val="tx1"/>
                </a:solidFill>
                <a:latin typeface="Calibri" pitchFamily="34" charset="0"/>
                <a:ea typeface="宋体" pitchFamily="2" charset="-122"/>
              </a:defRPr>
            </a:lvl9pPr>
          </a:lstStyle>
          <a:p>
            <a:pPr algn="ctr" eaLnBrk="1" hangingPunct="1">
              <a:spcBef>
                <a:spcPct val="0"/>
              </a:spcBef>
              <a:buFontTx/>
              <a:buNone/>
            </a:pPr>
            <a:r>
              <a:rPr lang="zh-CN" altLang="en-US" sz="2400">
                <a:solidFill>
                  <a:schemeClr val="tx1"/>
                </a:solidFill>
                <a:latin typeface="楷体_GB2312" pitchFamily="49" charset="-122"/>
              </a:rPr>
              <a:t>令牌环网络结构示意图</a:t>
            </a:r>
          </a:p>
        </p:txBody>
      </p:sp>
    </p:spTree>
  </p:cSld>
  <p:clrMapOvr>
    <a:masterClrMapping/>
  </p:clrMapOvr>
  <p:transition spd="slow">
    <p:push dir="u"/>
  </p:transition>
  <p:timing>
    <p:tnLst>
      <p:par>
        <p:cTn id="1" dur="indefinite" restart="never" nodeType="tmRoot"/>
      </p:par>
    </p:tnLst>
  </p:timing>
</p:sld>
</file>

<file path=ppt/slides/slide5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2706" name="标题 1"/>
          <p:cNvSpPr>
            <a:spLocks noGrp="1"/>
          </p:cNvSpPr>
          <p:nvPr>
            <p:ph type="title"/>
          </p:nvPr>
        </p:nvSpPr>
        <p:spPr>
          <a:xfrm>
            <a:off x="107950" y="44450"/>
            <a:ext cx="7343775" cy="792163"/>
          </a:xfrm>
        </p:spPr>
        <p:txBody>
          <a:bodyPr/>
          <a:lstStyle/>
          <a:p>
            <a:r>
              <a:rPr lang="en-US" altLang="zh-CN" smtClean="0"/>
              <a:t>2.9 </a:t>
            </a:r>
            <a:r>
              <a:rPr lang="zh-CN" altLang="en-US" smtClean="0"/>
              <a:t>传输介质访问控制方式</a:t>
            </a:r>
          </a:p>
        </p:txBody>
      </p:sp>
      <p:sp>
        <p:nvSpPr>
          <p:cNvPr id="72707" name="内容占位符 2"/>
          <p:cNvSpPr>
            <a:spLocks noGrp="1"/>
          </p:cNvSpPr>
          <p:nvPr>
            <p:ph idx="1"/>
          </p:nvPr>
        </p:nvSpPr>
        <p:spPr>
          <a:xfrm>
            <a:off x="107950" y="981075"/>
            <a:ext cx="8928100" cy="5102225"/>
          </a:xfrm>
        </p:spPr>
        <p:txBody>
          <a:bodyPr/>
          <a:lstStyle/>
          <a:p>
            <a:pPr algn="just">
              <a:buClr>
                <a:schemeClr val="tx1"/>
              </a:buClr>
            </a:pPr>
            <a:r>
              <a:rPr lang="zh-CN" altLang="en-US" b="1" dirty="0" smtClean="0">
                <a:solidFill>
                  <a:srgbClr val="FF0000"/>
                </a:solidFill>
                <a:latin typeface="楷体_GB2312" pitchFamily="49" charset="-122"/>
              </a:rPr>
              <a:t>令牌总线</a:t>
            </a:r>
            <a:endParaRPr lang="en-US" altLang="zh-CN" b="1" dirty="0">
              <a:solidFill>
                <a:srgbClr val="FF0000"/>
              </a:solidFill>
              <a:latin typeface="楷体_GB2312" pitchFamily="49" charset="-122"/>
            </a:endParaRPr>
          </a:p>
          <a:p>
            <a:pPr marL="0" indent="0" algn="just">
              <a:buClr>
                <a:schemeClr val="tx1"/>
              </a:buClr>
              <a:buNone/>
            </a:pPr>
            <a:r>
              <a:rPr lang="zh-CN" altLang="en-US" b="1" dirty="0" smtClean="0">
                <a:solidFill>
                  <a:srgbClr val="FF0000"/>
                </a:solidFill>
                <a:latin typeface="楷体_GB2312" pitchFamily="49" charset="-122"/>
              </a:rPr>
              <a:t>概念：</a:t>
            </a:r>
            <a:endParaRPr lang="en-US" altLang="zh-CN" b="1" dirty="0" smtClean="0">
              <a:solidFill>
                <a:srgbClr val="FF0000"/>
              </a:solidFill>
              <a:latin typeface="楷体_GB2312" pitchFamily="49" charset="-122"/>
            </a:endParaRPr>
          </a:p>
          <a:p>
            <a:pPr marL="0" indent="0" algn="just">
              <a:buClr>
                <a:schemeClr val="tx1"/>
              </a:buClr>
              <a:buNone/>
            </a:pPr>
            <a:r>
              <a:rPr lang="zh-CN" altLang="en-US" b="1" dirty="0" smtClean="0">
                <a:solidFill>
                  <a:srgbClr val="FF0000"/>
                </a:solidFill>
                <a:latin typeface="楷体_GB2312" pitchFamily="49" charset="-122"/>
              </a:rPr>
              <a:t>特点：</a:t>
            </a:r>
            <a:endParaRPr lang="en-US" altLang="zh-CN" b="1" dirty="0">
              <a:solidFill>
                <a:srgbClr val="FF0000"/>
              </a:solidFill>
              <a:latin typeface="楷体_GB2312" pitchFamily="49" charset="-122"/>
            </a:endParaRPr>
          </a:p>
          <a:p>
            <a:pPr marL="857250" lvl="1" indent="-457200" algn="just">
              <a:buClr>
                <a:schemeClr val="tx1"/>
              </a:buClr>
            </a:pPr>
            <a:r>
              <a:rPr lang="zh-CN" altLang="en-US" dirty="0" smtClean="0">
                <a:latin typeface="Times New Roman" pitchFamily="18" charset="0"/>
              </a:rPr>
              <a:t>利用</a:t>
            </a:r>
            <a:r>
              <a:rPr lang="zh-CN" altLang="en-US" dirty="0" smtClean="0">
                <a:solidFill>
                  <a:srgbClr val="C00000"/>
                </a:solidFill>
                <a:latin typeface="Times New Roman" pitchFamily="18" charset="0"/>
              </a:rPr>
              <a:t>令牌控制帧</a:t>
            </a:r>
            <a:r>
              <a:rPr lang="zh-CN" altLang="en-US" dirty="0" smtClean="0">
                <a:latin typeface="Times New Roman" pitchFamily="18" charset="0"/>
              </a:rPr>
              <a:t>，调整对总线</a:t>
            </a:r>
            <a:r>
              <a:rPr lang="zh-CN" altLang="en-US" dirty="0" smtClean="0">
                <a:solidFill>
                  <a:srgbClr val="C00000"/>
                </a:solidFill>
                <a:latin typeface="Times New Roman" pitchFamily="18" charset="0"/>
              </a:rPr>
              <a:t>访问的权利</a:t>
            </a:r>
            <a:r>
              <a:rPr lang="zh-CN" altLang="en-US" dirty="0" smtClean="0">
                <a:latin typeface="Times New Roman" pitchFamily="18" charset="0"/>
              </a:rPr>
              <a:t>。</a:t>
            </a:r>
            <a:endParaRPr lang="en-US" altLang="zh-CN" dirty="0">
              <a:latin typeface="Times New Roman" pitchFamily="18" charset="0"/>
            </a:endParaRPr>
          </a:p>
          <a:p>
            <a:pPr marL="857250" lvl="1" indent="-457200" algn="just">
              <a:buClr>
                <a:schemeClr val="tx1"/>
              </a:buClr>
            </a:pPr>
            <a:r>
              <a:rPr lang="zh-CN" altLang="en-US" dirty="0" smtClean="0">
                <a:latin typeface="Times New Roman" pitchFamily="18" charset="0"/>
              </a:rPr>
              <a:t>节点</a:t>
            </a:r>
            <a:r>
              <a:rPr lang="zh-CN" altLang="en-US" dirty="0" smtClean="0">
                <a:solidFill>
                  <a:srgbClr val="C00000"/>
                </a:solidFill>
                <a:latin typeface="Times New Roman" pitchFamily="18" charset="0"/>
              </a:rPr>
              <a:t>传输完成</a:t>
            </a:r>
            <a:r>
              <a:rPr lang="zh-CN" altLang="en-US" dirty="0" smtClean="0">
                <a:latin typeface="Times New Roman" pitchFamily="18" charset="0"/>
              </a:rPr>
              <a:t>或</a:t>
            </a:r>
            <a:r>
              <a:rPr lang="zh-CN" altLang="en-US" dirty="0" smtClean="0">
                <a:solidFill>
                  <a:srgbClr val="C00000"/>
                </a:solidFill>
                <a:latin typeface="Times New Roman" pitchFamily="18" charset="0"/>
              </a:rPr>
              <a:t>时间已到</a:t>
            </a:r>
            <a:r>
              <a:rPr lang="zh-CN" altLang="en-US" dirty="0" smtClean="0">
                <a:latin typeface="Times New Roman" pitchFamily="18" charset="0"/>
              </a:rPr>
              <a:t>，就将令牌传递到逻辑环中的下一节点。</a:t>
            </a:r>
            <a:endParaRPr lang="en-US" altLang="zh-CN" dirty="0" smtClean="0">
              <a:latin typeface="Times New Roman" pitchFamily="18" charset="0"/>
            </a:endParaRPr>
          </a:p>
          <a:p>
            <a:pPr marL="857250" lvl="1" indent="-457200" algn="just">
              <a:buClr>
                <a:schemeClr val="tx1"/>
              </a:buClr>
            </a:pPr>
            <a:r>
              <a:rPr lang="zh-CN" altLang="en-US" dirty="0" smtClean="0">
                <a:solidFill>
                  <a:srgbClr val="C00000"/>
                </a:solidFill>
                <a:latin typeface="Times New Roman" pitchFamily="18" charset="0"/>
              </a:rPr>
              <a:t>传</a:t>
            </a:r>
            <a:r>
              <a:rPr lang="zh-CN" altLang="en-US" dirty="0">
                <a:solidFill>
                  <a:srgbClr val="C00000"/>
                </a:solidFill>
                <a:latin typeface="Times New Roman" pitchFamily="18" charset="0"/>
              </a:rPr>
              <a:t>输过</a:t>
            </a:r>
            <a:r>
              <a:rPr lang="zh-CN" altLang="en-US" dirty="0" smtClean="0">
                <a:solidFill>
                  <a:srgbClr val="C00000"/>
                </a:solidFill>
                <a:latin typeface="Times New Roman" pitchFamily="18" charset="0"/>
              </a:rPr>
              <a:t>程</a:t>
            </a:r>
            <a:r>
              <a:rPr lang="zh-CN" altLang="en-US" dirty="0" smtClean="0">
                <a:latin typeface="Times New Roman" pitchFamily="18" charset="0"/>
              </a:rPr>
              <a:t>由</a:t>
            </a:r>
            <a:r>
              <a:rPr lang="zh-CN" altLang="en-US" dirty="0">
                <a:solidFill>
                  <a:srgbClr val="C00000"/>
                </a:solidFill>
                <a:latin typeface="Times New Roman" pitchFamily="18" charset="0"/>
              </a:rPr>
              <a:t>交替</a:t>
            </a:r>
            <a:r>
              <a:rPr lang="zh-CN" altLang="en-US" dirty="0">
                <a:latin typeface="Times New Roman" pitchFamily="18" charset="0"/>
              </a:rPr>
              <a:t>进行的</a:t>
            </a:r>
            <a:r>
              <a:rPr lang="zh-CN" altLang="en-US" dirty="0">
                <a:solidFill>
                  <a:srgbClr val="C00000"/>
                </a:solidFill>
                <a:latin typeface="Times New Roman" pitchFamily="18" charset="0"/>
              </a:rPr>
              <a:t>数据传输</a:t>
            </a:r>
            <a:r>
              <a:rPr lang="zh-CN" altLang="en-US" dirty="0">
                <a:latin typeface="Times New Roman" pitchFamily="18" charset="0"/>
              </a:rPr>
              <a:t>阶段和</a:t>
            </a:r>
            <a:r>
              <a:rPr lang="zh-CN" altLang="en-US" dirty="0">
                <a:solidFill>
                  <a:srgbClr val="C00000"/>
                </a:solidFill>
                <a:latin typeface="Times New Roman" pitchFamily="18" charset="0"/>
              </a:rPr>
              <a:t>令牌传</a:t>
            </a:r>
            <a:r>
              <a:rPr lang="zh-CN" altLang="en-US" dirty="0" smtClean="0">
                <a:solidFill>
                  <a:srgbClr val="C00000"/>
                </a:solidFill>
                <a:latin typeface="Times New Roman" pitchFamily="18" charset="0"/>
              </a:rPr>
              <a:t>送</a:t>
            </a:r>
            <a:r>
              <a:rPr lang="zh-CN" altLang="en-US" dirty="0" smtClean="0">
                <a:latin typeface="Times New Roman" pitchFamily="18" charset="0"/>
              </a:rPr>
              <a:t>阶</a:t>
            </a:r>
            <a:r>
              <a:rPr lang="zh-CN" altLang="en-US" dirty="0">
                <a:latin typeface="Times New Roman" pitchFamily="18" charset="0"/>
              </a:rPr>
              <a:t>段组成</a:t>
            </a:r>
            <a:r>
              <a:rPr lang="zh-CN" altLang="en-US" dirty="0" smtClean="0">
                <a:latin typeface="Times New Roman" pitchFamily="18" charset="0"/>
              </a:rPr>
              <a:t>。</a:t>
            </a:r>
            <a:endParaRPr lang="en-US" altLang="zh-CN" dirty="0">
              <a:latin typeface="Times New Roman" pitchFamily="18" charset="0"/>
            </a:endParaRPr>
          </a:p>
          <a:p>
            <a:pPr marL="857250" lvl="1" indent="-457200" algn="just">
              <a:buClr>
                <a:schemeClr val="tx1"/>
              </a:buClr>
            </a:pPr>
            <a:r>
              <a:rPr lang="zh-CN" altLang="en-US" dirty="0" smtClean="0">
                <a:latin typeface="Times New Roman" pitchFamily="18" charset="0"/>
              </a:rPr>
              <a:t>节点可</a:t>
            </a:r>
            <a:r>
              <a:rPr lang="zh-CN" altLang="en-US" dirty="0" smtClean="0">
                <a:solidFill>
                  <a:srgbClr val="C00000"/>
                </a:solidFill>
                <a:latin typeface="Times New Roman" pitchFamily="18" charset="0"/>
              </a:rPr>
              <a:t>退出</a:t>
            </a:r>
            <a:r>
              <a:rPr lang="zh-CN" altLang="en-US" dirty="0">
                <a:solidFill>
                  <a:srgbClr val="C00000"/>
                </a:solidFill>
                <a:latin typeface="Times New Roman" pitchFamily="18" charset="0"/>
              </a:rPr>
              <a:t>逻辑</a:t>
            </a:r>
            <a:r>
              <a:rPr lang="zh-CN" altLang="en-US" dirty="0" smtClean="0">
                <a:solidFill>
                  <a:srgbClr val="C00000"/>
                </a:solidFill>
                <a:latin typeface="Times New Roman" pitchFamily="18" charset="0"/>
              </a:rPr>
              <a:t>环</a:t>
            </a:r>
            <a:r>
              <a:rPr lang="zh-CN" altLang="en-US" dirty="0">
                <a:latin typeface="Times New Roman" pitchFamily="18" charset="0"/>
              </a:rPr>
              <a:t>成为非活动节点</a:t>
            </a:r>
            <a:r>
              <a:rPr lang="zh-CN" altLang="en-US" dirty="0" smtClean="0">
                <a:latin typeface="Times New Roman" pitchFamily="18" charset="0"/>
              </a:rPr>
              <a:t>，仅响</a:t>
            </a:r>
            <a:r>
              <a:rPr lang="zh-CN" altLang="en-US" dirty="0">
                <a:latin typeface="Times New Roman" pitchFamily="18" charset="0"/>
              </a:rPr>
              <a:t>应询问或请求应答。</a:t>
            </a:r>
          </a:p>
          <a:p>
            <a:pPr marL="0" indent="0" algn="just">
              <a:buClr>
                <a:schemeClr val="tx1"/>
              </a:buClr>
              <a:buNone/>
            </a:pPr>
            <a:endParaRPr lang="en-US" altLang="zh-CN" b="1" dirty="0" smtClean="0">
              <a:solidFill>
                <a:srgbClr val="FF0000"/>
              </a:solidFill>
              <a:latin typeface="楷体_GB2312" pitchFamily="49" charset="-122"/>
            </a:endParaRPr>
          </a:p>
          <a:p>
            <a:pPr marL="0" indent="0" algn="just">
              <a:buClr>
                <a:schemeClr val="tx1"/>
              </a:buClr>
              <a:buNone/>
            </a:pPr>
            <a:endParaRPr lang="zh-CN" altLang="en-US" dirty="0" smtClean="0">
              <a:latin typeface="楷体_GB2312" pitchFamily="49" charset="-122"/>
            </a:endParaRPr>
          </a:p>
        </p:txBody>
      </p:sp>
      <p:sp>
        <p:nvSpPr>
          <p:cNvPr id="4" name="灯片编号占位符 3"/>
          <p:cNvSpPr>
            <a:spLocks noGrp="1"/>
          </p:cNvSpPr>
          <p:nvPr>
            <p:ph type="sldNum" sz="quarter" idx="12"/>
          </p:nvPr>
        </p:nvSpPr>
        <p:spPr/>
        <p:txBody>
          <a:bodyPr/>
          <a:lstStyle/>
          <a:p>
            <a:pPr>
              <a:defRPr/>
            </a:pPr>
            <a:fld id="{7914BA9A-B304-4DB0-96A6-EC639D7B591A}" type="slidenum">
              <a:rPr lang="zh-CN" altLang="en-US" smtClean="0"/>
              <a:pPr>
                <a:defRPr/>
              </a:pPr>
              <a:t>55</a:t>
            </a:fld>
            <a:endParaRPr lang="zh-CN" altLang="en-US"/>
          </a:p>
        </p:txBody>
      </p:sp>
    </p:spTree>
  </p:cSld>
  <p:clrMapOvr>
    <a:masterClrMapping/>
  </p:clrMapOvr>
  <p:transition spd="slow">
    <p:push dir="u"/>
  </p:transition>
  <p:timing>
    <p:tnLst>
      <p:par>
        <p:cTn id="1" dur="indefinite" restart="never" nodeType="tmRoot"/>
      </p:par>
    </p:tnLst>
  </p:timing>
</p:sld>
</file>

<file path=ppt/slides/slide5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4754" name="标题 1"/>
          <p:cNvSpPr>
            <a:spLocks noGrp="1"/>
          </p:cNvSpPr>
          <p:nvPr>
            <p:ph type="title"/>
          </p:nvPr>
        </p:nvSpPr>
        <p:spPr>
          <a:xfrm>
            <a:off x="107950" y="44450"/>
            <a:ext cx="7343775" cy="792163"/>
          </a:xfrm>
        </p:spPr>
        <p:txBody>
          <a:bodyPr/>
          <a:lstStyle/>
          <a:p>
            <a:r>
              <a:rPr lang="en-US" altLang="zh-CN" smtClean="0"/>
              <a:t>2.9 </a:t>
            </a:r>
            <a:r>
              <a:rPr lang="zh-CN" altLang="en-US" smtClean="0"/>
              <a:t>传输介质访问控制方式</a:t>
            </a:r>
          </a:p>
        </p:txBody>
      </p:sp>
      <p:sp>
        <p:nvSpPr>
          <p:cNvPr id="4" name="灯片编号占位符 3"/>
          <p:cNvSpPr>
            <a:spLocks noGrp="1"/>
          </p:cNvSpPr>
          <p:nvPr>
            <p:ph type="sldNum" sz="quarter" idx="12"/>
          </p:nvPr>
        </p:nvSpPr>
        <p:spPr/>
        <p:txBody>
          <a:bodyPr/>
          <a:lstStyle/>
          <a:p>
            <a:pPr>
              <a:defRPr/>
            </a:pPr>
            <a:fld id="{E96E45BD-D89D-453F-B7D0-8CDCAED8C460}" type="slidenum">
              <a:rPr lang="zh-CN" altLang="en-US" smtClean="0"/>
              <a:pPr>
                <a:defRPr/>
              </a:pPr>
              <a:t>56</a:t>
            </a:fld>
            <a:endParaRPr lang="zh-CN" altLang="en-US"/>
          </a:p>
        </p:txBody>
      </p:sp>
      <p:pic>
        <p:nvPicPr>
          <p:cNvPr id="74756" name="Picture 7"/>
          <p:cNvPicPr>
            <a:picLocks noGrp="1" noChangeAspect="1" noChangeArrowheads="1"/>
          </p:cNvPicPr>
          <p:nvPr>
            <p:ph idx="1"/>
          </p:nvPr>
        </p:nvPicPr>
        <p:blipFill>
          <a:blip r:embed="rId3">
            <a:extLst>
              <a:ext uri="{28A0092B-C50C-407E-A947-70E740481C1C}">
                <a14:useLocalDpi xmlns:a14="http://schemas.microsoft.com/office/drawing/2010/main" val="0"/>
              </a:ext>
            </a:extLst>
          </a:blip>
          <a:srcRect/>
          <a:stretch>
            <a:fillRect/>
          </a:stretch>
        </p:blipFill>
        <p:spPr>
          <a:xfrm>
            <a:off x="611188" y="1412875"/>
            <a:ext cx="7273925" cy="2886075"/>
          </a:xfrm>
          <a:noFill/>
        </p:spPr>
      </p:pic>
      <p:sp>
        <p:nvSpPr>
          <p:cNvPr id="74757" name="矩形 5"/>
          <p:cNvSpPr>
            <a:spLocks noChangeArrowheads="1"/>
          </p:cNvSpPr>
          <p:nvPr/>
        </p:nvSpPr>
        <p:spPr bwMode="auto">
          <a:xfrm>
            <a:off x="2627313" y="4800600"/>
            <a:ext cx="3057525" cy="5222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spcBef>
                <a:spcPct val="20000"/>
              </a:spcBef>
              <a:buFont typeface="Wingdings" pitchFamily="2" charset="2"/>
              <a:buChar char="Ø"/>
              <a:defRPr sz="3200">
                <a:solidFill>
                  <a:srgbClr val="4F6228"/>
                </a:solidFill>
                <a:latin typeface="Calibri" pitchFamily="34" charset="0"/>
                <a:ea typeface="楷体_GB2312" pitchFamily="49" charset="-122"/>
              </a:defRPr>
            </a:lvl1pPr>
            <a:lvl2pPr marL="742950" indent="-285750" eaLnBrk="0" hangingPunct="0">
              <a:spcBef>
                <a:spcPct val="20000"/>
              </a:spcBef>
              <a:buFont typeface="Wingdings" pitchFamily="2" charset="2"/>
              <a:buChar char="ü"/>
              <a:defRPr sz="2800">
                <a:solidFill>
                  <a:srgbClr val="4F6228"/>
                </a:solidFill>
                <a:latin typeface="Calibri" pitchFamily="34" charset="0"/>
                <a:ea typeface="楷体_GB2312" pitchFamily="49" charset="-122"/>
              </a:defRPr>
            </a:lvl2pPr>
            <a:lvl3pPr marL="1143000" indent="-228600" eaLnBrk="0" hangingPunct="0">
              <a:spcBef>
                <a:spcPct val="20000"/>
              </a:spcBef>
              <a:buFont typeface="Arial" charset="0"/>
              <a:buChar char="•"/>
              <a:defRPr sz="2400">
                <a:solidFill>
                  <a:srgbClr val="4F6228"/>
                </a:solidFill>
                <a:latin typeface="Calibri" pitchFamily="34" charset="0"/>
                <a:ea typeface="楷体_GB2312" pitchFamily="49" charset="-122"/>
              </a:defRPr>
            </a:lvl3pPr>
            <a:lvl4pPr marL="1600200" indent="-228600" eaLnBrk="0" hangingPunct="0">
              <a:spcBef>
                <a:spcPct val="20000"/>
              </a:spcBef>
              <a:buFont typeface="Arial" charset="0"/>
              <a:buChar char="–"/>
              <a:defRPr sz="2000">
                <a:solidFill>
                  <a:schemeClr val="tx1"/>
                </a:solidFill>
                <a:latin typeface="Calibri" pitchFamily="34" charset="0"/>
                <a:ea typeface="宋体" pitchFamily="2" charset="-122"/>
              </a:defRPr>
            </a:lvl4pPr>
            <a:lvl5pPr marL="2057400" indent="-228600" eaLnBrk="0" hangingPunct="0">
              <a:spcBef>
                <a:spcPct val="20000"/>
              </a:spcBef>
              <a:buFont typeface="Arial" charset="0"/>
              <a:buChar char="»"/>
              <a:defRPr sz="2000">
                <a:solidFill>
                  <a:schemeClr val="tx1"/>
                </a:solidFill>
                <a:latin typeface="Calibri" pitchFamily="34" charset="0"/>
                <a:ea typeface="宋体" pitchFamily="2" charset="-122"/>
              </a:defRPr>
            </a:lvl5pPr>
            <a:lvl6pPr marL="2514600" indent="-228600" eaLnBrk="0" fontAlgn="base" hangingPunct="0">
              <a:spcBef>
                <a:spcPct val="20000"/>
              </a:spcBef>
              <a:spcAft>
                <a:spcPct val="0"/>
              </a:spcAft>
              <a:buFont typeface="Arial" charset="0"/>
              <a:buChar char="»"/>
              <a:defRPr sz="2000">
                <a:solidFill>
                  <a:schemeClr val="tx1"/>
                </a:solidFill>
                <a:latin typeface="Calibri" pitchFamily="34" charset="0"/>
                <a:ea typeface="宋体" pitchFamily="2" charset="-122"/>
              </a:defRPr>
            </a:lvl6pPr>
            <a:lvl7pPr marL="2971800" indent="-228600" eaLnBrk="0" fontAlgn="base" hangingPunct="0">
              <a:spcBef>
                <a:spcPct val="20000"/>
              </a:spcBef>
              <a:spcAft>
                <a:spcPct val="0"/>
              </a:spcAft>
              <a:buFont typeface="Arial" charset="0"/>
              <a:buChar char="»"/>
              <a:defRPr sz="2000">
                <a:solidFill>
                  <a:schemeClr val="tx1"/>
                </a:solidFill>
                <a:latin typeface="Calibri" pitchFamily="34" charset="0"/>
                <a:ea typeface="宋体" pitchFamily="2" charset="-122"/>
              </a:defRPr>
            </a:lvl7pPr>
            <a:lvl8pPr marL="3429000" indent="-228600" eaLnBrk="0" fontAlgn="base" hangingPunct="0">
              <a:spcBef>
                <a:spcPct val="20000"/>
              </a:spcBef>
              <a:spcAft>
                <a:spcPct val="0"/>
              </a:spcAft>
              <a:buFont typeface="Arial" charset="0"/>
              <a:buChar char="»"/>
              <a:defRPr sz="2000">
                <a:solidFill>
                  <a:schemeClr val="tx1"/>
                </a:solidFill>
                <a:latin typeface="Calibri" pitchFamily="34" charset="0"/>
                <a:ea typeface="宋体" pitchFamily="2" charset="-122"/>
              </a:defRPr>
            </a:lvl8pPr>
            <a:lvl9pPr marL="3886200" indent="-228600" eaLnBrk="0" fontAlgn="base" hangingPunct="0">
              <a:spcBef>
                <a:spcPct val="20000"/>
              </a:spcBef>
              <a:spcAft>
                <a:spcPct val="0"/>
              </a:spcAft>
              <a:buFont typeface="Arial" charset="0"/>
              <a:buChar char="»"/>
              <a:defRPr sz="2000">
                <a:solidFill>
                  <a:schemeClr val="tx1"/>
                </a:solidFill>
                <a:latin typeface="Calibri" pitchFamily="34" charset="0"/>
                <a:ea typeface="宋体" pitchFamily="2" charset="-122"/>
              </a:defRPr>
            </a:lvl9pPr>
          </a:lstStyle>
          <a:p>
            <a:pPr eaLnBrk="1" hangingPunct="1">
              <a:spcBef>
                <a:spcPct val="0"/>
              </a:spcBef>
              <a:buFontTx/>
              <a:buNone/>
            </a:pPr>
            <a:r>
              <a:rPr lang="zh-CN" altLang="en-US" sz="2800">
                <a:solidFill>
                  <a:schemeClr val="tx1"/>
                </a:solidFill>
                <a:latin typeface="楷体_GB2312" pitchFamily="49" charset="-122"/>
              </a:rPr>
              <a:t>令牌总线与逻辑环</a:t>
            </a:r>
          </a:p>
        </p:txBody>
      </p:sp>
    </p:spTree>
  </p:cSld>
  <p:clrMapOvr>
    <a:masterClrMapping/>
  </p:clrMapOvr>
  <p:transition spd="slow">
    <p:push dir="u"/>
  </p:transition>
  <p:timing>
    <p:tnLst>
      <p:par>
        <p:cTn id="1" dur="indefinite" restart="never" nodeType="tmRoot"/>
      </p:par>
    </p:tnLst>
  </p:timing>
</p:sld>
</file>

<file path=ppt/slides/slide5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5778" name="标题 1"/>
          <p:cNvSpPr>
            <a:spLocks noGrp="1"/>
          </p:cNvSpPr>
          <p:nvPr>
            <p:ph type="title"/>
          </p:nvPr>
        </p:nvSpPr>
        <p:spPr>
          <a:xfrm>
            <a:off x="107950" y="44450"/>
            <a:ext cx="7343775" cy="792163"/>
          </a:xfrm>
        </p:spPr>
        <p:txBody>
          <a:bodyPr/>
          <a:lstStyle/>
          <a:p>
            <a:r>
              <a:rPr lang="en-US" altLang="zh-CN" dirty="0" smtClean="0"/>
              <a:t>2.9 </a:t>
            </a:r>
            <a:r>
              <a:rPr lang="zh-CN" altLang="en-US" dirty="0" smtClean="0"/>
              <a:t>传输介质访问控制方式</a:t>
            </a:r>
          </a:p>
        </p:txBody>
      </p:sp>
      <p:sp>
        <p:nvSpPr>
          <p:cNvPr id="3" name="内容占位符 2"/>
          <p:cNvSpPr>
            <a:spLocks noGrp="1"/>
          </p:cNvSpPr>
          <p:nvPr>
            <p:ph idx="1"/>
          </p:nvPr>
        </p:nvSpPr>
        <p:spPr>
          <a:xfrm>
            <a:off x="107950" y="981075"/>
            <a:ext cx="8928100" cy="5102225"/>
          </a:xfrm>
        </p:spPr>
        <p:txBody>
          <a:bodyPr/>
          <a:lstStyle/>
          <a:p>
            <a:pPr algn="just">
              <a:lnSpc>
                <a:spcPct val="120000"/>
              </a:lnSpc>
              <a:buClr>
                <a:schemeClr val="tx1"/>
              </a:buClr>
            </a:pPr>
            <a:r>
              <a:rPr lang="zh-CN" altLang="en-US" dirty="0" smtClean="0">
                <a:latin typeface="楷体_GB2312" pitchFamily="49" charset="-122"/>
              </a:rPr>
              <a:t>令牌总线的</a:t>
            </a:r>
            <a:r>
              <a:rPr lang="zh-CN" altLang="en-US" dirty="0" smtClean="0">
                <a:solidFill>
                  <a:srgbClr val="C00000"/>
                </a:solidFill>
                <a:latin typeface="楷体_GB2312" pitchFamily="49" charset="-122"/>
              </a:rPr>
              <a:t>介质访问控制</a:t>
            </a:r>
            <a:r>
              <a:rPr lang="zh-CN" altLang="en-US" dirty="0" smtClean="0">
                <a:latin typeface="楷体_GB2312" pitchFamily="49" charset="-122"/>
              </a:rPr>
              <a:t>应具备</a:t>
            </a:r>
            <a:r>
              <a:rPr lang="zh-CN" altLang="en-US" dirty="0" smtClean="0">
                <a:solidFill>
                  <a:srgbClr val="C00000"/>
                </a:solidFill>
                <a:latin typeface="楷体_GB2312" pitchFamily="49" charset="-122"/>
              </a:rPr>
              <a:t>功能</a:t>
            </a:r>
            <a:r>
              <a:rPr lang="zh-CN" altLang="en-US" dirty="0" smtClean="0">
                <a:latin typeface="楷体_GB2312" pitchFamily="49" charset="-122"/>
              </a:rPr>
              <a:t>：</a:t>
            </a:r>
          </a:p>
          <a:p>
            <a:pPr lvl="1" algn="just">
              <a:lnSpc>
                <a:spcPct val="120000"/>
              </a:lnSpc>
              <a:buClr>
                <a:schemeClr val="tx1"/>
              </a:buClr>
              <a:buSzPct val="80000"/>
            </a:pPr>
            <a:r>
              <a:rPr lang="zh-CN" altLang="en-US" sz="2400" b="1" dirty="0" smtClean="0">
                <a:solidFill>
                  <a:srgbClr val="C00000"/>
                </a:solidFill>
                <a:latin typeface="楷体_GB2312" pitchFamily="49" charset="-122"/>
              </a:rPr>
              <a:t>令牌传递算法</a:t>
            </a:r>
            <a:endParaRPr lang="en-US" altLang="zh-CN" sz="2400" b="1" dirty="0" smtClean="0">
              <a:solidFill>
                <a:srgbClr val="C00000"/>
              </a:solidFill>
              <a:latin typeface="楷体_GB2312" pitchFamily="49" charset="-122"/>
            </a:endParaRPr>
          </a:p>
          <a:p>
            <a:pPr lvl="1" algn="just">
              <a:lnSpc>
                <a:spcPct val="120000"/>
              </a:lnSpc>
              <a:buClr>
                <a:schemeClr val="tx1"/>
              </a:buClr>
              <a:buSzPct val="80000"/>
            </a:pPr>
            <a:r>
              <a:rPr lang="zh-CN" altLang="en-US" sz="2400" b="1" dirty="0" smtClean="0">
                <a:solidFill>
                  <a:srgbClr val="C00000"/>
                </a:solidFill>
                <a:latin typeface="楷体_GB2312" pitchFamily="49" charset="-122"/>
              </a:rPr>
              <a:t>逻辑环初始化</a:t>
            </a:r>
            <a:endParaRPr lang="en-US" altLang="zh-CN" sz="2400" b="1" dirty="0" smtClean="0">
              <a:solidFill>
                <a:srgbClr val="C00000"/>
              </a:solidFill>
              <a:latin typeface="楷体_GB2312" pitchFamily="49" charset="-122"/>
            </a:endParaRPr>
          </a:p>
          <a:p>
            <a:pPr lvl="1" algn="just">
              <a:lnSpc>
                <a:spcPct val="120000"/>
              </a:lnSpc>
              <a:buClr>
                <a:schemeClr val="tx1"/>
              </a:buClr>
              <a:buSzPct val="80000"/>
            </a:pPr>
            <a:r>
              <a:rPr lang="zh-CN" altLang="en-US" sz="2400" b="1" dirty="0" smtClean="0">
                <a:solidFill>
                  <a:srgbClr val="C00000"/>
                </a:solidFill>
                <a:latin typeface="楷体_GB2312" pitchFamily="49" charset="-122"/>
              </a:rPr>
              <a:t>节</a:t>
            </a:r>
            <a:r>
              <a:rPr lang="zh-CN" altLang="en-US" sz="2400" b="1" dirty="0">
                <a:solidFill>
                  <a:srgbClr val="C00000"/>
                </a:solidFill>
                <a:latin typeface="楷体_GB2312" pitchFamily="49" charset="-122"/>
              </a:rPr>
              <a:t>点插入算</a:t>
            </a:r>
            <a:r>
              <a:rPr lang="zh-CN" altLang="en-US" sz="2400" b="1" dirty="0" smtClean="0">
                <a:solidFill>
                  <a:srgbClr val="C00000"/>
                </a:solidFill>
                <a:latin typeface="楷体_GB2312" pitchFamily="49" charset="-122"/>
              </a:rPr>
              <a:t>法</a:t>
            </a:r>
            <a:endParaRPr lang="en-US" altLang="zh-CN" sz="2400" b="1" dirty="0" smtClean="0">
              <a:solidFill>
                <a:srgbClr val="C00000"/>
              </a:solidFill>
              <a:latin typeface="楷体_GB2312" pitchFamily="49" charset="-122"/>
            </a:endParaRPr>
          </a:p>
          <a:p>
            <a:pPr lvl="1" algn="just">
              <a:lnSpc>
                <a:spcPct val="120000"/>
              </a:lnSpc>
              <a:buClr>
                <a:schemeClr val="tx1"/>
              </a:buClr>
              <a:buSzPct val="80000"/>
            </a:pPr>
            <a:r>
              <a:rPr lang="zh-CN" altLang="en-US" sz="2400" b="1" dirty="0" smtClean="0">
                <a:solidFill>
                  <a:srgbClr val="C00000"/>
                </a:solidFill>
                <a:latin typeface="楷体_GB2312" pitchFamily="49" charset="-122"/>
              </a:rPr>
              <a:t>退</a:t>
            </a:r>
            <a:r>
              <a:rPr lang="zh-CN" altLang="en-US" sz="2400" b="1" dirty="0">
                <a:solidFill>
                  <a:srgbClr val="C00000"/>
                </a:solidFill>
                <a:latin typeface="楷体_GB2312" pitchFamily="49" charset="-122"/>
              </a:rPr>
              <a:t>出环</a:t>
            </a:r>
            <a:r>
              <a:rPr lang="zh-CN" altLang="en-US" sz="2400" b="1" dirty="0" smtClean="0">
                <a:solidFill>
                  <a:srgbClr val="C00000"/>
                </a:solidFill>
                <a:latin typeface="楷体_GB2312" pitchFamily="49" charset="-122"/>
              </a:rPr>
              <a:t>路</a:t>
            </a:r>
            <a:endParaRPr lang="en-US" altLang="zh-CN" sz="2400" b="1" dirty="0" smtClean="0">
              <a:solidFill>
                <a:srgbClr val="C00000"/>
              </a:solidFill>
              <a:latin typeface="楷体_GB2312" pitchFamily="49" charset="-122"/>
            </a:endParaRPr>
          </a:p>
          <a:p>
            <a:pPr lvl="1" algn="just">
              <a:lnSpc>
                <a:spcPct val="120000"/>
              </a:lnSpc>
              <a:buClr>
                <a:schemeClr val="tx1"/>
              </a:buClr>
              <a:buSzPct val="80000"/>
            </a:pPr>
            <a:r>
              <a:rPr lang="zh-CN" altLang="en-US" sz="2400" b="1" dirty="0" smtClean="0">
                <a:solidFill>
                  <a:srgbClr val="C00000"/>
                </a:solidFill>
                <a:latin typeface="楷体_GB2312" pitchFamily="49" charset="-122"/>
              </a:rPr>
              <a:t>恢复</a:t>
            </a:r>
            <a:endParaRPr lang="en-US" altLang="zh-CN" sz="2400" b="1" dirty="0">
              <a:solidFill>
                <a:srgbClr val="C00000"/>
              </a:solidFill>
              <a:latin typeface="楷体_GB2312" pitchFamily="49" charset="-122"/>
            </a:endParaRPr>
          </a:p>
          <a:p>
            <a:pPr marL="457200" lvl="1" indent="0" algn="just">
              <a:lnSpc>
                <a:spcPct val="120000"/>
              </a:lnSpc>
              <a:buClr>
                <a:schemeClr val="tx1"/>
              </a:buClr>
              <a:buSzPct val="80000"/>
              <a:buNone/>
            </a:pPr>
            <a:endParaRPr lang="en-US" altLang="zh-CN" b="1" dirty="0" smtClean="0">
              <a:solidFill>
                <a:srgbClr val="C00000"/>
              </a:solidFill>
              <a:latin typeface="楷体_GB2312" pitchFamily="49" charset="-122"/>
            </a:endParaRPr>
          </a:p>
          <a:p>
            <a:pPr marL="57150" indent="0" algn="just">
              <a:lnSpc>
                <a:spcPct val="120000"/>
              </a:lnSpc>
              <a:buClr>
                <a:schemeClr val="tx1"/>
              </a:buClr>
              <a:buSzPct val="80000"/>
              <a:buNone/>
            </a:pPr>
            <a:r>
              <a:rPr lang="zh-CN" altLang="en-US" b="1" dirty="0">
                <a:solidFill>
                  <a:schemeClr val="accent1"/>
                </a:solidFill>
              </a:rPr>
              <a:t>实令</a:t>
            </a:r>
            <a:r>
              <a:rPr lang="zh-CN" altLang="en-US" b="1" dirty="0" smtClean="0">
                <a:solidFill>
                  <a:schemeClr val="accent1"/>
                </a:solidFill>
              </a:rPr>
              <a:t>牌</a:t>
            </a:r>
            <a:r>
              <a:rPr lang="zh-CN" altLang="en-US" b="1" dirty="0" smtClean="0">
                <a:solidFill>
                  <a:srgbClr val="C00000"/>
                </a:solidFill>
              </a:rPr>
              <a:t>与</a:t>
            </a:r>
            <a:r>
              <a:rPr lang="zh-CN" altLang="en-US" b="1" dirty="0" smtClean="0">
                <a:solidFill>
                  <a:schemeClr val="accent1"/>
                </a:solidFill>
              </a:rPr>
              <a:t>虚令牌</a:t>
            </a:r>
            <a:endParaRPr lang="en-US" altLang="zh-CN" b="1" dirty="0" smtClean="0">
              <a:solidFill>
                <a:schemeClr val="accent1"/>
              </a:solidFill>
              <a:latin typeface="楷体_GB2312" pitchFamily="49" charset="-122"/>
            </a:endParaRPr>
          </a:p>
          <a:p>
            <a:pPr lvl="1" algn="just">
              <a:lnSpc>
                <a:spcPct val="120000"/>
              </a:lnSpc>
              <a:buClr>
                <a:schemeClr val="tx1"/>
              </a:buClr>
              <a:buSzPct val="80000"/>
            </a:pPr>
            <a:endParaRPr lang="zh-CN" altLang="en-US" sz="2400" dirty="0" smtClean="0">
              <a:latin typeface="楷体_GB2312" pitchFamily="49" charset="-122"/>
            </a:endParaRPr>
          </a:p>
        </p:txBody>
      </p:sp>
      <p:sp>
        <p:nvSpPr>
          <p:cNvPr id="4" name="灯片编号占位符 3"/>
          <p:cNvSpPr>
            <a:spLocks noGrp="1"/>
          </p:cNvSpPr>
          <p:nvPr>
            <p:ph type="sldNum" sz="quarter" idx="12"/>
          </p:nvPr>
        </p:nvSpPr>
        <p:spPr/>
        <p:txBody>
          <a:bodyPr/>
          <a:lstStyle/>
          <a:p>
            <a:pPr>
              <a:defRPr/>
            </a:pPr>
            <a:fld id="{E823744A-E651-4A46-B635-95F68F9CC398}" type="slidenum">
              <a:rPr lang="zh-CN" altLang="en-US" smtClean="0"/>
              <a:pPr>
                <a:defRPr/>
              </a:pPr>
              <a:t>57</a:t>
            </a:fld>
            <a:endParaRPr lang="zh-CN" altLang="en-US" dirty="0"/>
          </a:p>
        </p:txBody>
      </p:sp>
    </p:spTree>
  </p:cSld>
  <p:clrMapOvr>
    <a:masterClrMapping/>
  </p:clrMapOvr>
  <p:transition spd="slow">
    <p:push dir="u"/>
  </p:transition>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2" presetClass="entr" presetSubtype="4" fill="hold" nodeType="clickEffect">
                                  <p:stCondLst>
                                    <p:cond delay="0"/>
                                  </p:stCondLst>
                                  <p:childTnLst>
                                    <p:set>
                                      <p:cBhvr>
                                        <p:cTn id="6" dur="1" fill="hold">
                                          <p:stCondLst>
                                            <p:cond delay="0"/>
                                          </p:stCondLst>
                                        </p:cTn>
                                        <p:tgtEl>
                                          <p:spTgt spid="3">
                                            <p:txEl>
                                              <p:pRg st="1" end="1"/>
                                            </p:txEl>
                                          </p:spTgt>
                                        </p:tgtEl>
                                        <p:attrNameLst>
                                          <p:attrName>style.visibility</p:attrName>
                                        </p:attrNameLst>
                                      </p:cBhvr>
                                      <p:to>
                                        <p:strVal val="visible"/>
                                      </p:to>
                                    </p:set>
                                    <p:anim calcmode="lin" valueType="num">
                                      <p:cBhvr additive="base">
                                        <p:cTn id="7" dur="500" fill="hold"/>
                                        <p:tgtEl>
                                          <p:spTgt spid="3">
                                            <p:txEl>
                                              <p:pRg st="1" end="1"/>
                                            </p:txEl>
                                          </p:spTgt>
                                        </p:tgtEl>
                                        <p:attrNameLst>
                                          <p:attrName>ppt_x</p:attrName>
                                        </p:attrNameLst>
                                      </p:cBhvr>
                                      <p:tavLst>
                                        <p:tav tm="0">
                                          <p:val>
                                            <p:strVal val="#ppt_x"/>
                                          </p:val>
                                        </p:tav>
                                        <p:tav tm="100000">
                                          <p:val>
                                            <p:strVal val="#ppt_x"/>
                                          </p:val>
                                        </p:tav>
                                      </p:tavLst>
                                    </p:anim>
                                    <p:anim calcmode="lin" valueType="num">
                                      <p:cBhvr additive="base">
                                        <p:cTn id="8" dur="500" fill="hold"/>
                                        <p:tgtEl>
                                          <p:spTgt spid="3">
                                            <p:txEl>
                                              <p:pRg st="1" end="1"/>
                                            </p:txEl>
                                          </p:spTgt>
                                        </p:tgtEl>
                                        <p:attrNameLst>
                                          <p:attrName>ppt_y</p:attrName>
                                        </p:attrNameLst>
                                      </p:cBhvr>
                                      <p:tavLst>
                                        <p:tav tm="0">
                                          <p:val>
                                            <p:strVal val="1+#ppt_h/2"/>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2" presetClass="entr" presetSubtype="4" fill="hold" nodeType="clickEffect">
                                  <p:stCondLst>
                                    <p:cond delay="0"/>
                                  </p:stCondLst>
                                  <p:childTnLst>
                                    <p:set>
                                      <p:cBhvr>
                                        <p:cTn id="12" dur="1" fill="hold">
                                          <p:stCondLst>
                                            <p:cond delay="0"/>
                                          </p:stCondLst>
                                        </p:cTn>
                                        <p:tgtEl>
                                          <p:spTgt spid="3">
                                            <p:txEl>
                                              <p:pRg st="2" end="2"/>
                                            </p:txEl>
                                          </p:spTgt>
                                        </p:tgtEl>
                                        <p:attrNameLst>
                                          <p:attrName>style.visibility</p:attrName>
                                        </p:attrNameLst>
                                      </p:cBhvr>
                                      <p:to>
                                        <p:strVal val="visible"/>
                                      </p:to>
                                    </p:set>
                                    <p:anim calcmode="lin" valueType="num">
                                      <p:cBhvr additive="base">
                                        <p:cTn id="13" dur="500" fill="hold"/>
                                        <p:tgtEl>
                                          <p:spTgt spid="3">
                                            <p:txEl>
                                              <p:pRg st="2" end="2"/>
                                            </p:txEl>
                                          </p:spTgt>
                                        </p:tgtEl>
                                        <p:attrNameLst>
                                          <p:attrName>ppt_x</p:attrName>
                                        </p:attrNameLst>
                                      </p:cBhvr>
                                      <p:tavLst>
                                        <p:tav tm="0">
                                          <p:val>
                                            <p:strVal val="#ppt_x"/>
                                          </p:val>
                                        </p:tav>
                                        <p:tav tm="100000">
                                          <p:val>
                                            <p:strVal val="#ppt_x"/>
                                          </p:val>
                                        </p:tav>
                                      </p:tavLst>
                                    </p:anim>
                                    <p:anim calcmode="lin" valueType="num">
                                      <p:cBhvr additive="base">
                                        <p:cTn id="14" dur="500" fill="hold"/>
                                        <p:tgtEl>
                                          <p:spTgt spid="3">
                                            <p:txEl>
                                              <p:pRg st="2" end="2"/>
                                            </p:txEl>
                                          </p:spTgt>
                                        </p:tgtEl>
                                        <p:attrNameLst>
                                          <p:attrName>ppt_y</p:attrName>
                                        </p:attrNameLst>
                                      </p:cBhvr>
                                      <p:tavLst>
                                        <p:tav tm="0">
                                          <p:val>
                                            <p:strVal val="1+#ppt_h/2"/>
                                          </p:val>
                                        </p:tav>
                                        <p:tav tm="100000">
                                          <p:val>
                                            <p:strVal val="#ppt_y"/>
                                          </p:val>
                                        </p:tav>
                                      </p:tavLst>
                                    </p:anim>
                                  </p:childTnLst>
                                </p:cTn>
                              </p:par>
                            </p:childTnLst>
                          </p:cTn>
                        </p:par>
                      </p:childTnLst>
                    </p:cTn>
                  </p:par>
                  <p:par>
                    <p:cTn id="15" fill="hold">
                      <p:stCondLst>
                        <p:cond delay="indefinite"/>
                      </p:stCondLst>
                      <p:childTnLst>
                        <p:par>
                          <p:cTn id="16" fill="hold">
                            <p:stCondLst>
                              <p:cond delay="0"/>
                            </p:stCondLst>
                            <p:childTnLst>
                              <p:par>
                                <p:cTn id="17" presetID="2" presetClass="entr" presetSubtype="4" fill="hold" nodeType="clickEffect">
                                  <p:stCondLst>
                                    <p:cond delay="0"/>
                                  </p:stCondLst>
                                  <p:childTnLst>
                                    <p:set>
                                      <p:cBhvr>
                                        <p:cTn id="18" dur="1" fill="hold">
                                          <p:stCondLst>
                                            <p:cond delay="0"/>
                                          </p:stCondLst>
                                        </p:cTn>
                                        <p:tgtEl>
                                          <p:spTgt spid="3">
                                            <p:txEl>
                                              <p:pRg st="3" end="3"/>
                                            </p:txEl>
                                          </p:spTgt>
                                        </p:tgtEl>
                                        <p:attrNameLst>
                                          <p:attrName>style.visibility</p:attrName>
                                        </p:attrNameLst>
                                      </p:cBhvr>
                                      <p:to>
                                        <p:strVal val="visible"/>
                                      </p:to>
                                    </p:set>
                                    <p:anim calcmode="lin" valueType="num">
                                      <p:cBhvr additive="base">
                                        <p:cTn id="19" dur="500" fill="hold"/>
                                        <p:tgtEl>
                                          <p:spTgt spid="3">
                                            <p:txEl>
                                              <p:pRg st="3" end="3"/>
                                            </p:txEl>
                                          </p:spTgt>
                                        </p:tgtEl>
                                        <p:attrNameLst>
                                          <p:attrName>ppt_x</p:attrName>
                                        </p:attrNameLst>
                                      </p:cBhvr>
                                      <p:tavLst>
                                        <p:tav tm="0">
                                          <p:val>
                                            <p:strVal val="#ppt_x"/>
                                          </p:val>
                                        </p:tav>
                                        <p:tav tm="100000">
                                          <p:val>
                                            <p:strVal val="#ppt_x"/>
                                          </p:val>
                                        </p:tav>
                                      </p:tavLst>
                                    </p:anim>
                                    <p:anim calcmode="lin" valueType="num">
                                      <p:cBhvr additive="base">
                                        <p:cTn id="20" dur="500" fill="hold"/>
                                        <p:tgtEl>
                                          <p:spTgt spid="3">
                                            <p:txEl>
                                              <p:pRg st="3" end="3"/>
                                            </p:txEl>
                                          </p:spTgt>
                                        </p:tgtEl>
                                        <p:attrNameLst>
                                          <p:attrName>ppt_y</p:attrName>
                                        </p:attrNameLst>
                                      </p:cBhvr>
                                      <p:tavLst>
                                        <p:tav tm="0">
                                          <p:val>
                                            <p:strVal val="1+#ppt_h/2"/>
                                          </p:val>
                                        </p:tav>
                                        <p:tav tm="100000">
                                          <p:val>
                                            <p:strVal val="#ppt_y"/>
                                          </p:val>
                                        </p:tav>
                                      </p:tavLst>
                                    </p:anim>
                                  </p:childTnLst>
                                </p:cTn>
                              </p:par>
                            </p:childTnLst>
                          </p:cTn>
                        </p:par>
                      </p:childTnLst>
                    </p:cTn>
                  </p:par>
                  <p:par>
                    <p:cTn id="21" fill="hold">
                      <p:stCondLst>
                        <p:cond delay="indefinite"/>
                      </p:stCondLst>
                      <p:childTnLst>
                        <p:par>
                          <p:cTn id="22" fill="hold">
                            <p:stCondLst>
                              <p:cond delay="0"/>
                            </p:stCondLst>
                            <p:childTnLst>
                              <p:par>
                                <p:cTn id="23" presetID="2" presetClass="entr" presetSubtype="4" fill="hold" nodeType="clickEffect">
                                  <p:stCondLst>
                                    <p:cond delay="0"/>
                                  </p:stCondLst>
                                  <p:childTnLst>
                                    <p:set>
                                      <p:cBhvr>
                                        <p:cTn id="24" dur="1" fill="hold">
                                          <p:stCondLst>
                                            <p:cond delay="0"/>
                                          </p:stCondLst>
                                        </p:cTn>
                                        <p:tgtEl>
                                          <p:spTgt spid="3">
                                            <p:txEl>
                                              <p:pRg st="4" end="4"/>
                                            </p:txEl>
                                          </p:spTgt>
                                        </p:tgtEl>
                                        <p:attrNameLst>
                                          <p:attrName>style.visibility</p:attrName>
                                        </p:attrNameLst>
                                      </p:cBhvr>
                                      <p:to>
                                        <p:strVal val="visible"/>
                                      </p:to>
                                    </p:set>
                                    <p:anim calcmode="lin" valueType="num">
                                      <p:cBhvr additive="base">
                                        <p:cTn id="25" dur="500" fill="hold"/>
                                        <p:tgtEl>
                                          <p:spTgt spid="3">
                                            <p:txEl>
                                              <p:pRg st="4" end="4"/>
                                            </p:txEl>
                                          </p:spTgt>
                                        </p:tgtEl>
                                        <p:attrNameLst>
                                          <p:attrName>ppt_x</p:attrName>
                                        </p:attrNameLst>
                                      </p:cBhvr>
                                      <p:tavLst>
                                        <p:tav tm="0">
                                          <p:val>
                                            <p:strVal val="#ppt_x"/>
                                          </p:val>
                                        </p:tav>
                                        <p:tav tm="100000">
                                          <p:val>
                                            <p:strVal val="#ppt_x"/>
                                          </p:val>
                                        </p:tav>
                                      </p:tavLst>
                                    </p:anim>
                                    <p:anim calcmode="lin" valueType="num">
                                      <p:cBhvr additive="base">
                                        <p:cTn id="26" dur="500" fill="hold"/>
                                        <p:tgtEl>
                                          <p:spTgt spid="3">
                                            <p:txEl>
                                              <p:pRg st="4" end="4"/>
                                            </p:txEl>
                                          </p:spTgt>
                                        </p:tgtEl>
                                        <p:attrNameLst>
                                          <p:attrName>ppt_y</p:attrName>
                                        </p:attrNameLst>
                                      </p:cBhvr>
                                      <p:tavLst>
                                        <p:tav tm="0">
                                          <p:val>
                                            <p:strVal val="1+#ppt_h/2"/>
                                          </p:val>
                                        </p:tav>
                                        <p:tav tm="100000">
                                          <p:val>
                                            <p:strVal val="#ppt_y"/>
                                          </p:val>
                                        </p:tav>
                                      </p:tavLst>
                                    </p:anim>
                                  </p:childTnLst>
                                </p:cTn>
                              </p:par>
                            </p:childTnLst>
                          </p:cTn>
                        </p:par>
                      </p:childTnLst>
                    </p:cTn>
                  </p:par>
                  <p:par>
                    <p:cTn id="27" fill="hold">
                      <p:stCondLst>
                        <p:cond delay="indefinite"/>
                      </p:stCondLst>
                      <p:childTnLst>
                        <p:par>
                          <p:cTn id="28" fill="hold">
                            <p:stCondLst>
                              <p:cond delay="0"/>
                            </p:stCondLst>
                            <p:childTnLst>
                              <p:par>
                                <p:cTn id="29" presetID="2" presetClass="entr" presetSubtype="4" fill="hold" nodeType="clickEffect">
                                  <p:stCondLst>
                                    <p:cond delay="0"/>
                                  </p:stCondLst>
                                  <p:childTnLst>
                                    <p:set>
                                      <p:cBhvr>
                                        <p:cTn id="30" dur="1" fill="hold">
                                          <p:stCondLst>
                                            <p:cond delay="0"/>
                                          </p:stCondLst>
                                        </p:cTn>
                                        <p:tgtEl>
                                          <p:spTgt spid="3">
                                            <p:txEl>
                                              <p:pRg st="5" end="5"/>
                                            </p:txEl>
                                          </p:spTgt>
                                        </p:tgtEl>
                                        <p:attrNameLst>
                                          <p:attrName>style.visibility</p:attrName>
                                        </p:attrNameLst>
                                      </p:cBhvr>
                                      <p:to>
                                        <p:strVal val="visible"/>
                                      </p:to>
                                    </p:set>
                                    <p:anim calcmode="lin" valueType="num">
                                      <p:cBhvr additive="base">
                                        <p:cTn id="31" dur="500" fill="hold"/>
                                        <p:tgtEl>
                                          <p:spTgt spid="3">
                                            <p:txEl>
                                              <p:pRg st="5" end="5"/>
                                            </p:txEl>
                                          </p:spTgt>
                                        </p:tgtEl>
                                        <p:attrNameLst>
                                          <p:attrName>ppt_x</p:attrName>
                                        </p:attrNameLst>
                                      </p:cBhvr>
                                      <p:tavLst>
                                        <p:tav tm="0">
                                          <p:val>
                                            <p:strVal val="#ppt_x"/>
                                          </p:val>
                                        </p:tav>
                                        <p:tav tm="100000">
                                          <p:val>
                                            <p:strVal val="#ppt_x"/>
                                          </p:val>
                                        </p:tav>
                                      </p:tavLst>
                                    </p:anim>
                                    <p:anim calcmode="lin" valueType="num">
                                      <p:cBhvr additive="base">
                                        <p:cTn id="32" dur="500" fill="hold"/>
                                        <p:tgtEl>
                                          <p:spTgt spid="3">
                                            <p:txEl>
                                              <p:pRg st="5" end="5"/>
                                            </p:txEl>
                                          </p:spTgt>
                                        </p:tgtEl>
                                        <p:attrNameLst>
                                          <p:attrName>ppt_y</p:attrName>
                                        </p:attrNameLst>
                                      </p:cBhvr>
                                      <p:tavLst>
                                        <p:tav tm="0">
                                          <p:val>
                                            <p:strVal val="1+#ppt_h/2"/>
                                          </p:val>
                                        </p:tav>
                                        <p:tav tm="100000">
                                          <p:val>
                                            <p:strVal val="#ppt_y"/>
                                          </p:val>
                                        </p:tav>
                                      </p:tavLst>
                                    </p:anim>
                                  </p:childTnLst>
                                </p:cTn>
                              </p:par>
                            </p:childTnLst>
                          </p:cTn>
                        </p:par>
                      </p:childTnLst>
                    </p:cTn>
                  </p:par>
                  <p:par>
                    <p:cTn id="33" fill="hold">
                      <p:stCondLst>
                        <p:cond delay="indefinite"/>
                      </p:stCondLst>
                      <p:childTnLst>
                        <p:par>
                          <p:cTn id="34" fill="hold">
                            <p:stCondLst>
                              <p:cond delay="0"/>
                            </p:stCondLst>
                            <p:childTnLst>
                              <p:par>
                                <p:cTn id="35" presetID="2" presetClass="entr" presetSubtype="4" fill="hold" nodeType="clickEffect">
                                  <p:stCondLst>
                                    <p:cond delay="0"/>
                                  </p:stCondLst>
                                  <p:childTnLst>
                                    <p:set>
                                      <p:cBhvr>
                                        <p:cTn id="36" dur="1" fill="hold">
                                          <p:stCondLst>
                                            <p:cond delay="0"/>
                                          </p:stCondLst>
                                        </p:cTn>
                                        <p:tgtEl>
                                          <p:spTgt spid="3">
                                            <p:txEl>
                                              <p:pRg st="7" end="7"/>
                                            </p:txEl>
                                          </p:spTgt>
                                        </p:tgtEl>
                                        <p:attrNameLst>
                                          <p:attrName>style.visibility</p:attrName>
                                        </p:attrNameLst>
                                      </p:cBhvr>
                                      <p:to>
                                        <p:strVal val="visible"/>
                                      </p:to>
                                    </p:set>
                                    <p:anim calcmode="lin" valueType="num">
                                      <p:cBhvr additive="base">
                                        <p:cTn id="37" dur="500" fill="hold"/>
                                        <p:tgtEl>
                                          <p:spTgt spid="3">
                                            <p:txEl>
                                              <p:pRg st="7" end="7"/>
                                            </p:txEl>
                                          </p:spTgt>
                                        </p:tgtEl>
                                        <p:attrNameLst>
                                          <p:attrName>ppt_x</p:attrName>
                                        </p:attrNameLst>
                                      </p:cBhvr>
                                      <p:tavLst>
                                        <p:tav tm="0">
                                          <p:val>
                                            <p:strVal val="#ppt_x"/>
                                          </p:val>
                                        </p:tav>
                                        <p:tav tm="100000">
                                          <p:val>
                                            <p:strVal val="#ppt_x"/>
                                          </p:val>
                                        </p:tav>
                                      </p:tavLst>
                                    </p:anim>
                                    <p:anim calcmode="lin" valueType="num">
                                      <p:cBhvr additive="base">
                                        <p:cTn id="38" dur="500" fill="hold"/>
                                        <p:tgtEl>
                                          <p:spTgt spid="3">
                                            <p:txEl>
                                              <p:pRg st="7" end="7"/>
                                            </p:txEl>
                                          </p:spTgt>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5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en-US" altLang="zh-CN" dirty="0"/>
              <a:t>2.9 </a:t>
            </a:r>
            <a:r>
              <a:rPr lang="zh-CN" altLang="en-US" dirty="0"/>
              <a:t>传输介质访问控制方式</a:t>
            </a:r>
          </a:p>
        </p:txBody>
      </p:sp>
      <p:sp>
        <p:nvSpPr>
          <p:cNvPr id="3" name="内容占位符 2"/>
          <p:cNvSpPr>
            <a:spLocks noGrp="1"/>
          </p:cNvSpPr>
          <p:nvPr>
            <p:ph idx="1"/>
          </p:nvPr>
        </p:nvSpPr>
        <p:spPr/>
        <p:txBody>
          <a:bodyPr/>
          <a:lstStyle/>
          <a:p>
            <a:r>
              <a:rPr lang="zh-CN" altLang="en-US" b="1" dirty="0">
                <a:solidFill>
                  <a:srgbClr val="FF0000"/>
                </a:solidFill>
                <a:latin typeface="楷体_GB2312" pitchFamily="49" charset="-122"/>
              </a:rPr>
              <a:t>时分复用</a:t>
            </a:r>
            <a:endParaRPr lang="en-US" altLang="zh-CN" b="1" dirty="0">
              <a:solidFill>
                <a:srgbClr val="FF0000"/>
              </a:solidFill>
              <a:latin typeface="楷体_GB2312" pitchFamily="49" charset="-122"/>
            </a:endParaRPr>
          </a:p>
          <a:p>
            <a:pPr marL="0" indent="0">
              <a:buNone/>
            </a:pPr>
            <a:r>
              <a:rPr lang="zh-CN" altLang="en-US" dirty="0" smtClean="0">
                <a:solidFill>
                  <a:srgbClr val="FF0000"/>
                </a:solidFill>
              </a:rPr>
              <a:t>概念：</a:t>
            </a:r>
            <a:endParaRPr lang="en-US" altLang="zh-CN" dirty="0" smtClean="0">
              <a:solidFill>
                <a:srgbClr val="FF0000"/>
              </a:solidFill>
            </a:endParaRPr>
          </a:p>
          <a:p>
            <a:pPr marL="0" indent="0">
              <a:buNone/>
            </a:pPr>
            <a:r>
              <a:rPr lang="zh-CN" altLang="en-US" dirty="0" smtClean="0">
                <a:solidFill>
                  <a:srgbClr val="FF0000"/>
                </a:solidFill>
              </a:rPr>
              <a:t>分类：</a:t>
            </a:r>
            <a:endParaRPr lang="en-US" altLang="zh-CN" dirty="0" smtClean="0">
              <a:solidFill>
                <a:srgbClr val="FF0000"/>
              </a:solidFill>
            </a:endParaRPr>
          </a:p>
          <a:p>
            <a:pPr marL="857250" lvl="1" indent="-457200">
              <a:buFont typeface="Wingdings" panose="05000000000000000000" pitchFamily="2" charset="2"/>
              <a:buChar char="p"/>
            </a:pPr>
            <a:r>
              <a:rPr lang="zh-CN" altLang="en-US" dirty="0" smtClean="0">
                <a:solidFill>
                  <a:schemeClr val="tx2"/>
                </a:solidFill>
              </a:rPr>
              <a:t>同步时分复用</a:t>
            </a:r>
            <a:r>
              <a:rPr lang="zh-CN" altLang="en-US" dirty="0" smtClean="0"/>
              <a:t>：为每个节点分配相等的总线占用时间，不</a:t>
            </a:r>
            <a:r>
              <a:rPr lang="zh-CN" altLang="en-US" dirty="0"/>
              <a:t>考虑</a:t>
            </a:r>
            <a:r>
              <a:rPr lang="zh-CN" altLang="en-US" dirty="0" smtClean="0"/>
              <a:t>通信数据量大小。</a:t>
            </a:r>
            <a:endParaRPr lang="en-US" altLang="zh-CN" dirty="0" smtClean="0"/>
          </a:p>
          <a:p>
            <a:pPr marL="857250" lvl="1" indent="-457200">
              <a:buFont typeface="Wingdings" panose="05000000000000000000" pitchFamily="2" charset="2"/>
              <a:buChar char="p"/>
            </a:pPr>
            <a:r>
              <a:rPr lang="zh-CN" altLang="en-US" dirty="0">
                <a:solidFill>
                  <a:schemeClr val="tx2"/>
                </a:solidFill>
              </a:rPr>
              <a:t>异步时分复用</a:t>
            </a:r>
            <a:r>
              <a:rPr lang="zh-CN" altLang="en-US" dirty="0" smtClean="0"/>
              <a:t>：依据通信数据量大小，分配不同长短的总线占用时间。</a:t>
            </a:r>
            <a:endParaRPr lang="en-US" altLang="zh-CN" dirty="0" smtClean="0"/>
          </a:p>
        </p:txBody>
      </p:sp>
      <p:sp>
        <p:nvSpPr>
          <p:cNvPr id="4" name="灯片编号占位符 3"/>
          <p:cNvSpPr>
            <a:spLocks noGrp="1"/>
          </p:cNvSpPr>
          <p:nvPr>
            <p:ph type="sldNum" sz="quarter" idx="12"/>
          </p:nvPr>
        </p:nvSpPr>
        <p:spPr/>
        <p:txBody>
          <a:bodyPr/>
          <a:lstStyle/>
          <a:p>
            <a:pPr>
              <a:defRPr/>
            </a:pPr>
            <a:fld id="{DB2C62FB-46E7-4904-8367-A62FD6542C6B}" type="slidenum">
              <a:rPr lang="zh-CN" altLang="en-US" smtClean="0"/>
              <a:pPr>
                <a:defRPr/>
              </a:pPr>
              <a:t>58</a:t>
            </a:fld>
            <a:endParaRPr lang="zh-CN" altLang="en-US"/>
          </a:p>
        </p:txBody>
      </p:sp>
    </p:spTree>
    <p:extLst>
      <p:ext uri="{BB962C8B-B14F-4D97-AF65-F5344CB8AC3E}">
        <p14:creationId xmlns:p14="http://schemas.microsoft.com/office/powerpoint/2010/main" val="941232510"/>
      </p:ext>
    </p:extLst>
  </p:cSld>
  <p:clrMapOvr>
    <a:masterClrMapping/>
  </p:clrMapOvr>
  <p:timing>
    <p:tnLst>
      <p:par>
        <p:cTn id="1" dur="indefinite" restart="never" nodeType="tmRoot"/>
      </p:par>
    </p:tnLst>
  </p:timing>
</p:sld>
</file>

<file path=ppt/slides/slide5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8850" name="标题 1"/>
          <p:cNvSpPr>
            <a:spLocks noGrp="1"/>
          </p:cNvSpPr>
          <p:nvPr>
            <p:ph type="title"/>
          </p:nvPr>
        </p:nvSpPr>
        <p:spPr>
          <a:xfrm>
            <a:off x="107950" y="44450"/>
            <a:ext cx="7343775" cy="792163"/>
          </a:xfrm>
        </p:spPr>
        <p:txBody>
          <a:bodyPr/>
          <a:lstStyle/>
          <a:p>
            <a:pPr eaLnBrk="1" hangingPunct="1"/>
            <a:r>
              <a:rPr lang="zh-CN" altLang="en-US" smtClean="0"/>
              <a:t>第</a:t>
            </a:r>
            <a:r>
              <a:rPr lang="en-US" altLang="zh-CN" smtClean="0"/>
              <a:t>2</a:t>
            </a:r>
            <a:r>
              <a:rPr lang="zh-CN" altLang="en-US" smtClean="0"/>
              <a:t>章 数据通信与网络基础</a:t>
            </a:r>
          </a:p>
        </p:txBody>
      </p:sp>
      <p:sp>
        <p:nvSpPr>
          <p:cNvPr id="78851" name="内容占位符 2"/>
          <p:cNvSpPr>
            <a:spLocks noGrp="1"/>
          </p:cNvSpPr>
          <p:nvPr>
            <p:ph idx="1"/>
          </p:nvPr>
        </p:nvSpPr>
        <p:spPr>
          <a:xfrm>
            <a:off x="107950" y="981075"/>
            <a:ext cx="8845550" cy="4957763"/>
          </a:xfrm>
        </p:spPr>
        <p:txBody>
          <a:bodyPr/>
          <a:lstStyle/>
          <a:p>
            <a:pPr eaLnBrk="1" hangingPunct="1"/>
            <a:r>
              <a:rPr lang="en-US" altLang="zh-CN" smtClean="0"/>
              <a:t>2.1 </a:t>
            </a:r>
            <a:r>
              <a:rPr lang="zh-CN" altLang="en-US" smtClean="0"/>
              <a:t>基本术语</a:t>
            </a:r>
            <a:endParaRPr lang="en-US" altLang="zh-CN" smtClean="0"/>
          </a:p>
          <a:p>
            <a:pPr eaLnBrk="1" hangingPunct="1"/>
            <a:r>
              <a:rPr lang="en-US" altLang="zh-CN" smtClean="0"/>
              <a:t>2.2 </a:t>
            </a:r>
            <a:r>
              <a:rPr lang="zh-CN" altLang="en-US" smtClean="0"/>
              <a:t>数据编码</a:t>
            </a:r>
            <a:endParaRPr lang="en-US" altLang="zh-CN" smtClean="0"/>
          </a:p>
          <a:p>
            <a:pPr eaLnBrk="1" hangingPunct="1"/>
            <a:r>
              <a:rPr lang="en-US" altLang="zh-CN" smtClean="0"/>
              <a:t>2.3 </a:t>
            </a:r>
            <a:r>
              <a:rPr lang="zh-CN" altLang="en-US" smtClean="0"/>
              <a:t>数据传输方式</a:t>
            </a:r>
            <a:endParaRPr lang="en-US" altLang="zh-CN" smtClean="0"/>
          </a:p>
          <a:p>
            <a:pPr eaLnBrk="1" hangingPunct="1"/>
            <a:r>
              <a:rPr lang="en-US" altLang="zh-CN" smtClean="0"/>
              <a:t>2.4 </a:t>
            </a:r>
            <a:r>
              <a:rPr lang="zh-CN" altLang="en-US" smtClean="0"/>
              <a:t>通信线路工作方式</a:t>
            </a:r>
            <a:endParaRPr lang="en-US" altLang="zh-CN" smtClean="0"/>
          </a:p>
          <a:p>
            <a:pPr eaLnBrk="1" hangingPunct="1"/>
            <a:r>
              <a:rPr lang="en-US" altLang="zh-CN" smtClean="0"/>
              <a:t>2.5 </a:t>
            </a:r>
            <a:r>
              <a:rPr lang="zh-CN" altLang="en-US" smtClean="0"/>
              <a:t>信号传输模式</a:t>
            </a:r>
            <a:endParaRPr lang="en-US" altLang="zh-CN" smtClean="0"/>
          </a:p>
          <a:p>
            <a:pPr eaLnBrk="1" hangingPunct="1"/>
            <a:r>
              <a:rPr lang="en-US" altLang="zh-CN" smtClean="0"/>
              <a:t>2.6</a:t>
            </a:r>
            <a:r>
              <a:rPr lang="zh-CN" altLang="en-US" smtClean="0"/>
              <a:t> 差错检测及校正</a:t>
            </a:r>
            <a:endParaRPr lang="en-US" altLang="zh-CN" smtClean="0"/>
          </a:p>
          <a:p>
            <a:pPr eaLnBrk="1" hangingPunct="1"/>
            <a:r>
              <a:rPr lang="en-US" altLang="zh-CN" smtClean="0"/>
              <a:t>2.7 </a:t>
            </a:r>
            <a:r>
              <a:rPr lang="zh-CN" altLang="en-US" smtClean="0"/>
              <a:t>网络拓扑</a:t>
            </a:r>
            <a:endParaRPr lang="en-US" altLang="zh-CN" smtClean="0"/>
          </a:p>
          <a:p>
            <a:pPr eaLnBrk="1" hangingPunct="1"/>
            <a:r>
              <a:rPr lang="en-US" altLang="zh-CN" smtClean="0"/>
              <a:t>2.8 </a:t>
            </a:r>
            <a:r>
              <a:rPr lang="zh-CN" altLang="en-US" smtClean="0"/>
              <a:t>网络的传输介质</a:t>
            </a:r>
            <a:endParaRPr lang="en-US" altLang="zh-CN" smtClean="0"/>
          </a:p>
          <a:p>
            <a:pPr eaLnBrk="1" hangingPunct="1"/>
            <a:r>
              <a:rPr lang="en-US" altLang="zh-CN" smtClean="0"/>
              <a:t>2.9 </a:t>
            </a:r>
            <a:r>
              <a:rPr lang="zh-CN" altLang="en-US" smtClean="0"/>
              <a:t>传输介质访问控制方式</a:t>
            </a:r>
            <a:endParaRPr lang="en-US" altLang="zh-CN" smtClean="0"/>
          </a:p>
          <a:p>
            <a:pPr eaLnBrk="1" hangingPunct="1"/>
            <a:r>
              <a:rPr lang="en-US" altLang="zh-CN" smtClean="0">
                <a:solidFill>
                  <a:srgbClr val="FF0000"/>
                </a:solidFill>
              </a:rPr>
              <a:t>2.10 </a:t>
            </a:r>
            <a:r>
              <a:rPr lang="zh-CN" altLang="en-US" smtClean="0">
                <a:solidFill>
                  <a:srgbClr val="FF0000"/>
                </a:solidFill>
              </a:rPr>
              <a:t>网络互连与通信参考模型</a:t>
            </a:r>
          </a:p>
        </p:txBody>
      </p:sp>
      <p:sp>
        <p:nvSpPr>
          <p:cNvPr id="3" name="灯片编号占位符 2"/>
          <p:cNvSpPr>
            <a:spLocks noGrp="1"/>
          </p:cNvSpPr>
          <p:nvPr>
            <p:ph type="sldNum" sz="quarter" idx="12"/>
          </p:nvPr>
        </p:nvSpPr>
        <p:spPr/>
        <p:txBody>
          <a:bodyPr/>
          <a:lstStyle/>
          <a:p>
            <a:pPr>
              <a:defRPr/>
            </a:pPr>
            <a:fld id="{A435736E-CE70-422A-9E46-BBE8C4C961CB}" type="slidenum">
              <a:rPr lang="zh-CN" altLang="en-US" smtClean="0"/>
              <a:pPr>
                <a:defRPr/>
              </a:pPr>
              <a:t>59</a:t>
            </a:fld>
            <a:endParaRPr lang="zh-CN" altLang="en-US"/>
          </a:p>
        </p:txBody>
      </p:sp>
    </p:spTree>
  </p:cSld>
  <p:clrMapOvr>
    <a:masterClrMapping/>
  </p:clrMapOvr>
  <p:transition spd="slow">
    <p:push dir="u"/>
  </p:transition>
  <p:timing>
    <p:tnLst>
      <p:par>
        <p:cTn id="1" dur="indefinite" restart="never" nodeType="tmRoot"/>
      </p:par>
    </p:tnLst>
  </p:timing>
</p:sld>
</file>

<file path=ppt/slides/slide6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9874" name="标题 1"/>
          <p:cNvSpPr>
            <a:spLocks noGrp="1"/>
          </p:cNvSpPr>
          <p:nvPr>
            <p:ph type="title"/>
          </p:nvPr>
        </p:nvSpPr>
        <p:spPr>
          <a:xfrm>
            <a:off x="107950" y="44450"/>
            <a:ext cx="7343775" cy="792163"/>
          </a:xfrm>
        </p:spPr>
        <p:txBody>
          <a:bodyPr/>
          <a:lstStyle/>
          <a:p>
            <a:r>
              <a:rPr lang="en-US" altLang="zh-CN" smtClean="0"/>
              <a:t>2.10 </a:t>
            </a:r>
            <a:r>
              <a:rPr lang="zh-CN" altLang="en-US" smtClean="0"/>
              <a:t>网络互连与通信参考模型</a:t>
            </a:r>
          </a:p>
        </p:txBody>
      </p:sp>
      <p:sp>
        <p:nvSpPr>
          <p:cNvPr id="79875" name="内容占位符 2"/>
          <p:cNvSpPr>
            <a:spLocks noGrp="1"/>
          </p:cNvSpPr>
          <p:nvPr>
            <p:ph idx="1"/>
          </p:nvPr>
        </p:nvSpPr>
        <p:spPr>
          <a:xfrm>
            <a:off x="107950" y="981075"/>
            <a:ext cx="8928100" cy="5102225"/>
          </a:xfrm>
        </p:spPr>
        <p:txBody>
          <a:bodyPr/>
          <a:lstStyle/>
          <a:p>
            <a:pPr algn="just"/>
            <a:r>
              <a:rPr lang="zh-CN" altLang="en-US" b="1" smtClean="0">
                <a:solidFill>
                  <a:srgbClr val="C00000"/>
                </a:solidFill>
              </a:rPr>
              <a:t>网络互连</a:t>
            </a:r>
            <a:r>
              <a:rPr lang="zh-CN" altLang="en-US" smtClean="0"/>
              <a:t>：指将分布在不同地理位置的网络、设备相连接，以构成更大规模的网络系统，实现网络资源的共享。</a:t>
            </a:r>
          </a:p>
          <a:p>
            <a:pPr algn="just">
              <a:buClr>
                <a:schemeClr val="tx1"/>
              </a:buClr>
            </a:pPr>
            <a:r>
              <a:rPr lang="zh-CN" altLang="en-US" b="1" smtClean="0">
                <a:solidFill>
                  <a:srgbClr val="C00000"/>
                </a:solidFill>
              </a:rPr>
              <a:t>网络互连类型</a:t>
            </a:r>
            <a:r>
              <a:rPr lang="zh-CN" altLang="en-US" smtClean="0"/>
              <a:t>：局域网与局域网互连、局域网与广域网互连、局域网通过广域网与局域网互连及广域网与广域网的互连等。</a:t>
            </a:r>
          </a:p>
          <a:p>
            <a:pPr algn="just"/>
            <a:endParaRPr lang="zh-CN" altLang="en-US" smtClean="0"/>
          </a:p>
        </p:txBody>
      </p:sp>
      <p:sp>
        <p:nvSpPr>
          <p:cNvPr id="4" name="灯片编号占位符 3"/>
          <p:cNvSpPr>
            <a:spLocks noGrp="1"/>
          </p:cNvSpPr>
          <p:nvPr>
            <p:ph type="sldNum" sz="quarter" idx="12"/>
          </p:nvPr>
        </p:nvSpPr>
        <p:spPr/>
        <p:txBody>
          <a:bodyPr/>
          <a:lstStyle/>
          <a:p>
            <a:pPr>
              <a:defRPr/>
            </a:pPr>
            <a:fld id="{16C3B7FA-0CEA-447F-A9EC-A295D242ECD5}" type="slidenum">
              <a:rPr lang="zh-CN" altLang="en-US" smtClean="0"/>
              <a:pPr>
                <a:defRPr/>
              </a:pPr>
              <a:t>60</a:t>
            </a:fld>
            <a:endParaRPr lang="zh-CN" altLang="en-US"/>
          </a:p>
        </p:txBody>
      </p:sp>
    </p:spTree>
  </p:cSld>
  <p:clrMapOvr>
    <a:masterClrMapping/>
  </p:clrMapOvr>
  <p:transition spd="slow">
    <p:push dir="u"/>
  </p:transition>
  <p:timing>
    <p:tnLst>
      <p:par>
        <p:cTn id="1" dur="indefinite" restart="never" nodeType="tmRoot"/>
      </p:par>
    </p:tnLst>
  </p:timing>
</p:sld>
</file>

<file path=ppt/slides/slide6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0898" name="标题 1"/>
          <p:cNvSpPr>
            <a:spLocks noGrp="1"/>
          </p:cNvSpPr>
          <p:nvPr>
            <p:ph type="title"/>
          </p:nvPr>
        </p:nvSpPr>
        <p:spPr>
          <a:xfrm>
            <a:off x="107950" y="44450"/>
            <a:ext cx="7343775" cy="792163"/>
          </a:xfrm>
        </p:spPr>
        <p:txBody>
          <a:bodyPr/>
          <a:lstStyle/>
          <a:p>
            <a:r>
              <a:rPr lang="en-US" altLang="zh-CN" smtClean="0"/>
              <a:t>2.10 </a:t>
            </a:r>
            <a:r>
              <a:rPr lang="zh-CN" altLang="en-US" smtClean="0"/>
              <a:t>网络互连与通信参考模型</a:t>
            </a:r>
          </a:p>
        </p:txBody>
      </p:sp>
      <p:sp>
        <p:nvSpPr>
          <p:cNvPr id="4" name="灯片编号占位符 3"/>
          <p:cNvSpPr>
            <a:spLocks noGrp="1"/>
          </p:cNvSpPr>
          <p:nvPr>
            <p:ph type="sldNum" sz="quarter" idx="12"/>
          </p:nvPr>
        </p:nvSpPr>
        <p:spPr/>
        <p:txBody>
          <a:bodyPr/>
          <a:lstStyle/>
          <a:p>
            <a:pPr>
              <a:defRPr/>
            </a:pPr>
            <a:fld id="{75531B28-2BDB-488F-929C-ABD8E3B822E3}" type="slidenum">
              <a:rPr lang="zh-CN" altLang="en-US" smtClean="0"/>
              <a:pPr>
                <a:defRPr/>
              </a:pPr>
              <a:t>61</a:t>
            </a:fld>
            <a:endParaRPr lang="zh-CN" altLang="en-US"/>
          </a:p>
        </p:txBody>
      </p:sp>
      <p:graphicFrame>
        <p:nvGraphicFramePr>
          <p:cNvPr id="5" name="Group 45"/>
          <p:cNvGraphicFramePr>
            <a:graphicFrameLocks/>
          </p:cNvGraphicFramePr>
          <p:nvPr/>
        </p:nvGraphicFramePr>
        <p:xfrm>
          <a:off x="179388" y="1125538"/>
          <a:ext cx="7620000" cy="4662864"/>
        </p:xfrm>
        <a:graphic>
          <a:graphicData uri="http://schemas.openxmlformats.org/drawingml/2006/table">
            <a:tbl>
              <a:tblPr/>
              <a:tblGrid>
                <a:gridCol w="2540000"/>
                <a:gridCol w="2540000"/>
                <a:gridCol w="2540000"/>
              </a:tblGrid>
              <a:tr h="518054">
                <a:tc>
                  <a:txBody>
                    <a:bodyPr/>
                    <a:lstStyle>
                      <a:lvl1pPr>
                        <a:buClr>
                          <a:schemeClr val="tx2"/>
                        </a:buClr>
                        <a:buSzPct val="70000"/>
                        <a:buFont typeface="Wingdings" pitchFamily="2" charset="2"/>
                        <a:defRPr sz="2600">
                          <a:solidFill>
                            <a:schemeClr val="tx1"/>
                          </a:solidFill>
                          <a:latin typeface="Arial" charset="0"/>
                          <a:ea typeface="宋体" pitchFamily="2" charset="-122"/>
                        </a:defRPr>
                      </a:lvl1pPr>
                      <a:lvl2pPr indent="-112713">
                        <a:buClr>
                          <a:schemeClr val="accent2"/>
                        </a:buClr>
                        <a:buSzPct val="70000"/>
                        <a:buFont typeface="Wingdings" pitchFamily="2" charset="2"/>
                        <a:defRPr sz="2200">
                          <a:solidFill>
                            <a:schemeClr val="tx1"/>
                          </a:solidFill>
                          <a:latin typeface="Arial" charset="0"/>
                          <a:ea typeface="宋体" pitchFamily="2" charset="-122"/>
                        </a:defRPr>
                      </a:lvl2pPr>
                      <a:lvl3pPr indent="-220663">
                        <a:buClr>
                          <a:schemeClr val="accent1"/>
                        </a:buClr>
                        <a:buSzPct val="70000"/>
                        <a:buFont typeface="Wingdings" pitchFamily="2" charset="2"/>
                        <a:defRPr sz="2100">
                          <a:solidFill>
                            <a:schemeClr val="tx1"/>
                          </a:solidFill>
                          <a:latin typeface="Arial" charset="0"/>
                          <a:ea typeface="宋体" pitchFamily="2" charset="-122"/>
                        </a:defRPr>
                      </a:lvl3pPr>
                      <a:lvl4pPr indent="-382588">
                        <a:buClr>
                          <a:schemeClr val="tx2"/>
                        </a:buClr>
                        <a:buSzPct val="75000"/>
                        <a:buFont typeface="Wingdings" pitchFamily="2" charset="2"/>
                        <a:defRPr>
                          <a:solidFill>
                            <a:schemeClr val="tx1"/>
                          </a:solidFill>
                          <a:latin typeface="Arial" charset="0"/>
                          <a:ea typeface="宋体" pitchFamily="2" charset="-122"/>
                        </a:defRPr>
                      </a:lvl4pPr>
                      <a:lvl5pPr indent="-546100">
                        <a:buClr>
                          <a:schemeClr val="folHlink"/>
                        </a:buClr>
                        <a:buSzPct val="80000"/>
                        <a:buFont typeface="Wingdings" pitchFamily="2" charset="2"/>
                        <a:defRPr>
                          <a:solidFill>
                            <a:schemeClr val="tx1"/>
                          </a:solidFill>
                          <a:latin typeface="Arial" charset="0"/>
                          <a:ea typeface="宋体" pitchFamily="2" charset="-122"/>
                        </a:defRPr>
                      </a:lvl5pPr>
                      <a:lvl6pPr indent="-546100" fontAlgn="base">
                        <a:spcBef>
                          <a:spcPct val="20000"/>
                        </a:spcBef>
                        <a:spcAft>
                          <a:spcPct val="0"/>
                        </a:spcAft>
                        <a:buClr>
                          <a:schemeClr val="folHlink"/>
                        </a:buClr>
                        <a:buSzPct val="80000"/>
                        <a:buFont typeface="Wingdings" pitchFamily="2" charset="2"/>
                        <a:defRPr>
                          <a:solidFill>
                            <a:schemeClr val="tx1"/>
                          </a:solidFill>
                          <a:latin typeface="Arial" charset="0"/>
                          <a:ea typeface="宋体" pitchFamily="2" charset="-122"/>
                        </a:defRPr>
                      </a:lvl6pPr>
                      <a:lvl7pPr indent="-546100" fontAlgn="base">
                        <a:spcBef>
                          <a:spcPct val="20000"/>
                        </a:spcBef>
                        <a:spcAft>
                          <a:spcPct val="0"/>
                        </a:spcAft>
                        <a:buClr>
                          <a:schemeClr val="folHlink"/>
                        </a:buClr>
                        <a:buSzPct val="80000"/>
                        <a:buFont typeface="Wingdings" pitchFamily="2" charset="2"/>
                        <a:defRPr>
                          <a:solidFill>
                            <a:schemeClr val="tx1"/>
                          </a:solidFill>
                          <a:latin typeface="Arial" charset="0"/>
                          <a:ea typeface="宋体" pitchFamily="2" charset="-122"/>
                        </a:defRPr>
                      </a:lvl7pPr>
                      <a:lvl8pPr indent="-546100" fontAlgn="base">
                        <a:spcBef>
                          <a:spcPct val="20000"/>
                        </a:spcBef>
                        <a:spcAft>
                          <a:spcPct val="0"/>
                        </a:spcAft>
                        <a:buClr>
                          <a:schemeClr val="folHlink"/>
                        </a:buClr>
                        <a:buSzPct val="80000"/>
                        <a:buFont typeface="Wingdings" pitchFamily="2" charset="2"/>
                        <a:defRPr>
                          <a:solidFill>
                            <a:schemeClr val="tx1"/>
                          </a:solidFill>
                          <a:latin typeface="Arial" charset="0"/>
                          <a:ea typeface="宋体" pitchFamily="2" charset="-122"/>
                        </a:defRPr>
                      </a:lvl8pPr>
                      <a:lvl9pPr indent="-546100" fontAlgn="base">
                        <a:spcBef>
                          <a:spcPct val="20000"/>
                        </a:spcBef>
                        <a:spcAft>
                          <a:spcPct val="0"/>
                        </a:spcAft>
                        <a:buClr>
                          <a:schemeClr val="folHlink"/>
                        </a:buClr>
                        <a:buSzPct val="80000"/>
                        <a:buFont typeface="Wingdings" pitchFamily="2" charset="2"/>
                        <a:defRPr>
                          <a:solidFill>
                            <a:schemeClr val="tx1"/>
                          </a:solidFill>
                          <a:latin typeface="Arial" charset="0"/>
                          <a:ea typeface="宋体" pitchFamily="2" charset="-122"/>
                        </a:defRPr>
                      </a:lvl9pPr>
                    </a:lstStyle>
                    <a:p>
                      <a:pPr marL="0" marR="0" lvl="0" indent="0" algn="ctr" defTabSz="914400" rtl="0" eaLnBrk="1" fontAlgn="base" latinLnBrk="0" hangingPunct="1">
                        <a:lnSpc>
                          <a:spcPct val="100000"/>
                        </a:lnSpc>
                        <a:spcBef>
                          <a:spcPct val="20000"/>
                        </a:spcBef>
                        <a:spcAft>
                          <a:spcPct val="0"/>
                        </a:spcAft>
                        <a:buClr>
                          <a:schemeClr val="tx2"/>
                        </a:buClr>
                        <a:buSzPct val="70000"/>
                        <a:buFont typeface="Wingdings" pitchFamily="2" charset="2"/>
                        <a:buNone/>
                        <a:tabLst/>
                      </a:pPr>
                      <a:r>
                        <a:rPr kumimoji="0" lang="en-US" altLang="zh-CN" sz="2800" b="0" i="0" u="none" strike="noStrike" cap="none" normalizeH="0" baseline="0" dirty="0" smtClean="0">
                          <a:ln>
                            <a:noFill/>
                          </a:ln>
                          <a:solidFill>
                            <a:schemeClr val="tx1"/>
                          </a:solidFill>
                          <a:effectLst/>
                          <a:latin typeface="Times New Roman" pitchFamily="18" charset="0"/>
                          <a:ea typeface="宋体" pitchFamily="2" charset="-122"/>
                        </a:rPr>
                        <a:t>0.1 m</a:t>
                      </a:r>
                    </a:p>
                  </a:txBody>
                  <a:tcPr marT="45688" marB="45688" anchor="ctr"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a:buClr>
                          <a:schemeClr val="tx2"/>
                        </a:buClr>
                        <a:buSzPct val="70000"/>
                        <a:buFont typeface="Wingdings" pitchFamily="2" charset="2"/>
                        <a:defRPr sz="2600">
                          <a:solidFill>
                            <a:schemeClr val="tx1"/>
                          </a:solidFill>
                          <a:latin typeface="Arial" charset="0"/>
                          <a:ea typeface="宋体" pitchFamily="2" charset="-122"/>
                        </a:defRPr>
                      </a:lvl1pPr>
                      <a:lvl2pPr indent="-112713">
                        <a:buClr>
                          <a:schemeClr val="accent2"/>
                        </a:buClr>
                        <a:buSzPct val="70000"/>
                        <a:buFont typeface="Wingdings" pitchFamily="2" charset="2"/>
                        <a:defRPr sz="2200">
                          <a:solidFill>
                            <a:schemeClr val="tx1"/>
                          </a:solidFill>
                          <a:latin typeface="Arial" charset="0"/>
                          <a:ea typeface="宋体" pitchFamily="2" charset="-122"/>
                        </a:defRPr>
                      </a:lvl2pPr>
                      <a:lvl3pPr indent="-220663">
                        <a:buClr>
                          <a:schemeClr val="accent1"/>
                        </a:buClr>
                        <a:buSzPct val="70000"/>
                        <a:buFont typeface="Wingdings" pitchFamily="2" charset="2"/>
                        <a:defRPr sz="2100">
                          <a:solidFill>
                            <a:schemeClr val="tx1"/>
                          </a:solidFill>
                          <a:latin typeface="Arial" charset="0"/>
                          <a:ea typeface="宋体" pitchFamily="2" charset="-122"/>
                        </a:defRPr>
                      </a:lvl3pPr>
                      <a:lvl4pPr indent="-382588">
                        <a:buClr>
                          <a:schemeClr val="tx2"/>
                        </a:buClr>
                        <a:buSzPct val="75000"/>
                        <a:buFont typeface="Wingdings" pitchFamily="2" charset="2"/>
                        <a:defRPr>
                          <a:solidFill>
                            <a:schemeClr val="tx1"/>
                          </a:solidFill>
                          <a:latin typeface="Arial" charset="0"/>
                          <a:ea typeface="宋体" pitchFamily="2" charset="-122"/>
                        </a:defRPr>
                      </a:lvl4pPr>
                      <a:lvl5pPr indent="-546100">
                        <a:buClr>
                          <a:schemeClr val="folHlink"/>
                        </a:buClr>
                        <a:buSzPct val="80000"/>
                        <a:buFont typeface="Wingdings" pitchFamily="2" charset="2"/>
                        <a:defRPr>
                          <a:solidFill>
                            <a:schemeClr val="tx1"/>
                          </a:solidFill>
                          <a:latin typeface="Arial" charset="0"/>
                          <a:ea typeface="宋体" pitchFamily="2" charset="-122"/>
                        </a:defRPr>
                      </a:lvl5pPr>
                      <a:lvl6pPr indent="-546100" fontAlgn="base">
                        <a:spcBef>
                          <a:spcPct val="20000"/>
                        </a:spcBef>
                        <a:spcAft>
                          <a:spcPct val="0"/>
                        </a:spcAft>
                        <a:buClr>
                          <a:schemeClr val="folHlink"/>
                        </a:buClr>
                        <a:buSzPct val="80000"/>
                        <a:buFont typeface="Wingdings" pitchFamily="2" charset="2"/>
                        <a:defRPr>
                          <a:solidFill>
                            <a:schemeClr val="tx1"/>
                          </a:solidFill>
                          <a:latin typeface="Arial" charset="0"/>
                          <a:ea typeface="宋体" pitchFamily="2" charset="-122"/>
                        </a:defRPr>
                      </a:lvl6pPr>
                      <a:lvl7pPr indent="-546100" fontAlgn="base">
                        <a:spcBef>
                          <a:spcPct val="20000"/>
                        </a:spcBef>
                        <a:spcAft>
                          <a:spcPct val="0"/>
                        </a:spcAft>
                        <a:buClr>
                          <a:schemeClr val="folHlink"/>
                        </a:buClr>
                        <a:buSzPct val="80000"/>
                        <a:buFont typeface="Wingdings" pitchFamily="2" charset="2"/>
                        <a:defRPr>
                          <a:solidFill>
                            <a:schemeClr val="tx1"/>
                          </a:solidFill>
                          <a:latin typeface="Arial" charset="0"/>
                          <a:ea typeface="宋体" pitchFamily="2" charset="-122"/>
                        </a:defRPr>
                      </a:lvl7pPr>
                      <a:lvl8pPr indent="-546100" fontAlgn="base">
                        <a:spcBef>
                          <a:spcPct val="20000"/>
                        </a:spcBef>
                        <a:spcAft>
                          <a:spcPct val="0"/>
                        </a:spcAft>
                        <a:buClr>
                          <a:schemeClr val="folHlink"/>
                        </a:buClr>
                        <a:buSzPct val="80000"/>
                        <a:buFont typeface="Wingdings" pitchFamily="2" charset="2"/>
                        <a:defRPr>
                          <a:solidFill>
                            <a:schemeClr val="tx1"/>
                          </a:solidFill>
                          <a:latin typeface="Arial" charset="0"/>
                          <a:ea typeface="宋体" pitchFamily="2" charset="-122"/>
                        </a:defRPr>
                      </a:lvl8pPr>
                      <a:lvl9pPr indent="-546100" fontAlgn="base">
                        <a:spcBef>
                          <a:spcPct val="20000"/>
                        </a:spcBef>
                        <a:spcAft>
                          <a:spcPct val="0"/>
                        </a:spcAft>
                        <a:buClr>
                          <a:schemeClr val="folHlink"/>
                        </a:buClr>
                        <a:buSzPct val="80000"/>
                        <a:buFont typeface="Wingdings" pitchFamily="2" charset="2"/>
                        <a:defRPr>
                          <a:solidFill>
                            <a:schemeClr val="tx1"/>
                          </a:solidFill>
                          <a:latin typeface="Arial" charset="0"/>
                          <a:ea typeface="宋体" pitchFamily="2" charset="-122"/>
                        </a:defRPr>
                      </a:lvl9pPr>
                    </a:lstStyle>
                    <a:p>
                      <a:pPr marL="0" marR="0" lvl="0" indent="0" algn="ctr" defTabSz="914400" rtl="0" eaLnBrk="1" fontAlgn="base" latinLnBrk="0" hangingPunct="1">
                        <a:lnSpc>
                          <a:spcPct val="100000"/>
                        </a:lnSpc>
                        <a:spcBef>
                          <a:spcPct val="20000"/>
                        </a:spcBef>
                        <a:spcAft>
                          <a:spcPct val="0"/>
                        </a:spcAft>
                        <a:buClr>
                          <a:schemeClr val="tx2"/>
                        </a:buClr>
                        <a:buSzPct val="70000"/>
                        <a:buFont typeface="Wingdings" pitchFamily="2" charset="2"/>
                        <a:buNone/>
                        <a:tabLst/>
                      </a:pPr>
                      <a:r>
                        <a:rPr kumimoji="0" lang="zh-CN" altLang="en-US" sz="2800" b="0" i="0" u="none" strike="noStrike" cap="none" normalizeH="0" baseline="0" smtClean="0">
                          <a:ln>
                            <a:noFill/>
                          </a:ln>
                          <a:solidFill>
                            <a:schemeClr val="tx1"/>
                          </a:solidFill>
                          <a:effectLst/>
                          <a:latin typeface="Times New Roman" pitchFamily="18" charset="0"/>
                          <a:ea typeface="宋体" pitchFamily="2" charset="-122"/>
                        </a:rPr>
                        <a:t>同一电路板</a:t>
                      </a:r>
                    </a:p>
                  </a:txBody>
                  <a:tcPr marT="45688" marB="45688"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a:buClr>
                          <a:schemeClr val="tx2"/>
                        </a:buClr>
                        <a:buSzPct val="70000"/>
                        <a:buFont typeface="Wingdings" pitchFamily="2" charset="2"/>
                        <a:defRPr sz="2600">
                          <a:solidFill>
                            <a:schemeClr val="tx1"/>
                          </a:solidFill>
                          <a:latin typeface="Arial" charset="0"/>
                          <a:ea typeface="宋体" pitchFamily="2" charset="-122"/>
                        </a:defRPr>
                      </a:lvl1pPr>
                      <a:lvl2pPr indent="-112713">
                        <a:buClr>
                          <a:schemeClr val="accent2"/>
                        </a:buClr>
                        <a:buSzPct val="70000"/>
                        <a:buFont typeface="Wingdings" pitchFamily="2" charset="2"/>
                        <a:defRPr sz="2200">
                          <a:solidFill>
                            <a:schemeClr val="tx1"/>
                          </a:solidFill>
                          <a:latin typeface="Arial" charset="0"/>
                          <a:ea typeface="宋体" pitchFamily="2" charset="-122"/>
                        </a:defRPr>
                      </a:lvl2pPr>
                      <a:lvl3pPr indent="-220663">
                        <a:buClr>
                          <a:schemeClr val="accent1"/>
                        </a:buClr>
                        <a:buSzPct val="70000"/>
                        <a:buFont typeface="Wingdings" pitchFamily="2" charset="2"/>
                        <a:defRPr sz="2100">
                          <a:solidFill>
                            <a:schemeClr val="tx1"/>
                          </a:solidFill>
                          <a:latin typeface="Arial" charset="0"/>
                          <a:ea typeface="宋体" pitchFamily="2" charset="-122"/>
                        </a:defRPr>
                      </a:lvl3pPr>
                      <a:lvl4pPr indent="-382588">
                        <a:buClr>
                          <a:schemeClr val="tx2"/>
                        </a:buClr>
                        <a:buSzPct val="75000"/>
                        <a:buFont typeface="Wingdings" pitchFamily="2" charset="2"/>
                        <a:defRPr>
                          <a:solidFill>
                            <a:schemeClr val="tx1"/>
                          </a:solidFill>
                          <a:latin typeface="Arial" charset="0"/>
                          <a:ea typeface="宋体" pitchFamily="2" charset="-122"/>
                        </a:defRPr>
                      </a:lvl4pPr>
                      <a:lvl5pPr indent="-546100">
                        <a:buClr>
                          <a:schemeClr val="folHlink"/>
                        </a:buClr>
                        <a:buSzPct val="80000"/>
                        <a:buFont typeface="Wingdings" pitchFamily="2" charset="2"/>
                        <a:defRPr>
                          <a:solidFill>
                            <a:schemeClr val="tx1"/>
                          </a:solidFill>
                          <a:latin typeface="Arial" charset="0"/>
                          <a:ea typeface="宋体" pitchFamily="2" charset="-122"/>
                        </a:defRPr>
                      </a:lvl5pPr>
                      <a:lvl6pPr indent="-546100" fontAlgn="base">
                        <a:spcBef>
                          <a:spcPct val="20000"/>
                        </a:spcBef>
                        <a:spcAft>
                          <a:spcPct val="0"/>
                        </a:spcAft>
                        <a:buClr>
                          <a:schemeClr val="folHlink"/>
                        </a:buClr>
                        <a:buSzPct val="80000"/>
                        <a:buFont typeface="Wingdings" pitchFamily="2" charset="2"/>
                        <a:defRPr>
                          <a:solidFill>
                            <a:schemeClr val="tx1"/>
                          </a:solidFill>
                          <a:latin typeface="Arial" charset="0"/>
                          <a:ea typeface="宋体" pitchFamily="2" charset="-122"/>
                        </a:defRPr>
                      </a:lvl6pPr>
                      <a:lvl7pPr indent="-546100" fontAlgn="base">
                        <a:spcBef>
                          <a:spcPct val="20000"/>
                        </a:spcBef>
                        <a:spcAft>
                          <a:spcPct val="0"/>
                        </a:spcAft>
                        <a:buClr>
                          <a:schemeClr val="folHlink"/>
                        </a:buClr>
                        <a:buSzPct val="80000"/>
                        <a:buFont typeface="Wingdings" pitchFamily="2" charset="2"/>
                        <a:defRPr>
                          <a:solidFill>
                            <a:schemeClr val="tx1"/>
                          </a:solidFill>
                          <a:latin typeface="Arial" charset="0"/>
                          <a:ea typeface="宋体" pitchFamily="2" charset="-122"/>
                        </a:defRPr>
                      </a:lvl7pPr>
                      <a:lvl8pPr indent="-546100" fontAlgn="base">
                        <a:spcBef>
                          <a:spcPct val="20000"/>
                        </a:spcBef>
                        <a:spcAft>
                          <a:spcPct val="0"/>
                        </a:spcAft>
                        <a:buClr>
                          <a:schemeClr val="folHlink"/>
                        </a:buClr>
                        <a:buSzPct val="80000"/>
                        <a:buFont typeface="Wingdings" pitchFamily="2" charset="2"/>
                        <a:defRPr>
                          <a:solidFill>
                            <a:schemeClr val="tx1"/>
                          </a:solidFill>
                          <a:latin typeface="Arial" charset="0"/>
                          <a:ea typeface="宋体" pitchFamily="2" charset="-122"/>
                        </a:defRPr>
                      </a:lvl8pPr>
                      <a:lvl9pPr indent="-546100" fontAlgn="base">
                        <a:spcBef>
                          <a:spcPct val="20000"/>
                        </a:spcBef>
                        <a:spcAft>
                          <a:spcPct val="0"/>
                        </a:spcAft>
                        <a:buClr>
                          <a:schemeClr val="folHlink"/>
                        </a:buClr>
                        <a:buSzPct val="80000"/>
                        <a:buFont typeface="Wingdings" pitchFamily="2" charset="2"/>
                        <a:defRPr>
                          <a:solidFill>
                            <a:schemeClr val="tx1"/>
                          </a:solidFill>
                          <a:latin typeface="Arial" charset="0"/>
                          <a:ea typeface="宋体" pitchFamily="2" charset="-122"/>
                        </a:defRPr>
                      </a:lvl9pPr>
                    </a:lstStyle>
                    <a:p>
                      <a:pPr marL="0" marR="0" lvl="0" indent="0" algn="ctr" defTabSz="914400" rtl="0" eaLnBrk="1" fontAlgn="base" latinLnBrk="0" hangingPunct="1">
                        <a:lnSpc>
                          <a:spcPct val="100000"/>
                        </a:lnSpc>
                        <a:spcBef>
                          <a:spcPct val="20000"/>
                        </a:spcBef>
                        <a:spcAft>
                          <a:spcPct val="0"/>
                        </a:spcAft>
                        <a:buClr>
                          <a:schemeClr val="tx2"/>
                        </a:buClr>
                        <a:buSzPct val="70000"/>
                        <a:buFont typeface="Wingdings" pitchFamily="2" charset="2"/>
                        <a:buNone/>
                        <a:tabLst/>
                      </a:pPr>
                      <a:r>
                        <a:rPr kumimoji="0" lang="zh-CN" altLang="en-US" sz="2800" b="0" i="0" u="none" strike="noStrike" cap="none" normalizeH="0" baseline="0" dirty="0" smtClean="0">
                          <a:ln>
                            <a:noFill/>
                          </a:ln>
                          <a:solidFill>
                            <a:schemeClr val="tx1"/>
                          </a:solidFill>
                          <a:effectLst/>
                          <a:latin typeface="Times New Roman" pitchFamily="18" charset="0"/>
                          <a:ea typeface="宋体" pitchFamily="2" charset="-122"/>
                        </a:rPr>
                        <a:t>数据流机器</a:t>
                      </a:r>
                    </a:p>
                  </a:txBody>
                  <a:tcPr marT="45688" marB="45688" anchor="ctr"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r>
              <a:tr h="518054">
                <a:tc>
                  <a:txBody>
                    <a:bodyPr/>
                    <a:lstStyle>
                      <a:lvl1pPr>
                        <a:buClr>
                          <a:schemeClr val="tx2"/>
                        </a:buClr>
                        <a:buSzPct val="70000"/>
                        <a:buFont typeface="Wingdings" pitchFamily="2" charset="2"/>
                        <a:defRPr sz="2600">
                          <a:solidFill>
                            <a:schemeClr val="tx1"/>
                          </a:solidFill>
                          <a:latin typeface="Arial" charset="0"/>
                          <a:ea typeface="宋体" pitchFamily="2" charset="-122"/>
                        </a:defRPr>
                      </a:lvl1pPr>
                      <a:lvl2pPr indent="-112713">
                        <a:buClr>
                          <a:schemeClr val="accent2"/>
                        </a:buClr>
                        <a:buSzPct val="70000"/>
                        <a:buFont typeface="Wingdings" pitchFamily="2" charset="2"/>
                        <a:defRPr sz="2200">
                          <a:solidFill>
                            <a:schemeClr val="tx1"/>
                          </a:solidFill>
                          <a:latin typeface="Arial" charset="0"/>
                          <a:ea typeface="宋体" pitchFamily="2" charset="-122"/>
                        </a:defRPr>
                      </a:lvl2pPr>
                      <a:lvl3pPr indent="-220663">
                        <a:buClr>
                          <a:schemeClr val="accent1"/>
                        </a:buClr>
                        <a:buSzPct val="70000"/>
                        <a:buFont typeface="Wingdings" pitchFamily="2" charset="2"/>
                        <a:defRPr sz="2100">
                          <a:solidFill>
                            <a:schemeClr val="tx1"/>
                          </a:solidFill>
                          <a:latin typeface="Arial" charset="0"/>
                          <a:ea typeface="宋体" pitchFamily="2" charset="-122"/>
                        </a:defRPr>
                      </a:lvl3pPr>
                      <a:lvl4pPr indent="-382588">
                        <a:buClr>
                          <a:schemeClr val="tx2"/>
                        </a:buClr>
                        <a:buSzPct val="75000"/>
                        <a:buFont typeface="Wingdings" pitchFamily="2" charset="2"/>
                        <a:defRPr>
                          <a:solidFill>
                            <a:schemeClr val="tx1"/>
                          </a:solidFill>
                          <a:latin typeface="Arial" charset="0"/>
                          <a:ea typeface="宋体" pitchFamily="2" charset="-122"/>
                        </a:defRPr>
                      </a:lvl4pPr>
                      <a:lvl5pPr indent="-546100">
                        <a:buClr>
                          <a:schemeClr val="folHlink"/>
                        </a:buClr>
                        <a:buSzPct val="80000"/>
                        <a:buFont typeface="Wingdings" pitchFamily="2" charset="2"/>
                        <a:defRPr>
                          <a:solidFill>
                            <a:schemeClr val="tx1"/>
                          </a:solidFill>
                          <a:latin typeface="Arial" charset="0"/>
                          <a:ea typeface="宋体" pitchFamily="2" charset="-122"/>
                        </a:defRPr>
                      </a:lvl5pPr>
                      <a:lvl6pPr indent="-546100" fontAlgn="base">
                        <a:spcBef>
                          <a:spcPct val="20000"/>
                        </a:spcBef>
                        <a:spcAft>
                          <a:spcPct val="0"/>
                        </a:spcAft>
                        <a:buClr>
                          <a:schemeClr val="folHlink"/>
                        </a:buClr>
                        <a:buSzPct val="80000"/>
                        <a:buFont typeface="Wingdings" pitchFamily="2" charset="2"/>
                        <a:defRPr>
                          <a:solidFill>
                            <a:schemeClr val="tx1"/>
                          </a:solidFill>
                          <a:latin typeface="Arial" charset="0"/>
                          <a:ea typeface="宋体" pitchFamily="2" charset="-122"/>
                        </a:defRPr>
                      </a:lvl6pPr>
                      <a:lvl7pPr indent="-546100" fontAlgn="base">
                        <a:spcBef>
                          <a:spcPct val="20000"/>
                        </a:spcBef>
                        <a:spcAft>
                          <a:spcPct val="0"/>
                        </a:spcAft>
                        <a:buClr>
                          <a:schemeClr val="folHlink"/>
                        </a:buClr>
                        <a:buSzPct val="80000"/>
                        <a:buFont typeface="Wingdings" pitchFamily="2" charset="2"/>
                        <a:defRPr>
                          <a:solidFill>
                            <a:schemeClr val="tx1"/>
                          </a:solidFill>
                          <a:latin typeface="Arial" charset="0"/>
                          <a:ea typeface="宋体" pitchFamily="2" charset="-122"/>
                        </a:defRPr>
                      </a:lvl7pPr>
                      <a:lvl8pPr indent="-546100" fontAlgn="base">
                        <a:spcBef>
                          <a:spcPct val="20000"/>
                        </a:spcBef>
                        <a:spcAft>
                          <a:spcPct val="0"/>
                        </a:spcAft>
                        <a:buClr>
                          <a:schemeClr val="folHlink"/>
                        </a:buClr>
                        <a:buSzPct val="80000"/>
                        <a:buFont typeface="Wingdings" pitchFamily="2" charset="2"/>
                        <a:defRPr>
                          <a:solidFill>
                            <a:schemeClr val="tx1"/>
                          </a:solidFill>
                          <a:latin typeface="Arial" charset="0"/>
                          <a:ea typeface="宋体" pitchFamily="2" charset="-122"/>
                        </a:defRPr>
                      </a:lvl8pPr>
                      <a:lvl9pPr indent="-546100" fontAlgn="base">
                        <a:spcBef>
                          <a:spcPct val="20000"/>
                        </a:spcBef>
                        <a:spcAft>
                          <a:spcPct val="0"/>
                        </a:spcAft>
                        <a:buClr>
                          <a:schemeClr val="folHlink"/>
                        </a:buClr>
                        <a:buSzPct val="80000"/>
                        <a:buFont typeface="Wingdings" pitchFamily="2" charset="2"/>
                        <a:defRPr>
                          <a:solidFill>
                            <a:schemeClr val="tx1"/>
                          </a:solidFill>
                          <a:latin typeface="Arial" charset="0"/>
                          <a:ea typeface="宋体" pitchFamily="2" charset="-122"/>
                        </a:defRPr>
                      </a:lvl9pPr>
                    </a:lstStyle>
                    <a:p>
                      <a:pPr marL="0" marR="0" lvl="0" indent="0" algn="ctr" defTabSz="914400" rtl="0" eaLnBrk="1" fontAlgn="base" latinLnBrk="0" hangingPunct="1">
                        <a:lnSpc>
                          <a:spcPct val="100000"/>
                        </a:lnSpc>
                        <a:spcBef>
                          <a:spcPct val="20000"/>
                        </a:spcBef>
                        <a:spcAft>
                          <a:spcPct val="0"/>
                        </a:spcAft>
                        <a:buClr>
                          <a:schemeClr val="tx2"/>
                        </a:buClr>
                        <a:buSzPct val="70000"/>
                        <a:buFont typeface="Wingdings" pitchFamily="2" charset="2"/>
                        <a:buNone/>
                        <a:tabLst/>
                      </a:pPr>
                      <a:r>
                        <a:rPr kumimoji="0" lang="en-US" altLang="zh-CN" sz="2800" b="0" i="0" u="none" strike="noStrike" cap="none" normalizeH="0" baseline="0" smtClean="0">
                          <a:ln>
                            <a:noFill/>
                          </a:ln>
                          <a:solidFill>
                            <a:schemeClr val="tx1"/>
                          </a:solidFill>
                          <a:effectLst/>
                          <a:latin typeface="Times New Roman" pitchFamily="18" charset="0"/>
                          <a:ea typeface="宋体" pitchFamily="2" charset="-122"/>
                        </a:rPr>
                        <a:t>1 m</a:t>
                      </a:r>
                    </a:p>
                  </a:txBody>
                  <a:tcPr marT="45688" marB="45688" anchor="ctr"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a:buClr>
                          <a:schemeClr val="tx2"/>
                        </a:buClr>
                        <a:buSzPct val="70000"/>
                        <a:buFont typeface="Wingdings" pitchFamily="2" charset="2"/>
                        <a:defRPr sz="2600">
                          <a:solidFill>
                            <a:schemeClr val="tx1"/>
                          </a:solidFill>
                          <a:latin typeface="Arial" charset="0"/>
                          <a:ea typeface="宋体" pitchFamily="2" charset="-122"/>
                        </a:defRPr>
                      </a:lvl1pPr>
                      <a:lvl2pPr indent="-112713">
                        <a:buClr>
                          <a:schemeClr val="accent2"/>
                        </a:buClr>
                        <a:buSzPct val="70000"/>
                        <a:buFont typeface="Wingdings" pitchFamily="2" charset="2"/>
                        <a:defRPr sz="2200">
                          <a:solidFill>
                            <a:schemeClr val="tx1"/>
                          </a:solidFill>
                          <a:latin typeface="Arial" charset="0"/>
                          <a:ea typeface="宋体" pitchFamily="2" charset="-122"/>
                        </a:defRPr>
                      </a:lvl2pPr>
                      <a:lvl3pPr indent="-220663">
                        <a:buClr>
                          <a:schemeClr val="accent1"/>
                        </a:buClr>
                        <a:buSzPct val="70000"/>
                        <a:buFont typeface="Wingdings" pitchFamily="2" charset="2"/>
                        <a:defRPr sz="2100">
                          <a:solidFill>
                            <a:schemeClr val="tx1"/>
                          </a:solidFill>
                          <a:latin typeface="Arial" charset="0"/>
                          <a:ea typeface="宋体" pitchFamily="2" charset="-122"/>
                        </a:defRPr>
                      </a:lvl3pPr>
                      <a:lvl4pPr indent="-382588">
                        <a:buClr>
                          <a:schemeClr val="tx2"/>
                        </a:buClr>
                        <a:buSzPct val="75000"/>
                        <a:buFont typeface="Wingdings" pitchFamily="2" charset="2"/>
                        <a:defRPr>
                          <a:solidFill>
                            <a:schemeClr val="tx1"/>
                          </a:solidFill>
                          <a:latin typeface="Arial" charset="0"/>
                          <a:ea typeface="宋体" pitchFamily="2" charset="-122"/>
                        </a:defRPr>
                      </a:lvl4pPr>
                      <a:lvl5pPr indent="-546100">
                        <a:buClr>
                          <a:schemeClr val="folHlink"/>
                        </a:buClr>
                        <a:buSzPct val="80000"/>
                        <a:buFont typeface="Wingdings" pitchFamily="2" charset="2"/>
                        <a:defRPr>
                          <a:solidFill>
                            <a:schemeClr val="tx1"/>
                          </a:solidFill>
                          <a:latin typeface="Arial" charset="0"/>
                          <a:ea typeface="宋体" pitchFamily="2" charset="-122"/>
                        </a:defRPr>
                      </a:lvl5pPr>
                      <a:lvl6pPr indent="-546100" fontAlgn="base">
                        <a:spcBef>
                          <a:spcPct val="20000"/>
                        </a:spcBef>
                        <a:spcAft>
                          <a:spcPct val="0"/>
                        </a:spcAft>
                        <a:buClr>
                          <a:schemeClr val="folHlink"/>
                        </a:buClr>
                        <a:buSzPct val="80000"/>
                        <a:buFont typeface="Wingdings" pitchFamily="2" charset="2"/>
                        <a:defRPr>
                          <a:solidFill>
                            <a:schemeClr val="tx1"/>
                          </a:solidFill>
                          <a:latin typeface="Arial" charset="0"/>
                          <a:ea typeface="宋体" pitchFamily="2" charset="-122"/>
                        </a:defRPr>
                      </a:lvl6pPr>
                      <a:lvl7pPr indent="-546100" fontAlgn="base">
                        <a:spcBef>
                          <a:spcPct val="20000"/>
                        </a:spcBef>
                        <a:spcAft>
                          <a:spcPct val="0"/>
                        </a:spcAft>
                        <a:buClr>
                          <a:schemeClr val="folHlink"/>
                        </a:buClr>
                        <a:buSzPct val="80000"/>
                        <a:buFont typeface="Wingdings" pitchFamily="2" charset="2"/>
                        <a:defRPr>
                          <a:solidFill>
                            <a:schemeClr val="tx1"/>
                          </a:solidFill>
                          <a:latin typeface="Arial" charset="0"/>
                          <a:ea typeface="宋体" pitchFamily="2" charset="-122"/>
                        </a:defRPr>
                      </a:lvl7pPr>
                      <a:lvl8pPr indent="-546100" fontAlgn="base">
                        <a:spcBef>
                          <a:spcPct val="20000"/>
                        </a:spcBef>
                        <a:spcAft>
                          <a:spcPct val="0"/>
                        </a:spcAft>
                        <a:buClr>
                          <a:schemeClr val="folHlink"/>
                        </a:buClr>
                        <a:buSzPct val="80000"/>
                        <a:buFont typeface="Wingdings" pitchFamily="2" charset="2"/>
                        <a:defRPr>
                          <a:solidFill>
                            <a:schemeClr val="tx1"/>
                          </a:solidFill>
                          <a:latin typeface="Arial" charset="0"/>
                          <a:ea typeface="宋体" pitchFamily="2" charset="-122"/>
                        </a:defRPr>
                      </a:lvl8pPr>
                      <a:lvl9pPr indent="-546100" fontAlgn="base">
                        <a:spcBef>
                          <a:spcPct val="20000"/>
                        </a:spcBef>
                        <a:spcAft>
                          <a:spcPct val="0"/>
                        </a:spcAft>
                        <a:buClr>
                          <a:schemeClr val="folHlink"/>
                        </a:buClr>
                        <a:buSzPct val="80000"/>
                        <a:buFont typeface="Wingdings" pitchFamily="2" charset="2"/>
                        <a:defRPr>
                          <a:solidFill>
                            <a:schemeClr val="tx1"/>
                          </a:solidFill>
                          <a:latin typeface="Arial" charset="0"/>
                          <a:ea typeface="宋体" pitchFamily="2" charset="-122"/>
                        </a:defRPr>
                      </a:lvl9pPr>
                    </a:lstStyle>
                    <a:p>
                      <a:pPr marL="0" marR="0" lvl="0" indent="0" algn="ctr" defTabSz="914400" rtl="0" eaLnBrk="1" fontAlgn="base" latinLnBrk="0" hangingPunct="1">
                        <a:lnSpc>
                          <a:spcPct val="100000"/>
                        </a:lnSpc>
                        <a:spcBef>
                          <a:spcPct val="20000"/>
                        </a:spcBef>
                        <a:spcAft>
                          <a:spcPct val="0"/>
                        </a:spcAft>
                        <a:buClr>
                          <a:schemeClr val="tx2"/>
                        </a:buClr>
                        <a:buSzPct val="70000"/>
                        <a:buFont typeface="Wingdings" pitchFamily="2" charset="2"/>
                        <a:buNone/>
                        <a:tabLst/>
                      </a:pPr>
                      <a:r>
                        <a:rPr kumimoji="0" lang="zh-CN" altLang="en-US" sz="2800" b="0" i="0" u="none" strike="noStrike" cap="none" normalizeH="0" baseline="0" smtClean="0">
                          <a:ln>
                            <a:noFill/>
                          </a:ln>
                          <a:solidFill>
                            <a:schemeClr val="tx1"/>
                          </a:solidFill>
                          <a:effectLst/>
                          <a:latin typeface="Times New Roman" pitchFamily="18" charset="0"/>
                          <a:ea typeface="宋体" pitchFamily="2" charset="-122"/>
                        </a:rPr>
                        <a:t>同一系统</a:t>
                      </a:r>
                    </a:p>
                  </a:txBody>
                  <a:tcPr marT="45688" marB="45688"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a:buClr>
                          <a:schemeClr val="tx2"/>
                        </a:buClr>
                        <a:buSzPct val="70000"/>
                        <a:buFont typeface="Wingdings" pitchFamily="2" charset="2"/>
                        <a:defRPr sz="2600">
                          <a:solidFill>
                            <a:schemeClr val="tx1"/>
                          </a:solidFill>
                          <a:latin typeface="Arial" charset="0"/>
                          <a:ea typeface="宋体" pitchFamily="2" charset="-122"/>
                        </a:defRPr>
                      </a:lvl1pPr>
                      <a:lvl2pPr indent="-112713">
                        <a:buClr>
                          <a:schemeClr val="accent2"/>
                        </a:buClr>
                        <a:buSzPct val="70000"/>
                        <a:buFont typeface="Wingdings" pitchFamily="2" charset="2"/>
                        <a:defRPr sz="2200">
                          <a:solidFill>
                            <a:schemeClr val="tx1"/>
                          </a:solidFill>
                          <a:latin typeface="Arial" charset="0"/>
                          <a:ea typeface="宋体" pitchFamily="2" charset="-122"/>
                        </a:defRPr>
                      </a:lvl2pPr>
                      <a:lvl3pPr indent="-220663">
                        <a:buClr>
                          <a:schemeClr val="accent1"/>
                        </a:buClr>
                        <a:buSzPct val="70000"/>
                        <a:buFont typeface="Wingdings" pitchFamily="2" charset="2"/>
                        <a:defRPr sz="2100">
                          <a:solidFill>
                            <a:schemeClr val="tx1"/>
                          </a:solidFill>
                          <a:latin typeface="Arial" charset="0"/>
                          <a:ea typeface="宋体" pitchFamily="2" charset="-122"/>
                        </a:defRPr>
                      </a:lvl3pPr>
                      <a:lvl4pPr indent="-382588">
                        <a:buClr>
                          <a:schemeClr val="tx2"/>
                        </a:buClr>
                        <a:buSzPct val="75000"/>
                        <a:buFont typeface="Wingdings" pitchFamily="2" charset="2"/>
                        <a:defRPr>
                          <a:solidFill>
                            <a:schemeClr val="tx1"/>
                          </a:solidFill>
                          <a:latin typeface="Arial" charset="0"/>
                          <a:ea typeface="宋体" pitchFamily="2" charset="-122"/>
                        </a:defRPr>
                      </a:lvl4pPr>
                      <a:lvl5pPr indent="-546100">
                        <a:buClr>
                          <a:schemeClr val="folHlink"/>
                        </a:buClr>
                        <a:buSzPct val="80000"/>
                        <a:buFont typeface="Wingdings" pitchFamily="2" charset="2"/>
                        <a:defRPr>
                          <a:solidFill>
                            <a:schemeClr val="tx1"/>
                          </a:solidFill>
                          <a:latin typeface="Arial" charset="0"/>
                          <a:ea typeface="宋体" pitchFamily="2" charset="-122"/>
                        </a:defRPr>
                      </a:lvl5pPr>
                      <a:lvl6pPr indent="-546100" fontAlgn="base">
                        <a:spcBef>
                          <a:spcPct val="20000"/>
                        </a:spcBef>
                        <a:spcAft>
                          <a:spcPct val="0"/>
                        </a:spcAft>
                        <a:buClr>
                          <a:schemeClr val="folHlink"/>
                        </a:buClr>
                        <a:buSzPct val="80000"/>
                        <a:buFont typeface="Wingdings" pitchFamily="2" charset="2"/>
                        <a:defRPr>
                          <a:solidFill>
                            <a:schemeClr val="tx1"/>
                          </a:solidFill>
                          <a:latin typeface="Arial" charset="0"/>
                          <a:ea typeface="宋体" pitchFamily="2" charset="-122"/>
                        </a:defRPr>
                      </a:lvl6pPr>
                      <a:lvl7pPr indent="-546100" fontAlgn="base">
                        <a:spcBef>
                          <a:spcPct val="20000"/>
                        </a:spcBef>
                        <a:spcAft>
                          <a:spcPct val="0"/>
                        </a:spcAft>
                        <a:buClr>
                          <a:schemeClr val="folHlink"/>
                        </a:buClr>
                        <a:buSzPct val="80000"/>
                        <a:buFont typeface="Wingdings" pitchFamily="2" charset="2"/>
                        <a:defRPr>
                          <a:solidFill>
                            <a:schemeClr val="tx1"/>
                          </a:solidFill>
                          <a:latin typeface="Arial" charset="0"/>
                          <a:ea typeface="宋体" pitchFamily="2" charset="-122"/>
                        </a:defRPr>
                      </a:lvl7pPr>
                      <a:lvl8pPr indent="-546100" fontAlgn="base">
                        <a:spcBef>
                          <a:spcPct val="20000"/>
                        </a:spcBef>
                        <a:spcAft>
                          <a:spcPct val="0"/>
                        </a:spcAft>
                        <a:buClr>
                          <a:schemeClr val="folHlink"/>
                        </a:buClr>
                        <a:buSzPct val="80000"/>
                        <a:buFont typeface="Wingdings" pitchFamily="2" charset="2"/>
                        <a:defRPr>
                          <a:solidFill>
                            <a:schemeClr val="tx1"/>
                          </a:solidFill>
                          <a:latin typeface="Arial" charset="0"/>
                          <a:ea typeface="宋体" pitchFamily="2" charset="-122"/>
                        </a:defRPr>
                      </a:lvl8pPr>
                      <a:lvl9pPr indent="-546100" fontAlgn="base">
                        <a:spcBef>
                          <a:spcPct val="20000"/>
                        </a:spcBef>
                        <a:spcAft>
                          <a:spcPct val="0"/>
                        </a:spcAft>
                        <a:buClr>
                          <a:schemeClr val="folHlink"/>
                        </a:buClr>
                        <a:buSzPct val="80000"/>
                        <a:buFont typeface="Wingdings" pitchFamily="2" charset="2"/>
                        <a:defRPr>
                          <a:solidFill>
                            <a:schemeClr val="tx1"/>
                          </a:solidFill>
                          <a:latin typeface="Arial" charset="0"/>
                          <a:ea typeface="宋体" pitchFamily="2" charset="-122"/>
                        </a:defRPr>
                      </a:lvl9pPr>
                    </a:lstStyle>
                    <a:p>
                      <a:pPr marL="0" marR="0" lvl="0" indent="0" algn="ctr" defTabSz="914400" rtl="0" eaLnBrk="1" fontAlgn="base" latinLnBrk="0" hangingPunct="1">
                        <a:lnSpc>
                          <a:spcPct val="100000"/>
                        </a:lnSpc>
                        <a:spcBef>
                          <a:spcPct val="20000"/>
                        </a:spcBef>
                        <a:spcAft>
                          <a:spcPct val="0"/>
                        </a:spcAft>
                        <a:buClr>
                          <a:schemeClr val="tx2"/>
                        </a:buClr>
                        <a:buSzPct val="70000"/>
                        <a:buFont typeface="Wingdings" pitchFamily="2" charset="2"/>
                        <a:buNone/>
                        <a:tabLst/>
                      </a:pPr>
                      <a:r>
                        <a:rPr kumimoji="0" lang="zh-CN" altLang="en-US" sz="2800" b="0" i="0" u="none" strike="noStrike" cap="none" normalizeH="0" baseline="0" smtClean="0">
                          <a:ln>
                            <a:noFill/>
                          </a:ln>
                          <a:solidFill>
                            <a:schemeClr val="tx1"/>
                          </a:solidFill>
                          <a:effectLst/>
                          <a:latin typeface="Times New Roman" pitchFamily="18" charset="0"/>
                          <a:ea typeface="宋体" pitchFamily="2" charset="-122"/>
                        </a:rPr>
                        <a:t>多计算机</a:t>
                      </a:r>
                    </a:p>
                  </a:txBody>
                  <a:tcPr marT="45688" marB="45688" anchor="ctr"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r>
              <a:tr h="518054">
                <a:tc>
                  <a:txBody>
                    <a:bodyPr/>
                    <a:lstStyle>
                      <a:lvl1pPr>
                        <a:buClr>
                          <a:schemeClr val="tx2"/>
                        </a:buClr>
                        <a:buSzPct val="70000"/>
                        <a:buFont typeface="Wingdings" pitchFamily="2" charset="2"/>
                        <a:defRPr sz="2600">
                          <a:solidFill>
                            <a:schemeClr val="tx1"/>
                          </a:solidFill>
                          <a:latin typeface="Arial" charset="0"/>
                          <a:ea typeface="宋体" pitchFamily="2" charset="-122"/>
                        </a:defRPr>
                      </a:lvl1pPr>
                      <a:lvl2pPr indent="-112713">
                        <a:buClr>
                          <a:schemeClr val="accent2"/>
                        </a:buClr>
                        <a:buSzPct val="70000"/>
                        <a:buFont typeface="Wingdings" pitchFamily="2" charset="2"/>
                        <a:defRPr sz="2200">
                          <a:solidFill>
                            <a:schemeClr val="tx1"/>
                          </a:solidFill>
                          <a:latin typeface="Arial" charset="0"/>
                          <a:ea typeface="宋体" pitchFamily="2" charset="-122"/>
                        </a:defRPr>
                      </a:lvl2pPr>
                      <a:lvl3pPr indent="-220663">
                        <a:buClr>
                          <a:schemeClr val="accent1"/>
                        </a:buClr>
                        <a:buSzPct val="70000"/>
                        <a:buFont typeface="Wingdings" pitchFamily="2" charset="2"/>
                        <a:defRPr sz="2100">
                          <a:solidFill>
                            <a:schemeClr val="tx1"/>
                          </a:solidFill>
                          <a:latin typeface="Arial" charset="0"/>
                          <a:ea typeface="宋体" pitchFamily="2" charset="-122"/>
                        </a:defRPr>
                      </a:lvl3pPr>
                      <a:lvl4pPr indent="-382588">
                        <a:buClr>
                          <a:schemeClr val="tx2"/>
                        </a:buClr>
                        <a:buSzPct val="75000"/>
                        <a:buFont typeface="Wingdings" pitchFamily="2" charset="2"/>
                        <a:defRPr>
                          <a:solidFill>
                            <a:schemeClr val="tx1"/>
                          </a:solidFill>
                          <a:latin typeface="Arial" charset="0"/>
                          <a:ea typeface="宋体" pitchFamily="2" charset="-122"/>
                        </a:defRPr>
                      </a:lvl4pPr>
                      <a:lvl5pPr indent="-546100">
                        <a:buClr>
                          <a:schemeClr val="folHlink"/>
                        </a:buClr>
                        <a:buSzPct val="80000"/>
                        <a:buFont typeface="Wingdings" pitchFamily="2" charset="2"/>
                        <a:defRPr>
                          <a:solidFill>
                            <a:schemeClr val="tx1"/>
                          </a:solidFill>
                          <a:latin typeface="Arial" charset="0"/>
                          <a:ea typeface="宋体" pitchFamily="2" charset="-122"/>
                        </a:defRPr>
                      </a:lvl5pPr>
                      <a:lvl6pPr indent="-546100" fontAlgn="base">
                        <a:spcBef>
                          <a:spcPct val="20000"/>
                        </a:spcBef>
                        <a:spcAft>
                          <a:spcPct val="0"/>
                        </a:spcAft>
                        <a:buClr>
                          <a:schemeClr val="folHlink"/>
                        </a:buClr>
                        <a:buSzPct val="80000"/>
                        <a:buFont typeface="Wingdings" pitchFamily="2" charset="2"/>
                        <a:defRPr>
                          <a:solidFill>
                            <a:schemeClr val="tx1"/>
                          </a:solidFill>
                          <a:latin typeface="Arial" charset="0"/>
                          <a:ea typeface="宋体" pitchFamily="2" charset="-122"/>
                        </a:defRPr>
                      </a:lvl6pPr>
                      <a:lvl7pPr indent="-546100" fontAlgn="base">
                        <a:spcBef>
                          <a:spcPct val="20000"/>
                        </a:spcBef>
                        <a:spcAft>
                          <a:spcPct val="0"/>
                        </a:spcAft>
                        <a:buClr>
                          <a:schemeClr val="folHlink"/>
                        </a:buClr>
                        <a:buSzPct val="80000"/>
                        <a:buFont typeface="Wingdings" pitchFamily="2" charset="2"/>
                        <a:defRPr>
                          <a:solidFill>
                            <a:schemeClr val="tx1"/>
                          </a:solidFill>
                          <a:latin typeface="Arial" charset="0"/>
                          <a:ea typeface="宋体" pitchFamily="2" charset="-122"/>
                        </a:defRPr>
                      </a:lvl7pPr>
                      <a:lvl8pPr indent="-546100" fontAlgn="base">
                        <a:spcBef>
                          <a:spcPct val="20000"/>
                        </a:spcBef>
                        <a:spcAft>
                          <a:spcPct val="0"/>
                        </a:spcAft>
                        <a:buClr>
                          <a:schemeClr val="folHlink"/>
                        </a:buClr>
                        <a:buSzPct val="80000"/>
                        <a:buFont typeface="Wingdings" pitchFamily="2" charset="2"/>
                        <a:defRPr>
                          <a:solidFill>
                            <a:schemeClr val="tx1"/>
                          </a:solidFill>
                          <a:latin typeface="Arial" charset="0"/>
                          <a:ea typeface="宋体" pitchFamily="2" charset="-122"/>
                        </a:defRPr>
                      </a:lvl8pPr>
                      <a:lvl9pPr indent="-546100" fontAlgn="base">
                        <a:spcBef>
                          <a:spcPct val="20000"/>
                        </a:spcBef>
                        <a:spcAft>
                          <a:spcPct val="0"/>
                        </a:spcAft>
                        <a:buClr>
                          <a:schemeClr val="folHlink"/>
                        </a:buClr>
                        <a:buSzPct val="80000"/>
                        <a:buFont typeface="Wingdings" pitchFamily="2" charset="2"/>
                        <a:defRPr>
                          <a:solidFill>
                            <a:schemeClr val="tx1"/>
                          </a:solidFill>
                          <a:latin typeface="Arial" charset="0"/>
                          <a:ea typeface="宋体" pitchFamily="2" charset="-122"/>
                        </a:defRPr>
                      </a:lvl9pPr>
                    </a:lstStyle>
                    <a:p>
                      <a:pPr marL="0" marR="0" lvl="0" indent="0" algn="ctr" defTabSz="914400" rtl="0" eaLnBrk="1" fontAlgn="base" latinLnBrk="0" hangingPunct="1">
                        <a:lnSpc>
                          <a:spcPct val="100000"/>
                        </a:lnSpc>
                        <a:spcBef>
                          <a:spcPct val="20000"/>
                        </a:spcBef>
                        <a:spcAft>
                          <a:spcPct val="0"/>
                        </a:spcAft>
                        <a:buClr>
                          <a:schemeClr val="tx2"/>
                        </a:buClr>
                        <a:buSzPct val="70000"/>
                        <a:buFont typeface="Wingdings" pitchFamily="2" charset="2"/>
                        <a:buNone/>
                        <a:tabLst/>
                      </a:pPr>
                      <a:r>
                        <a:rPr kumimoji="0" lang="en-US" altLang="zh-CN" sz="2800" b="0" i="0" u="none" strike="noStrike" cap="none" normalizeH="0" baseline="0" smtClean="0">
                          <a:ln>
                            <a:noFill/>
                          </a:ln>
                          <a:solidFill>
                            <a:schemeClr val="tx1"/>
                          </a:solidFill>
                          <a:effectLst/>
                          <a:latin typeface="Times New Roman" pitchFamily="18" charset="0"/>
                          <a:ea typeface="宋体" pitchFamily="2" charset="-122"/>
                        </a:rPr>
                        <a:t>10 m</a:t>
                      </a:r>
                    </a:p>
                  </a:txBody>
                  <a:tcPr marT="45688" marB="45688" anchor="ctr"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a:buClr>
                          <a:schemeClr val="tx2"/>
                        </a:buClr>
                        <a:buSzPct val="70000"/>
                        <a:buFont typeface="Wingdings" pitchFamily="2" charset="2"/>
                        <a:defRPr sz="2600">
                          <a:solidFill>
                            <a:schemeClr val="tx1"/>
                          </a:solidFill>
                          <a:latin typeface="Arial" charset="0"/>
                          <a:ea typeface="宋体" pitchFamily="2" charset="-122"/>
                        </a:defRPr>
                      </a:lvl1pPr>
                      <a:lvl2pPr indent="-112713">
                        <a:buClr>
                          <a:schemeClr val="accent2"/>
                        </a:buClr>
                        <a:buSzPct val="70000"/>
                        <a:buFont typeface="Wingdings" pitchFamily="2" charset="2"/>
                        <a:defRPr sz="2200">
                          <a:solidFill>
                            <a:schemeClr val="tx1"/>
                          </a:solidFill>
                          <a:latin typeface="Arial" charset="0"/>
                          <a:ea typeface="宋体" pitchFamily="2" charset="-122"/>
                        </a:defRPr>
                      </a:lvl2pPr>
                      <a:lvl3pPr indent="-220663">
                        <a:buClr>
                          <a:schemeClr val="accent1"/>
                        </a:buClr>
                        <a:buSzPct val="70000"/>
                        <a:buFont typeface="Wingdings" pitchFamily="2" charset="2"/>
                        <a:defRPr sz="2100">
                          <a:solidFill>
                            <a:schemeClr val="tx1"/>
                          </a:solidFill>
                          <a:latin typeface="Arial" charset="0"/>
                          <a:ea typeface="宋体" pitchFamily="2" charset="-122"/>
                        </a:defRPr>
                      </a:lvl3pPr>
                      <a:lvl4pPr indent="-382588">
                        <a:buClr>
                          <a:schemeClr val="tx2"/>
                        </a:buClr>
                        <a:buSzPct val="75000"/>
                        <a:buFont typeface="Wingdings" pitchFamily="2" charset="2"/>
                        <a:defRPr>
                          <a:solidFill>
                            <a:schemeClr val="tx1"/>
                          </a:solidFill>
                          <a:latin typeface="Arial" charset="0"/>
                          <a:ea typeface="宋体" pitchFamily="2" charset="-122"/>
                        </a:defRPr>
                      </a:lvl4pPr>
                      <a:lvl5pPr indent="-546100">
                        <a:buClr>
                          <a:schemeClr val="folHlink"/>
                        </a:buClr>
                        <a:buSzPct val="80000"/>
                        <a:buFont typeface="Wingdings" pitchFamily="2" charset="2"/>
                        <a:defRPr>
                          <a:solidFill>
                            <a:schemeClr val="tx1"/>
                          </a:solidFill>
                          <a:latin typeface="Arial" charset="0"/>
                          <a:ea typeface="宋体" pitchFamily="2" charset="-122"/>
                        </a:defRPr>
                      </a:lvl5pPr>
                      <a:lvl6pPr indent="-546100" fontAlgn="base">
                        <a:spcBef>
                          <a:spcPct val="20000"/>
                        </a:spcBef>
                        <a:spcAft>
                          <a:spcPct val="0"/>
                        </a:spcAft>
                        <a:buClr>
                          <a:schemeClr val="folHlink"/>
                        </a:buClr>
                        <a:buSzPct val="80000"/>
                        <a:buFont typeface="Wingdings" pitchFamily="2" charset="2"/>
                        <a:defRPr>
                          <a:solidFill>
                            <a:schemeClr val="tx1"/>
                          </a:solidFill>
                          <a:latin typeface="Arial" charset="0"/>
                          <a:ea typeface="宋体" pitchFamily="2" charset="-122"/>
                        </a:defRPr>
                      </a:lvl6pPr>
                      <a:lvl7pPr indent="-546100" fontAlgn="base">
                        <a:spcBef>
                          <a:spcPct val="20000"/>
                        </a:spcBef>
                        <a:spcAft>
                          <a:spcPct val="0"/>
                        </a:spcAft>
                        <a:buClr>
                          <a:schemeClr val="folHlink"/>
                        </a:buClr>
                        <a:buSzPct val="80000"/>
                        <a:buFont typeface="Wingdings" pitchFamily="2" charset="2"/>
                        <a:defRPr>
                          <a:solidFill>
                            <a:schemeClr val="tx1"/>
                          </a:solidFill>
                          <a:latin typeface="Arial" charset="0"/>
                          <a:ea typeface="宋体" pitchFamily="2" charset="-122"/>
                        </a:defRPr>
                      </a:lvl7pPr>
                      <a:lvl8pPr indent="-546100" fontAlgn="base">
                        <a:spcBef>
                          <a:spcPct val="20000"/>
                        </a:spcBef>
                        <a:spcAft>
                          <a:spcPct val="0"/>
                        </a:spcAft>
                        <a:buClr>
                          <a:schemeClr val="folHlink"/>
                        </a:buClr>
                        <a:buSzPct val="80000"/>
                        <a:buFont typeface="Wingdings" pitchFamily="2" charset="2"/>
                        <a:defRPr>
                          <a:solidFill>
                            <a:schemeClr val="tx1"/>
                          </a:solidFill>
                          <a:latin typeface="Arial" charset="0"/>
                          <a:ea typeface="宋体" pitchFamily="2" charset="-122"/>
                        </a:defRPr>
                      </a:lvl8pPr>
                      <a:lvl9pPr indent="-546100" fontAlgn="base">
                        <a:spcBef>
                          <a:spcPct val="20000"/>
                        </a:spcBef>
                        <a:spcAft>
                          <a:spcPct val="0"/>
                        </a:spcAft>
                        <a:buClr>
                          <a:schemeClr val="folHlink"/>
                        </a:buClr>
                        <a:buSzPct val="80000"/>
                        <a:buFont typeface="Wingdings" pitchFamily="2" charset="2"/>
                        <a:defRPr>
                          <a:solidFill>
                            <a:schemeClr val="tx1"/>
                          </a:solidFill>
                          <a:latin typeface="Arial" charset="0"/>
                          <a:ea typeface="宋体" pitchFamily="2" charset="-122"/>
                        </a:defRPr>
                      </a:lvl9pPr>
                    </a:lstStyle>
                    <a:p>
                      <a:pPr marL="0" marR="0" lvl="0" indent="0" algn="ctr" defTabSz="914400" rtl="0" eaLnBrk="1" fontAlgn="base" latinLnBrk="0" hangingPunct="1">
                        <a:lnSpc>
                          <a:spcPct val="100000"/>
                        </a:lnSpc>
                        <a:spcBef>
                          <a:spcPct val="20000"/>
                        </a:spcBef>
                        <a:spcAft>
                          <a:spcPct val="0"/>
                        </a:spcAft>
                        <a:buClr>
                          <a:schemeClr val="tx2"/>
                        </a:buClr>
                        <a:buSzPct val="70000"/>
                        <a:buFont typeface="Wingdings" pitchFamily="2" charset="2"/>
                        <a:buNone/>
                        <a:tabLst/>
                      </a:pPr>
                      <a:r>
                        <a:rPr kumimoji="0" lang="zh-CN" altLang="en-US" sz="2800" b="0" i="0" u="none" strike="noStrike" cap="none" normalizeH="0" baseline="0" smtClean="0">
                          <a:ln>
                            <a:noFill/>
                          </a:ln>
                          <a:solidFill>
                            <a:schemeClr val="tx1"/>
                          </a:solidFill>
                          <a:effectLst/>
                          <a:latin typeface="Times New Roman" pitchFamily="18" charset="0"/>
                          <a:ea typeface="宋体" pitchFamily="2" charset="-122"/>
                        </a:rPr>
                        <a:t>同一房间</a:t>
                      </a:r>
                    </a:p>
                  </a:txBody>
                  <a:tcPr marT="45688" marB="45688"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rowSpan="3">
                  <a:txBody>
                    <a:bodyPr/>
                    <a:lstStyle>
                      <a:lvl1pPr>
                        <a:buClr>
                          <a:schemeClr val="tx2"/>
                        </a:buClr>
                        <a:buSzPct val="70000"/>
                        <a:buFont typeface="Wingdings" pitchFamily="2" charset="2"/>
                        <a:defRPr sz="2600">
                          <a:solidFill>
                            <a:schemeClr val="tx1"/>
                          </a:solidFill>
                          <a:latin typeface="Arial" charset="0"/>
                          <a:ea typeface="宋体" pitchFamily="2" charset="-122"/>
                        </a:defRPr>
                      </a:lvl1pPr>
                      <a:lvl2pPr indent="-112713">
                        <a:buClr>
                          <a:schemeClr val="accent2"/>
                        </a:buClr>
                        <a:buSzPct val="70000"/>
                        <a:buFont typeface="Wingdings" pitchFamily="2" charset="2"/>
                        <a:defRPr sz="2200">
                          <a:solidFill>
                            <a:schemeClr val="tx1"/>
                          </a:solidFill>
                          <a:latin typeface="Arial" charset="0"/>
                          <a:ea typeface="宋体" pitchFamily="2" charset="-122"/>
                        </a:defRPr>
                      </a:lvl2pPr>
                      <a:lvl3pPr indent="-220663">
                        <a:buClr>
                          <a:schemeClr val="accent1"/>
                        </a:buClr>
                        <a:buSzPct val="70000"/>
                        <a:buFont typeface="Wingdings" pitchFamily="2" charset="2"/>
                        <a:defRPr sz="2100">
                          <a:solidFill>
                            <a:schemeClr val="tx1"/>
                          </a:solidFill>
                          <a:latin typeface="Arial" charset="0"/>
                          <a:ea typeface="宋体" pitchFamily="2" charset="-122"/>
                        </a:defRPr>
                      </a:lvl3pPr>
                      <a:lvl4pPr indent="-382588">
                        <a:buClr>
                          <a:schemeClr val="tx2"/>
                        </a:buClr>
                        <a:buSzPct val="75000"/>
                        <a:buFont typeface="Wingdings" pitchFamily="2" charset="2"/>
                        <a:defRPr>
                          <a:solidFill>
                            <a:schemeClr val="tx1"/>
                          </a:solidFill>
                          <a:latin typeface="Arial" charset="0"/>
                          <a:ea typeface="宋体" pitchFamily="2" charset="-122"/>
                        </a:defRPr>
                      </a:lvl4pPr>
                      <a:lvl5pPr indent="-546100">
                        <a:buClr>
                          <a:schemeClr val="folHlink"/>
                        </a:buClr>
                        <a:buSzPct val="80000"/>
                        <a:buFont typeface="Wingdings" pitchFamily="2" charset="2"/>
                        <a:defRPr>
                          <a:solidFill>
                            <a:schemeClr val="tx1"/>
                          </a:solidFill>
                          <a:latin typeface="Arial" charset="0"/>
                          <a:ea typeface="宋体" pitchFamily="2" charset="-122"/>
                        </a:defRPr>
                      </a:lvl5pPr>
                      <a:lvl6pPr indent="-546100" fontAlgn="base">
                        <a:spcBef>
                          <a:spcPct val="20000"/>
                        </a:spcBef>
                        <a:spcAft>
                          <a:spcPct val="0"/>
                        </a:spcAft>
                        <a:buClr>
                          <a:schemeClr val="folHlink"/>
                        </a:buClr>
                        <a:buSzPct val="80000"/>
                        <a:buFont typeface="Wingdings" pitchFamily="2" charset="2"/>
                        <a:defRPr>
                          <a:solidFill>
                            <a:schemeClr val="tx1"/>
                          </a:solidFill>
                          <a:latin typeface="Arial" charset="0"/>
                          <a:ea typeface="宋体" pitchFamily="2" charset="-122"/>
                        </a:defRPr>
                      </a:lvl6pPr>
                      <a:lvl7pPr indent="-546100" fontAlgn="base">
                        <a:spcBef>
                          <a:spcPct val="20000"/>
                        </a:spcBef>
                        <a:spcAft>
                          <a:spcPct val="0"/>
                        </a:spcAft>
                        <a:buClr>
                          <a:schemeClr val="folHlink"/>
                        </a:buClr>
                        <a:buSzPct val="80000"/>
                        <a:buFont typeface="Wingdings" pitchFamily="2" charset="2"/>
                        <a:defRPr>
                          <a:solidFill>
                            <a:schemeClr val="tx1"/>
                          </a:solidFill>
                          <a:latin typeface="Arial" charset="0"/>
                          <a:ea typeface="宋体" pitchFamily="2" charset="-122"/>
                        </a:defRPr>
                      </a:lvl7pPr>
                      <a:lvl8pPr indent="-546100" fontAlgn="base">
                        <a:spcBef>
                          <a:spcPct val="20000"/>
                        </a:spcBef>
                        <a:spcAft>
                          <a:spcPct val="0"/>
                        </a:spcAft>
                        <a:buClr>
                          <a:schemeClr val="folHlink"/>
                        </a:buClr>
                        <a:buSzPct val="80000"/>
                        <a:buFont typeface="Wingdings" pitchFamily="2" charset="2"/>
                        <a:defRPr>
                          <a:solidFill>
                            <a:schemeClr val="tx1"/>
                          </a:solidFill>
                          <a:latin typeface="Arial" charset="0"/>
                          <a:ea typeface="宋体" pitchFamily="2" charset="-122"/>
                        </a:defRPr>
                      </a:lvl8pPr>
                      <a:lvl9pPr indent="-546100" fontAlgn="base">
                        <a:spcBef>
                          <a:spcPct val="20000"/>
                        </a:spcBef>
                        <a:spcAft>
                          <a:spcPct val="0"/>
                        </a:spcAft>
                        <a:buClr>
                          <a:schemeClr val="folHlink"/>
                        </a:buClr>
                        <a:buSzPct val="80000"/>
                        <a:buFont typeface="Wingdings" pitchFamily="2" charset="2"/>
                        <a:defRPr>
                          <a:solidFill>
                            <a:schemeClr val="tx1"/>
                          </a:solidFill>
                          <a:latin typeface="Arial" charset="0"/>
                          <a:ea typeface="宋体" pitchFamily="2" charset="-122"/>
                        </a:defRPr>
                      </a:lvl9pPr>
                    </a:lstStyle>
                    <a:p>
                      <a:pPr marL="0" marR="0" lvl="0" indent="0" algn="ctr" defTabSz="914400" rtl="0" eaLnBrk="1" fontAlgn="base" latinLnBrk="0" hangingPunct="1">
                        <a:lnSpc>
                          <a:spcPct val="100000"/>
                        </a:lnSpc>
                        <a:spcBef>
                          <a:spcPct val="20000"/>
                        </a:spcBef>
                        <a:spcAft>
                          <a:spcPct val="0"/>
                        </a:spcAft>
                        <a:buClr>
                          <a:schemeClr val="tx2"/>
                        </a:buClr>
                        <a:buSzPct val="70000"/>
                        <a:buFont typeface="Wingdings" pitchFamily="2" charset="2"/>
                        <a:buNone/>
                        <a:tabLst/>
                      </a:pPr>
                      <a:r>
                        <a:rPr kumimoji="0" lang="zh-CN" altLang="en-US" sz="2800" b="0" i="0" u="none" strike="noStrike" cap="none" normalizeH="0" baseline="0" smtClean="0">
                          <a:ln>
                            <a:noFill/>
                          </a:ln>
                          <a:solidFill>
                            <a:schemeClr val="tx1"/>
                          </a:solidFill>
                          <a:effectLst/>
                          <a:latin typeface="Times New Roman" pitchFamily="18" charset="0"/>
                          <a:ea typeface="宋体" pitchFamily="2" charset="-122"/>
                        </a:rPr>
                        <a:t>局域网</a:t>
                      </a:r>
                    </a:p>
                  </a:txBody>
                  <a:tcPr marT="45688" marB="45688" anchor="ctr"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r>
              <a:tr h="518054">
                <a:tc>
                  <a:txBody>
                    <a:bodyPr/>
                    <a:lstStyle>
                      <a:lvl1pPr>
                        <a:buClr>
                          <a:schemeClr val="tx2"/>
                        </a:buClr>
                        <a:buSzPct val="70000"/>
                        <a:buFont typeface="Wingdings" pitchFamily="2" charset="2"/>
                        <a:defRPr sz="2600">
                          <a:solidFill>
                            <a:schemeClr val="tx1"/>
                          </a:solidFill>
                          <a:latin typeface="Arial" charset="0"/>
                          <a:ea typeface="宋体" pitchFamily="2" charset="-122"/>
                        </a:defRPr>
                      </a:lvl1pPr>
                      <a:lvl2pPr indent="-112713">
                        <a:buClr>
                          <a:schemeClr val="accent2"/>
                        </a:buClr>
                        <a:buSzPct val="70000"/>
                        <a:buFont typeface="Wingdings" pitchFamily="2" charset="2"/>
                        <a:defRPr sz="2200">
                          <a:solidFill>
                            <a:schemeClr val="tx1"/>
                          </a:solidFill>
                          <a:latin typeface="Arial" charset="0"/>
                          <a:ea typeface="宋体" pitchFamily="2" charset="-122"/>
                        </a:defRPr>
                      </a:lvl2pPr>
                      <a:lvl3pPr indent="-220663">
                        <a:buClr>
                          <a:schemeClr val="accent1"/>
                        </a:buClr>
                        <a:buSzPct val="70000"/>
                        <a:buFont typeface="Wingdings" pitchFamily="2" charset="2"/>
                        <a:defRPr sz="2100">
                          <a:solidFill>
                            <a:schemeClr val="tx1"/>
                          </a:solidFill>
                          <a:latin typeface="Arial" charset="0"/>
                          <a:ea typeface="宋体" pitchFamily="2" charset="-122"/>
                        </a:defRPr>
                      </a:lvl3pPr>
                      <a:lvl4pPr indent="-382588">
                        <a:buClr>
                          <a:schemeClr val="tx2"/>
                        </a:buClr>
                        <a:buSzPct val="75000"/>
                        <a:buFont typeface="Wingdings" pitchFamily="2" charset="2"/>
                        <a:defRPr>
                          <a:solidFill>
                            <a:schemeClr val="tx1"/>
                          </a:solidFill>
                          <a:latin typeface="Arial" charset="0"/>
                          <a:ea typeface="宋体" pitchFamily="2" charset="-122"/>
                        </a:defRPr>
                      </a:lvl4pPr>
                      <a:lvl5pPr indent="-546100">
                        <a:buClr>
                          <a:schemeClr val="folHlink"/>
                        </a:buClr>
                        <a:buSzPct val="80000"/>
                        <a:buFont typeface="Wingdings" pitchFamily="2" charset="2"/>
                        <a:defRPr>
                          <a:solidFill>
                            <a:schemeClr val="tx1"/>
                          </a:solidFill>
                          <a:latin typeface="Arial" charset="0"/>
                          <a:ea typeface="宋体" pitchFamily="2" charset="-122"/>
                        </a:defRPr>
                      </a:lvl5pPr>
                      <a:lvl6pPr indent="-546100" fontAlgn="base">
                        <a:spcBef>
                          <a:spcPct val="20000"/>
                        </a:spcBef>
                        <a:spcAft>
                          <a:spcPct val="0"/>
                        </a:spcAft>
                        <a:buClr>
                          <a:schemeClr val="folHlink"/>
                        </a:buClr>
                        <a:buSzPct val="80000"/>
                        <a:buFont typeface="Wingdings" pitchFamily="2" charset="2"/>
                        <a:defRPr>
                          <a:solidFill>
                            <a:schemeClr val="tx1"/>
                          </a:solidFill>
                          <a:latin typeface="Arial" charset="0"/>
                          <a:ea typeface="宋体" pitchFamily="2" charset="-122"/>
                        </a:defRPr>
                      </a:lvl6pPr>
                      <a:lvl7pPr indent="-546100" fontAlgn="base">
                        <a:spcBef>
                          <a:spcPct val="20000"/>
                        </a:spcBef>
                        <a:spcAft>
                          <a:spcPct val="0"/>
                        </a:spcAft>
                        <a:buClr>
                          <a:schemeClr val="folHlink"/>
                        </a:buClr>
                        <a:buSzPct val="80000"/>
                        <a:buFont typeface="Wingdings" pitchFamily="2" charset="2"/>
                        <a:defRPr>
                          <a:solidFill>
                            <a:schemeClr val="tx1"/>
                          </a:solidFill>
                          <a:latin typeface="Arial" charset="0"/>
                          <a:ea typeface="宋体" pitchFamily="2" charset="-122"/>
                        </a:defRPr>
                      </a:lvl7pPr>
                      <a:lvl8pPr indent="-546100" fontAlgn="base">
                        <a:spcBef>
                          <a:spcPct val="20000"/>
                        </a:spcBef>
                        <a:spcAft>
                          <a:spcPct val="0"/>
                        </a:spcAft>
                        <a:buClr>
                          <a:schemeClr val="folHlink"/>
                        </a:buClr>
                        <a:buSzPct val="80000"/>
                        <a:buFont typeface="Wingdings" pitchFamily="2" charset="2"/>
                        <a:defRPr>
                          <a:solidFill>
                            <a:schemeClr val="tx1"/>
                          </a:solidFill>
                          <a:latin typeface="Arial" charset="0"/>
                          <a:ea typeface="宋体" pitchFamily="2" charset="-122"/>
                        </a:defRPr>
                      </a:lvl8pPr>
                      <a:lvl9pPr indent="-546100" fontAlgn="base">
                        <a:spcBef>
                          <a:spcPct val="20000"/>
                        </a:spcBef>
                        <a:spcAft>
                          <a:spcPct val="0"/>
                        </a:spcAft>
                        <a:buClr>
                          <a:schemeClr val="folHlink"/>
                        </a:buClr>
                        <a:buSzPct val="80000"/>
                        <a:buFont typeface="Wingdings" pitchFamily="2" charset="2"/>
                        <a:defRPr>
                          <a:solidFill>
                            <a:schemeClr val="tx1"/>
                          </a:solidFill>
                          <a:latin typeface="Arial" charset="0"/>
                          <a:ea typeface="宋体" pitchFamily="2" charset="-122"/>
                        </a:defRPr>
                      </a:lvl9pPr>
                    </a:lstStyle>
                    <a:p>
                      <a:pPr marL="0" marR="0" lvl="0" indent="0" algn="ctr" defTabSz="914400" rtl="0" eaLnBrk="1" fontAlgn="base" latinLnBrk="0" hangingPunct="1">
                        <a:lnSpc>
                          <a:spcPct val="100000"/>
                        </a:lnSpc>
                        <a:spcBef>
                          <a:spcPct val="20000"/>
                        </a:spcBef>
                        <a:spcAft>
                          <a:spcPct val="0"/>
                        </a:spcAft>
                        <a:buClr>
                          <a:schemeClr val="tx2"/>
                        </a:buClr>
                        <a:buSzPct val="70000"/>
                        <a:buFont typeface="Wingdings" pitchFamily="2" charset="2"/>
                        <a:buNone/>
                        <a:tabLst/>
                      </a:pPr>
                      <a:r>
                        <a:rPr kumimoji="0" lang="en-US" altLang="zh-CN" sz="2800" b="0" i="0" u="none" strike="noStrike" cap="none" normalizeH="0" baseline="0" smtClean="0">
                          <a:ln>
                            <a:noFill/>
                          </a:ln>
                          <a:solidFill>
                            <a:schemeClr val="tx1"/>
                          </a:solidFill>
                          <a:effectLst/>
                          <a:latin typeface="Times New Roman" pitchFamily="18" charset="0"/>
                          <a:ea typeface="宋体" pitchFamily="2" charset="-122"/>
                        </a:rPr>
                        <a:t>100m</a:t>
                      </a:r>
                    </a:p>
                  </a:txBody>
                  <a:tcPr marT="45688" marB="45688" anchor="ctr"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a:buClr>
                          <a:schemeClr val="tx2"/>
                        </a:buClr>
                        <a:buSzPct val="70000"/>
                        <a:buFont typeface="Wingdings" pitchFamily="2" charset="2"/>
                        <a:defRPr sz="2600">
                          <a:solidFill>
                            <a:schemeClr val="tx1"/>
                          </a:solidFill>
                          <a:latin typeface="Arial" charset="0"/>
                          <a:ea typeface="宋体" pitchFamily="2" charset="-122"/>
                        </a:defRPr>
                      </a:lvl1pPr>
                      <a:lvl2pPr indent="-112713">
                        <a:buClr>
                          <a:schemeClr val="accent2"/>
                        </a:buClr>
                        <a:buSzPct val="70000"/>
                        <a:buFont typeface="Wingdings" pitchFamily="2" charset="2"/>
                        <a:defRPr sz="2200">
                          <a:solidFill>
                            <a:schemeClr val="tx1"/>
                          </a:solidFill>
                          <a:latin typeface="Arial" charset="0"/>
                          <a:ea typeface="宋体" pitchFamily="2" charset="-122"/>
                        </a:defRPr>
                      </a:lvl2pPr>
                      <a:lvl3pPr indent="-220663">
                        <a:buClr>
                          <a:schemeClr val="accent1"/>
                        </a:buClr>
                        <a:buSzPct val="70000"/>
                        <a:buFont typeface="Wingdings" pitchFamily="2" charset="2"/>
                        <a:defRPr sz="2100">
                          <a:solidFill>
                            <a:schemeClr val="tx1"/>
                          </a:solidFill>
                          <a:latin typeface="Arial" charset="0"/>
                          <a:ea typeface="宋体" pitchFamily="2" charset="-122"/>
                        </a:defRPr>
                      </a:lvl3pPr>
                      <a:lvl4pPr indent="-382588">
                        <a:buClr>
                          <a:schemeClr val="tx2"/>
                        </a:buClr>
                        <a:buSzPct val="75000"/>
                        <a:buFont typeface="Wingdings" pitchFamily="2" charset="2"/>
                        <a:defRPr>
                          <a:solidFill>
                            <a:schemeClr val="tx1"/>
                          </a:solidFill>
                          <a:latin typeface="Arial" charset="0"/>
                          <a:ea typeface="宋体" pitchFamily="2" charset="-122"/>
                        </a:defRPr>
                      </a:lvl4pPr>
                      <a:lvl5pPr indent="-546100">
                        <a:buClr>
                          <a:schemeClr val="folHlink"/>
                        </a:buClr>
                        <a:buSzPct val="80000"/>
                        <a:buFont typeface="Wingdings" pitchFamily="2" charset="2"/>
                        <a:defRPr>
                          <a:solidFill>
                            <a:schemeClr val="tx1"/>
                          </a:solidFill>
                          <a:latin typeface="Arial" charset="0"/>
                          <a:ea typeface="宋体" pitchFamily="2" charset="-122"/>
                        </a:defRPr>
                      </a:lvl5pPr>
                      <a:lvl6pPr indent="-546100" fontAlgn="base">
                        <a:spcBef>
                          <a:spcPct val="20000"/>
                        </a:spcBef>
                        <a:spcAft>
                          <a:spcPct val="0"/>
                        </a:spcAft>
                        <a:buClr>
                          <a:schemeClr val="folHlink"/>
                        </a:buClr>
                        <a:buSzPct val="80000"/>
                        <a:buFont typeface="Wingdings" pitchFamily="2" charset="2"/>
                        <a:defRPr>
                          <a:solidFill>
                            <a:schemeClr val="tx1"/>
                          </a:solidFill>
                          <a:latin typeface="Arial" charset="0"/>
                          <a:ea typeface="宋体" pitchFamily="2" charset="-122"/>
                        </a:defRPr>
                      </a:lvl6pPr>
                      <a:lvl7pPr indent="-546100" fontAlgn="base">
                        <a:spcBef>
                          <a:spcPct val="20000"/>
                        </a:spcBef>
                        <a:spcAft>
                          <a:spcPct val="0"/>
                        </a:spcAft>
                        <a:buClr>
                          <a:schemeClr val="folHlink"/>
                        </a:buClr>
                        <a:buSzPct val="80000"/>
                        <a:buFont typeface="Wingdings" pitchFamily="2" charset="2"/>
                        <a:defRPr>
                          <a:solidFill>
                            <a:schemeClr val="tx1"/>
                          </a:solidFill>
                          <a:latin typeface="Arial" charset="0"/>
                          <a:ea typeface="宋体" pitchFamily="2" charset="-122"/>
                        </a:defRPr>
                      </a:lvl7pPr>
                      <a:lvl8pPr indent="-546100" fontAlgn="base">
                        <a:spcBef>
                          <a:spcPct val="20000"/>
                        </a:spcBef>
                        <a:spcAft>
                          <a:spcPct val="0"/>
                        </a:spcAft>
                        <a:buClr>
                          <a:schemeClr val="folHlink"/>
                        </a:buClr>
                        <a:buSzPct val="80000"/>
                        <a:buFont typeface="Wingdings" pitchFamily="2" charset="2"/>
                        <a:defRPr>
                          <a:solidFill>
                            <a:schemeClr val="tx1"/>
                          </a:solidFill>
                          <a:latin typeface="Arial" charset="0"/>
                          <a:ea typeface="宋体" pitchFamily="2" charset="-122"/>
                        </a:defRPr>
                      </a:lvl8pPr>
                      <a:lvl9pPr indent="-546100" fontAlgn="base">
                        <a:spcBef>
                          <a:spcPct val="20000"/>
                        </a:spcBef>
                        <a:spcAft>
                          <a:spcPct val="0"/>
                        </a:spcAft>
                        <a:buClr>
                          <a:schemeClr val="folHlink"/>
                        </a:buClr>
                        <a:buSzPct val="80000"/>
                        <a:buFont typeface="Wingdings" pitchFamily="2" charset="2"/>
                        <a:defRPr>
                          <a:solidFill>
                            <a:schemeClr val="tx1"/>
                          </a:solidFill>
                          <a:latin typeface="Arial" charset="0"/>
                          <a:ea typeface="宋体" pitchFamily="2" charset="-122"/>
                        </a:defRPr>
                      </a:lvl9pPr>
                    </a:lstStyle>
                    <a:p>
                      <a:pPr marL="0" marR="0" lvl="0" indent="0" algn="ctr" defTabSz="914400" rtl="0" eaLnBrk="1" fontAlgn="base" latinLnBrk="0" hangingPunct="1">
                        <a:lnSpc>
                          <a:spcPct val="100000"/>
                        </a:lnSpc>
                        <a:spcBef>
                          <a:spcPct val="20000"/>
                        </a:spcBef>
                        <a:spcAft>
                          <a:spcPct val="0"/>
                        </a:spcAft>
                        <a:buClr>
                          <a:schemeClr val="tx2"/>
                        </a:buClr>
                        <a:buSzPct val="70000"/>
                        <a:buFont typeface="Wingdings" pitchFamily="2" charset="2"/>
                        <a:buNone/>
                        <a:tabLst/>
                      </a:pPr>
                      <a:r>
                        <a:rPr kumimoji="0" lang="zh-CN" altLang="en-US" sz="2800" b="0" i="0" u="none" strike="noStrike" cap="none" normalizeH="0" baseline="0" smtClean="0">
                          <a:ln>
                            <a:noFill/>
                          </a:ln>
                          <a:solidFill>
                            <a:schemeClr val="tx1"/>
                          </a:solidFill>
                          <a:effectLst/>
                          <a:latin typeface="Times New Roman" pitchFamily="18" charset="0"/>
                          <a:ea typeface="宋体" pitchFamily="2" charset="-122"/>
                        </a:rPr>
                        <a:t>同一建筑物</a:t>
                      </a:r>
                    </a:p>
                  </a:txBody>
                  <a:tcPr marT="45688" marB="45688"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vMerge="1">
                  <a:txBody>
                    <a:bodyPr/>
                    <a:lstStyle/>
                    <a:p>
                      <a:endParaRPr lang="zh-CN" altLang="en-US"/>
                    </a:p>
                  </a:txBody>
                  <a:tcPr/>
                </a:tc>
              </a:tr>
              <a:tr h="518054">
                <a:tc>
                  <a:txBody>
                    <a:bodyPr/>
                    <a:lstStyle>
                      <a:lvl1pPr>
                        <a:buClr>
                          <a:schemeClr val="tx2"/>
                        </a:buClr>
                        <a:buSzPct val="70000"/>
                        <a:buFont typeface="Wingdings" pitchFamily="2" charset="2"/>
                        <a:defRPr sz="2600">
                          <a:solidFill>
                            <a:schemeClr val="tx1"/>
                          </a:solidFill>
                          <a:latin typeface="Arial" charset="0"/>
                          <a:ea typeface="宋体" pitchFamily="2" charset="-122"/>
                        </a:defRPr>
                      </a:lvl1pPr>
                      <a:lvl2pPr indent="-112713">
                        <a:buClr>
                          <a:schemeClr val="accent2"/>
                        </a:buClr>
                        <a:buSzPct val="70000"/>
                        <a:buFont typeface="Wingdings" pitchFamily="2" charset="2"/>
                        <a:defRPr sz="2200">
                          <a:solidFill>
                            <a:schemeClr val="tx1"/>
                          </a:solidFill>
                          <a:latin typeface="Arial" charset="0"/>
                          <a:ea typeface="宋体" pitchFamily="2" charset="-122"/>
                        </a:defRPr>
                      </a:lvl2pPr>
                      <a:lvl3pPr indent="-220663">
                        <a:buClr>
                          <a:schemeClr val="accent1"/>
                        </a:buClr>
                        <a:buSzPct val="70000"/>
                        <a:buFont typeface="Wingdings" pitchFamily="2" charset="2"/>
                        <a:defRPr sz="2100">
                          <a:solidFill>
                            <a:schemeClr val="tx1"/>
                          </a:solidFill>
                          <a:latin typeface="Arial" charset="0"/>
                          <a:ea typeface="宋体" pitchFamily="2" charset="-122"/>
                        </a:defRPr>
                      </a:lvl3pPr>
                      <a:lvl4pPr indent="-382588">
                        <a:buClr>
                          <a:schemeClr val="tx2"/>
                        </a:buClr>
                        <a:buSzPct val="75000"/>
                        <a:buFont typeface="Wingdings" pitchFamily="2" charset="2"/>
                        <a:defRPr>
                          <a:solidFill>
                            <a:schemeClr val="tx1"/>
                          </a:solidFill>
                          <a:latin typeface="Arial" charset="0"/>
                          <a:ea typeface="宋体" pitchFamily="2" charset="-122"/>
                        </a:defRPr>
                      </a:lvl4pPr>
                      <a:lvl5pPr indent="-546100">
                        <a:buClr>
                          <a:schemeClr val="folHlink"/>
                        </a:buClr>
                        <a:buSzPct val="80000"/>
                        <a:buFont typeface="Wingdings" pitchFamily="2" charset="2"/>
                        <a:defRPr>
                          <a:solidFill>
                            <a:schemeClr val="tx1"/>
                          </a:solidFill>
                          <a:latin typeface="Arial" charset="0"/>
                          <a:ea typeface="宋体" pitchFamily="2" charset="-122"/>
                        </a:defRPr>
                      </a:lvl5pPr>
                      <a:lvl6pPr indent="-546100" fontAlgn="base">
                        <a:spcBef>
                          <a:spcPct val="20000"/>
                        </a:spcBef>
                        <a:spcAft>
                          <a:spcPct val="0"/>
                        </a:spcAft>
                        <a:buClr>
                          <a:schemeClr val="folHlink"/>
                        </a:buClr>
                        <a:buSzPct val="80000"/>
                        <a:buFont typeface="Wingdings" pitchFamily="2" charset="2"/>
                        <a:defRPr>
                          <a:solidFill>
                            <a:schemeClr val="tx1"/>
                          </a:solidFill>
                          <a:latin typeface="Arial" charset="0"/>
                          <a:ea typeface="宋体" pitchFamily="2" charset="-122"/>
                        </a:defRPr>
                      </a:lvl6pPr>
                      <a:lvl7pPr indent="-546100" fontAlgn="base">
                        <a:spcBef>
                          <a:spcPct val="20000"/>
                        </a:spcBef>
                        <a:spcAft>
                          <a:spcPct val="0"/>
                        </a:spcAft>
                        <a:buClr>
                          <a:schemeClr val="folHlink"/>
                        </a:buClr>
                        <a:buSzPct val="80000"/>
                        <a:buFont typeface="Wingdings" pitchFamily="2" charset="2"/>
                        <a:defRPr>
                          <a:solidFill>
                            <a:schemeClr val="tx1"/>
                          </a:solidFill>
                          <a:latin typeface="Arial" charset="0"/>
                          <a:ea typeface="宋体" pitchFamily="2" charset="-122"/>
                        </a:defRPr>
                      </a:lvl7pPr>
                      <a:lvl8pPr indent="-546100" fontAlgn="base">
                        <a:spcBef>
                          <a:spcPct val="20000"/>
                        </a:spcBef>
                        <a:spcAft>
                          <a:spcPct val="0"/>
                        </a:spcAft>
                        <a:buClr>
                          <a:schemeClr val="folHlink"/>
                        </a:buClr>
                        <a:buSzPct val="80000"/>
                        <a:buFont typeface="Wingdings" pitchFamily="2" charset="2"/>
                        <a:defRPr>
                          <a:solidFill>
                            <a:schemeClr val="tx1"/>
                          </a:solidFill>
                          <a:latin typeface="Arial" charset="0"/>
                          <a:ea typeface="宋体" pitchFamily="2" charset="-122"/>
                        </a:defRPr>
                      </a:lvl8pPr>
                      <a:lvl9pPr indent="-546100" fontAlgn="base">
                        <a:spcBef>
                          <a:spcPct val="20000"/>
                        </a:spcBef>
                        <a:spcAft>
                          <a:spcPct val="0"/>
                        </a:spcAft>
                        <a:buClr>
                          <a:schemeClr val="folHlink"/>
                        </a:buClr>
                        <a:buSzPct val="80000"/>
                        <a:buFont typeface="Wingdings" pitchFamily="2" charset="2"/>
                        <a:defRPr>
                          <a:solidFill>
                            <a:schemeClr val="tx1"/>
                          </a:solidFill>
                          <a:latin typeface="Arial" charset="0"/>
                          <a:ea typeface="宋体" pitchFamily="2" charset="-122"/>
                        </a:defRPr>
                      </a:lvl9pPr>
                    </a:lstStyle>
                    <a:p>
                      <a:pPr marL="0" marR="0" lvl="0" indent="0" algn="ctr" defTabSz="914400" rtl="0" eaLnBrk="1" fontAlgn="base" latinLnBrk="0" hangingPunct="1">
                        <a:lnSpc>
                          <a:spcPct val="100000"/>
                        </a:lnSpc>
                        <a:spcBef>
                          <a:spcPct val="20000"/>
                        </a:spcBef>
                        <a:spcAft>
                          <a:spcPct val="0"/>
                        </a:spcAft>
                        <a:buClr>
                          <a:schemeClr val="tx2"/>
                        </a:buClr>
                        <a:buSzPct val="70000"/>
                        <a:buFont typeface="Wingdings" pitchFamily="2" charset="2"/>
                        <a:buNone/>
                        <a:tabLst/>
                      </a:pPr>
                      <a:r>
                        <a:rPr kumimoji="0" lang="en-US" altLang="zh-CN" sz="2800" b="0" i="0" u="none" strike="noStrike" cap="none" normalizeH="0" baseline="0" smtClean="0">
                          <a:ln>
                            <a:noFill/>
                          </a:ln>
                          <a:solidFill>
                            <a:schemeClr val="tx1"/>
                          </a:solidFill>
                          <a:effectLst/>
                          <a:latin typeface="Times New Roman" pitchFamily="18" charset="0"/>
                          <a:ea typeface="宋体" pitchFamily="2" charset="-122"/>
                        </a:rPr>
                        <a:t>1 km</a:t>
                      </a:r>
                    </a:p>
                  </a:txBody>
                  <a:tcPr marT="45688" marB="45688" anchor="ctr"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a:buClr>
                          <a:schemeClr val="tx2"/>
                        </a:buClr>
                        <a:buSzPct val="70000"/>
                        <a:buFont typeface="Wingdings" pitchFamily="2" charset="2"/>
                        <a:defRPr sz="2600">
                          <a:solidFill>
                            <a:schemeClr val="tx1"/>
                          </a:solidFill>
                          <a:latin typeface="Arial" charset="0"/>
                          <a:ea typeface="宋体" pitchFamily="2" charset="-122"/>
                        </a:defRPr>
                      </a:lvl1pPr>
                      <a:lvl2pPr indent="-112713">
                        <a:buClr>
                          <a:schemeClr val="accent2"/>
                        </a:buClr>
                        <a:buSzPct val="70000"/>
                        <a:buFont typeface="Wingdings" pitchFamily="2" charset="2"/>
                        <a:defRPr sz="2200">
                          <a:solidFill>
                            <a:schemeClr val="tx1"/>
                          </a:solidFill>
                          <a:latin typeface="Arial" charset="0"/>
                          <a:ea typeface="宋体" pitchFamily="2" charset="-122"/>
                        </a:defRPr>
                      </a:lvl2pPr>
                      <a:lvl3pPr indent="-220663">
                        <a:buClr>
                          <a:schemeClr val="accent1"/>
                        </a:buClr>
                        <a:buSzPct val="70000"/>
                        <a:buFont typeface="Wingdings" pitchFamily="2" charset="2"/>
                        <a:defRPr sz="2100">
                          <a:solidFill>
                            <a:schemeClr val="tx1"/>
                          </a:solidFill>
                          <a:latin typeface="Arial" charset="0"/>
                          <a:ea typeface="宋体" pitchFamily="2" charset="-122"/>
                        </a:defRPr>
                      </a:lvl3pPr>
                      <a:lvl4pPr indent="-382588">
                        <a:buClr>
                          <a:schemeClr val="tx2"/>
                        </a:buClr>
                        <a:buSzPct val="75000"/>
                        <a:buFont typeface="Wingdings" pitchFamily="2" charset="2"/>
                        <a:defRPr>
                          <a:solidFill>
                            <a:schemeClr val="tx1"/>
                          </a:solidFill>
                          <a:latin typeface="Arial" charset="0"/>
                          <a:ea typeface="宋体" pitchFamily="2" charset="-122"/>
                        </a:defRPr>
                      </a:lvl4pPr>
                      <a:lvl5pPr indent="-546100">
                        <a:buClr>
                          <a:schemeClr val="folHlink"/>
                        </a:buClr>
                        <a:buSzPct val="80000"/>
                        <a:buFont typeface="Wingdings" pitchFamily="2" charset="2"/>
                        <a:defRPr>
                          <a:solidFill>
                            <a:schemeClr val="tx1"/>
                          </a:solidFill>
                          <a:latin typeface="Arial" charset="0"/>
                          <a:ea typeface="宋体" pitchFamily="2" charset="-122"/>
                        </a:defRPr>
                      </a:lvl5pPr>
                      <a:lvl6pPr indent="-546100" fontAlgn="base">
                        <a:spcBef>
                          <a:spcPct val="20000"/>
                        </a:spcBef>
                        <a:spcAft>
                          <a:spcPct val="0"/>
                        </a:spcAft>
                        <a:buClr>
                          <a:schemeClr val="folHlink"/>
                        </a:buClr>
                        <a:buSzPct val="80000"/>
                        <a:buFont typeface="Wingdings" pitchFamily="2" charset="2"/>
                        <a:defRPr>
                          <a:solidFill>
                            <a:schemeClr val="tx1"/>
                          </a:solidFill>
                          <a:latin typeface="Arial" charset="0"/>
                          <a:ea typeface="宋体" pitchFamily="2" charset="-122"/>
                        </a:defRPr>
                      </a:lvl6pPr>
                      <a:lvl7pPr indent="-546100" fontAlgn="base">
                        <a:spcBef>
                          <a:spcPct val="20000"/>
                        </a:spcBef>
                        <a:spcAft>
                          <a:spcPct val="0"/>
                        </a:spcAft>
                        <a:buClr>
                          <a:schemeClr val="folHlink"/>
                        </a:buClr>
                        <a:buSzPct val="80000"/>
                        <a:buFont typeface="Wingdings" pitchFamily="2" charset="2"/>
                        <a:defRPr>
                          <a:solidFill>
                            <a:schemeClr val="tx1"/>
                          </a:solidFill>
                          <a:latin typeface="Arial" charset="0"/>
                          <a:ea typeface="宋体" pitchFamily="2" charset="-122"/>
                        </a:defRPr>
                      </a:lvl7pPr>
                      <a:lvl8pPr indent="-546100" fontAlgn="base">
                        <a:spcBef>
                          <a:spcPct val="20000"/>
                        </a:spcBef>
                        <a:spcAft>
                          <a:spcPct val="0"/>
                        </a:spcAft>
                        <a:buClr>
                          <a:schemeClr val="folHlink"/>
                        </a:buClr>
                        <a:buSzPct val="80000"/>
                        <a:buFont typeface="Wingdings" pitchFamily="2" charset="2"/>
                        <a:defRPr>
                          <a:solidFill>
                            <a:schemeClr val="tx1"/>
                          </a:solidFill>
                          <a:latin typeface="Arial" charset="0"/>
                          <a:ea typeface="宋体" pitchFamily="2" charset="-122"/>
                        </a:defRPr>
                      </a:lvl8pPr>
                      <a:lvl9pPr indent="-546100" fontAlgn="base">
                        <a:spcBef>
                          <a:spcPct val="20000"/>
                        </a:spcBef>
                        <a:spcAft>
                          <a:spcPct val="0"/>
                        </a:spcAft>
                        <a:buClr>
                          <a:schemeClr val="folHlink"/>
                        </a:buClr>
                        <a:buSzPct val="80000"/>
                        <a:buFont typeface="Wingdings" pitchFamily="2" charset="2"/>
                        <a:defRPr>
                          <a:solidFill>
                            <a:schemeClr val="tx1"/>
                          </a:solidFill>
                          <a:latin typeface="Arial" charset="0"/>
                          <a:ea typeface="宋体" pitchFamily="2" charset="-122"/>
                        </a:defRPr>
                      </a:lvl9pPr>
                    </a:lstStyle>
                    <a:p>
                      <a:pPr marL="0" marR="0" lvl="0" indent="0" algn="ctr" defTabSz="914400" rtl="0" eaLnBrk="1" fontAlgn="base" latinLnBrk="0" hangingPunct="1">
                        <a:lnSpc>
                          <a:spcPct val="100000"/>
                        </a:lnSpc>
                        <a:spcBef>
                          <a:spcPct val="20000"/>
                        </a:spcBef>
                        <a:spcAft>
                          <a:spcPct val="0"/>
                        </a:spcAft>
                        <a:buClr>
                          <a:schemeClr val="tx2"/>
                        </a:buClr>
                        <a:buSzPct val="70000"/>
                        <a:buFont typeface="Wingdings" pitchFamily="2" charset="2"/>
                        <a:buNone/>
                        <a:tabLst/>
                      </a:pPr>
                      <a:r>
                        <a:rPr kumimoji="0" lang="zh-CN" altLang="en-US" sz="2800" b="0" i="0" u="none" strike="noStrike" cap="none" normalizeH="0" baseline="0" smtClean="0">
                          <a:ln>
                            <a:noFill/>
                          </a:ln>
                          <a:solidFill>
                            <a:schemeClr val="tx1"/>
                          </a:solidFill>
                          <a:effectLst/>
                          <a:latin typeface="Times New Roman" pitchFamily="18" charset="0"/>
                          <a:ea typeface="宋体" pitchFamily="2" charset="-122"/>
                        </a:rPr>
                        <a:t>同一园区</a:t>
                      </a:r>
                    </a:p>
                  </a:txBody>
                  <a:tcPr marT="45688" marB="45688"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vMerge="1">
                  <a:txBody>
                    <a:bodyPr/>
                    <a:lstStyle/>
                    <a:p>
                      <a:endParaRPr lang="zh-CN" altLang="en-US"/>
                    </a:p>
                  </a:txBody>
                  <a:tcPr/>
                </a:tc>
              </a:tr>
              <a:tr h="518054">
                <a:tc>
                  <a:txBody>
                    <a:bodyPr/>
                    <a:lstStyle>
                      <a:lvl1pPr>
                        <a:buClr>
                          <a:schemeClr val="tx2"/>
                        </a:buClr>
                        <a:buSzPct val="70000"/>
                        <a:buFont typeface="Wingdings" pitchFamily="2" charset="2"/>
                        <a:defRPr sz="2600">
                          <a:solidFill>
                            <a:schemeClr val="tx1"/>
                          </a:solidFill>
                          <a:latin typeface="Arial" charset="0"/>
                          <a:ea typeface="宋体" pitchFamily="2" charset="-122"/>
                        </a:defRPr>
                      </a:lvl1pPr>
                      <a:lvl2pPr indent="-112713">
                        <a:buClr>
                          <a:schemeClr val="accent2"/>
                        </a:buClr>
                        <a:buSzPct val="70000"/>
                        <a:buFont typeface="Wingdings" pitchFamily="2" charset="2"/>
                        <a:defRPr sz="2200">
                          <a:solidFill>
                            <a:schemeClr val="tx1"/>
                          </a:solidFill>
                          <a:latin typeface="Arial" charset="0"/>
                          <a:ea typeface="宋体" pitchFamily="2" charset="-122"/>
                        </a:defRPr>
                      </a:lvl2pPr>
                      <a:lvl3pPr indent="-220663">
                        <a:buClr>
                          <a:schemeClr val="accent1"/>
                        </a:buClr>
                        <a:buSzPct val="70000"/>
                        <a:buFont typeface="Wingdings" pitchFamily="2" charset="2"/>
                        <a:defRPr sz="2100">
                          <a:solidFill>
                            <a:schemeClr val="tx1"/>
                          </a:solidFill>
                          <a:latin typeface="Arial" charset="0"/>
                          <a:ea typeface="宋体" pitchFamily="2" charset="-122"/>
                        </a:defRPr>
                      </a:lvl3pPr>
                      <a:lvl4pPr indent="-382588">
                        <a:buClr>
                          <a:schemeClr val="tx2"/>
                        </a:buClr>
                        <a:buSzPct val="75000"/>
                        <a:buFont typeface="Wingdings" pitchFamily="2" charset="2"/>
                        <a:defRPr>
                          <a:solidFill>
                            <a:schemeClr val="tx1"/>
                          </a:solidFill>
                          <a:latin typeface="Arial" charset="0"/>
                          <a:ea typeface="宋体" pitchFamily="2" charset="-122"/>
                        </a:defRPr>
                      </a:lvl4pPr>
                      <a:lvl5pPr indent="-546100">
                        <a:buClr>
                          <a:schemeClr val="folHlink"/>
                        </a:buClr>
                        <a:buSzPct val="80000"/>
                        <a:buFont typeface="Wingdings" pitchFamily="2" charset="2"/>
                        <a:defRPr>
                          <a:solidFill>
                            <a:schemeClr val="tx1"/>
                          </a:solidFill>
                          <a:latin typeface="Arial" charset="0"/>
                          <a:ea typeface="宋体" pitchFamily="2" charset="-122"/>
                        </a:defRPr>
                      </a:lvl5pPr>
                      <a:lvl6pPr indent="-546100" fontAlgn="base">
                        <a:spcBef>
                          <a:spcPct val="20000"/>
                        </a:spcBef>
                        <a:spcAft>
                          <a:spcPct val="0"/>
                        </a:spcAft>
                        <a:buClr>
                          <a:schemeClr val="folHlink"/>
                        </a:buClr>
                        <a:buSzPct val="80000"/>
                        <a:buFont typeface="Wingdings" pitchFamily="2" charset="2"/>
                        <a:defRPr>
                          <a:solidFill>
                            <a:schemeClr val="tx1"/>
                          </a:solidFill>
                          <a:latin typeface="Arial" charset="0"/>
                          <a:ea typeface="宋体" pitchFamily="2" charset="-122"/>
                        </a:defRPr>
                      </a:lvl6pPr>
                      <a:lvl7pPr indent="-546100" fontAlgn="base">
                        <a:spcBef>
                          <a:spcPct val="20000"/>
                        </a:spcBef>
                        <a:spcAft>
                          <a:spcPct val="0"/>
                        </a:spcAft>
                        <a:buClr>
                          <a:schemeClr val="folHlink"/>
                        </a:buClr>
                        <a:buSzPct val="80000"/>
                        <a:buFont typeface="Wingdings" pitchFamily="2" charset="2"/>
                        <a:defRPr>
                          <a:solidFill>
                            <a:schemeClr val="tx1"/>
                          </a:solidFill>
                          <a:latin typeface="Arial" charset="0"/>
                          <a:ea typeface="宋体" pitchFamily="2" charset="-122"/>
                        </a:defRPr>
                      </a:lvl7pPr>
                      <a:lvl8pPr indent="-546100" fontAlgn="base">
                        <a:spcBef>
                          <a:spcPct val="20000"/>
                        </a:spcBef>
                        <a:spcAft>
                          <a:spcPct val="0"/>
                        </a:spcAft>
                        <a:buClr>
                          <a:schemeClr val="folHlink"/>
                        </a:buClr>
                        <a:buSzPct val="80000"/>
                        <a:buFont typeface="Wingdings" pitchFamily="2" charset="2"/>
                        <a:defRPr>
                          <a:solidFill>
                            <a:schemeClr val="tx1"/>
                          </a:solidFill>
                          <a:latin typeface="Arial" charset="0"/>
                          <a:ea typeface="宋体" pitchFamily="2" charset="-122"/>
                        </a:defRPr>
                      </a:lvl8pPr>
                      <a:lvl9pPr indent="-546100" fontAlgn="base">
                        <a:spcBef>
                          <a:spcPct val="20000"/>
                        </a:spcBef>
                        <a:spcAft>
                          <a:spcPct val="0"/>
                        </a:spcAft>
                        <a:buClr>
                          <a:schemeClr val="folHlink"/>
                        </a:buClr>
                        <a:buSzPct val="80000"/>
                        <a:buFont typeface="Wingdings" pitchFamily="2" charset="2"/>
                        <a:defRPr>
                          <a:solidFill>
                            <a:schemeClr val="tx1"/>
                          </a:solidFill>
                          <a:latin typeface="Arial" charset="0"/>
                          <a:ea typeface="宋体" pitchFamily="2" charset="-122"/>
                        </a:defRPr>
                      </a:lvl9pPr>
                    </a:lstStyle>
                    <a:p>
                      <a:pPr marL="0" marR="0" lvl="0" indent="0" algn="ctr" defTabSz="914400" rtl="0" eaLnBrk="1" fontAlgn="base" latinLnBrk="0" hangingPunct="1">
                        <a:lnSpc>
                          <a:spcPct val="100000"/>
                        </a:lnSpc>
                        <a:spcBef>
                          <a:spcPct val="20000"/>
                        </a:spcBef>
                        <a:spcAft>
                          <a:spcPct val="0"/>
                        </a:spcAft>
                        <a:buClr>
                          <a:schemeClr val="tx2"/>
                        </a:buClr>
                        <a:buSzPct val="70000"/>
                        <a:buFont typeface="Wingdings" pitchFamily="2" charset="2"/>
                        <a:buNone/>
                        <a:tabLst/>
                      </a:pPr>
                      <a:r>
                        <a:rPr kumimoji="0" lang="en-US" altLang="zh-CN" sz="2800" b="0" i="0" u="none" strike="noStrike" cap="none" normalizeH="0" baseline="0" smtClean="0">
                          <a:ln>
                            <a:noFill/>
                          </a:ln>
                          <a:solidFill>
                            <a:schemeClr val="tx1"/>
                          </a:solidFill>
                          <a:effectLst/>
                          <a:latin typeface="Times New Roman" pitchFamily="18" charset="0"/>
                          <a:ea typeface="宋体" pitchFamily="2" charset="-122"/>
                        </a:rPr>
                        <a:t>10 km</a:t>
                      </a:r>
                    </a:p>
                  </a:txBody>
                  <a:tcPr marT="45688" marB="45688" anchor="ctr"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a:buClr>
                          <a:schemeClr val="tx2"/>
                        </a:buClr>
                        <a:buSzPct val="70000"/>
                        <a:buFont typeface="Wingdings" pitchFamily="2" charset="2"/>
                        <a:defRPr sz="2600">
                          <a:solidFill>
                            <a:schemeClr val="tx1"/>
                          </a:solidFill>
                          <a:latin typeface="Arial" charset="0"/>
                          <a:ea typeface="宋体" pitchFamily="2" charset="-122"/>
                        </a:defRPr>
                      </a:lvl1pPr>
                      <a:lvl2pPr indent="-112713">
                        <a:buClr>
                          <a:schemeClr val="accent2"/>
                        </a:buClr>
                        <a:buSzPct val="70000"/>
                        <a:buFont typeface="Wingdings" pitchFamily="2" charset="2"/>
                        <a:defRPr sz="2200">
                          <a:solidFill>
                            <a:schemeClr val="tx1"/>
                          </a:solidFill>
                          <a:latin typeface="Arial" charset="0"/>
                          <a:ea typeface="宋体" pitchFamily="2" charset="-122"/>
                        </a:defRPr>
                      </a:lvl2pPr>
                      <a:lvl3pPr indent="-220663">
                        <a:buClr>
                          <a:schemeClr val="accent1"/>
                        </a:buClr>
                        <a:buSzPct val="70000"/>
                        <a:buFont typeface="Wingdings" pitchFamily="2" charset="2"/>
                        <a:defRPr sz="2100">
                          <a:solidFill>
                            <a:schemeClr val="tx1"/>
                          </a:solidFill>
                          <a:latin typeface="Arial" charset="0"/>
                          <a:ea typeface="宋体" pitchFamily="2" charset="-122"/>
                        </a:defRPr>
                      </a:lvl3pPr>
                      <a:lvl4pPr indent="-382588">
                        <a:buClr>
                          <a:schemeClr val="tx2"/>
                        </a:buClr>
                        <a:buSzPct val="75000"/>
                        <a:buFont typeface="Wingdings" pitchFamily="2" charset="2"/>
                        <a:defRPr>
                          <a:solidFill>
                            <a:schemeClr val="tx1"/>
                          </a:solidFill>
                          <a:latin typeface="Arial" charset="0"/>
                          <a:ea typeface="宋体" pitchFamily="2" charset="-122"/>
                        </a:defRPr>
                      </a:lvl4pPr>
                      <a:lvl5pPr indent="-546100">
                        <a:buClr>
                          <a:schemeClr val="folHlink"/>
                        </a:buClr>
                        <a:buSzPct val="80000"/>
                        <a:buFont typeface="Wingdings" pitchFamily="2" charset="2"/>
                        <a:defRPr>
                          <a:solidFill>
                            <a:schemeClr val="tx1"/>
                          </a:solidFill>
                          <a:latin typeface="Arial" charset="0"/>
                          <a:ea typeface="宋体" pitchFamily="2" charset="-122"/>
                        </a:defRPr>
                      </a:lvl5pPr>
                      <a:lvl6pPr indent="-546100" fontAlgn="base">
                        <a:spcBef>
                          <a:spcPct val="20000"/>
                        </a:spcBef>
                        <a:spcAft>
                          <a:spcPct val="0"/>
                        </a:spcAft>
                        <a:buClr>
                          <a:schemeClr val="folHlink"/>
                        </a:buClr>
                        <a:buSzPct val="80000"/>
                        <a:buFont typeface="Wingdings" pitchFamily="2" charset="2"/>
                        <a:defRPr>
                          <a:solidFill>
                            <a:schemeClr val="tx1"/>
                          </a:solidFill>
                          <a:latin typeface="Arial" charset="0"/>
                          <a:ea typeface="宋体" pitchFamily="2" charset="-122"/>
                        </a:defRPr>
                      </a:lvl6pPr>
                      <a:lvl7pPr indent="-546100" fontAlgn="base">
                        <a:spcBef>
                          <a:spcPct val="20000"/>
                        </a:spcBef>
                        <a:spcAft>
                          <a:spcPct val="0"/>
                        </a:spcAft>
                        <a:buClr>
                          <a:schemeClr val="folHlink"/>
                        </a:buClr>
                        <a:buSzPct val="80000"/>
                        <a:buFont typeface="Wingdings" pitchFamily="2" charset="2"/>
                        <a:defRPr>
                          <a:solidFill>
                            <a:schemeClr val="tx1"/>
                          </a:solidFill>
                          <a:latin typeface="Arial" charset="0"/>
                          <a:ea typeface="宋体" pitchFamily="2" charset="-122"/>
                        </a:defRPr>
                      </a:lvl7pPr>
                      <a:lvl8pPr indent="-546100" fontAlgn="base">
                        <a:spcBef>
                          <a:spcPct val="20000"/>
                        </a:spcBef>
                        <a:spcAft>
                          <a:spcPct val="0"/>
                        </a:spcAft>
                        <a:buClr>
                          <a:schemeClr val="folHlink"/>
                        </a:buClr>
                        <a:buSzPct val="80000"/>
                        <a:buFont typeface="Wingdings" pitchFamily="2" charset="2"/>
                        <a:defRPr>
                          <a:solidFill>
                            <a:schemeClr val="tx1"/>
                          </a:solidFill>
                          <a:latin typeface="Arial" charset="0"/>
                          <a:ea typeface="宋体" pitchFamily="2" charset="-122"/>
                        </a:defRPr>
                      </a:lvl8pPr>
                      <a:lvl9pPr indent="-546100" fontAlgn="base">
                        <a:spcBef>
                          <a:spcPct val="20000"/>
                        </a:spcBef>
                        <a:spcAft>
                          <a:spcPct val="0"/>
                        </a:spcAft>
                        <a:buClr>
                          <a:schemeClr val="folHlink"/>
                        </a:buClr>
                        <a:buSzPct val="80000"/>
                        <a:buFont typeface="Wingdings" pitchFamily="2" charset="2"/>
                        <a:defRPr>
                          <a:solidFill>
                            <a:schemeClr val="tx1"/>
                          </a:solidFill>
                          <a:latin typeface="Arial" charset="0"/>
                          <a:ea typeface="宋体" pitchFamily="2" charset="-122"/>
                        </a:defRPr>
                      </a:lvl9pPr>
                    </a:lstStyle>
                    <a:p>
                      <a:pPr marL="0" marR="0" lvl="0" indent="0" algn="ctr" defTabSz="914400" rtl="0" eaLnBrk="1" fontAlgn="base" latinLnBrk="0" hangingPunct="1">
                        <a:lnSpc>
                          <a:spcPct val="100000"/>
                        </a:lnSpc>
                        <a:spcBef>
                          <a:spcPct val="20000"/>
                        </a:spcBef>
                        <a:spcAft>
                          <a:spcPct val="0"/>
                        </a:spcAft>
                        <a:buClr>
                          <a:schemeClr val="tx2"/>
                        </a:buClr>
                        <a:buSzPct val="70000"/>
                        <a:buFont typeface="Wingdings" pitchFamily="2" charset="2"/>
                        <a:buNone/>
                        <a:tabLst/>
                      </a:pPr>
                      <a:r>
                        <a:rPr kumimoji="0" lang="zh-CN" altLang="en-US" sz="2800" b="0" i="0" u="none" strike="noStrike" cap="none" normalizeH="0" baseline="0" smtClean="0">
                          <a:ln>
                            <a:noFill/>
                          </a:ln>
                          <a:solidFill>
                            <a:schemeClr val="tx1"/>
                          </a:solidFill>
                          <a:effectLst/>
                          <a:latin typeface="Times New Roman" pitchFamily="18" charset="0"/>
                          <a:ea typeface="宋体" pitchFamily="2" charset="-122"/>
                        </a:rPr>
                        <a:t>同一城市</a:t>
                      </a:r>
                    </a:p>
                  </a:txBody>
                  <a:tcPr marT="45688" marB="45688"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a:buClr>
                          <a:schemeClr val="tx2"/>
                        </a:buClr>
                        <a:buSzPct val="70000"/>
                        <a:buFont typeface="Wingdings" pitchFamily="2" charset="2"/>
                        <a:defRPr sz="2600">
                          <a:solidFill>
                            <a:schemeClr val="tx1"/>
                          </a:solidFill>
                          <a:latin typeface="Arial" charset="0"/>
                          <a:ea typeface="宋体" pitchFamily="2" charset="-122"/>
                        </a:defRPr>
                      </a:lvl1pPr>
                      <a:lvl2pPr indent="-112713">
                        <a:buClr>
                          <a:schemeClr val="accent2"/>
                        </a:buClr>
                        <a:buSzPct val="70000"/>
                        <a:buFont typeface="Wingdings" pitchFamily="2" charset="2"/>
                        <a:defRPr sz="2200">
                          <a:solidFill>
                            <a:schemeClr val="tx1"/>
                          </a:solidFill>
                          <a:latin typeface="Arial" charset="0"/>
                          <a:ea typeface="宋体" pitchFamily="2" charset="-122"/>
                        </a:defRPr>
                      </a:lvl2pPr>
                      <a:lvl3pPr indent="-220663">
                        <a:buClr>
                          <a:schemeClr val="accent1"/>
                        </a:buClr>
                        <a:buSzPct val="70000"/>
                        <a:buFont typeface="Wingdings" pitchFamily="2" charset="2"/>
                        <a:defRPr sz="2100">
                          <a:solidFill>
                            <a:schemeClr val="tx1"/>
                          </a:solidFill>
                          <a:latin typeface="Arial" charset="0"/>
                          <a:ea typeface="宋体" pitchFamily="2" charset="-122"/>
                        </a:defRPr>
                      </a:lvl3pPr>
                      <a:lvl4pPr indent="-382588">
                        <a:buClr>
                          <a:schemeClr val="tx2"/>
                        </a:buClr>
                        <a:buSzPct val="75000"/>
                        <a:buFont typeface="Wingdings" pitchFamily="2" charset="2"/>
                        <a:defRPr>
                          <a:solidFill>
                            <a:schemeClr val="tx1"/>
                          </a:solidFill>
                          <a:latin typeface="Arial" charset="0"/>
                          <a:ea typeface="宋体" pitchFamily="2" charset="-122"/>
                        </a:defRPr>
                      </a:lvl4pPr>
                      <a:lvl5pPr indent="-546100">
                        <a:buClr>
                          <a:schemeClr val="folHlink"/>
                        </a:buClr>
                        <a:buSzPct val="80000"/>
                        <a:buFont typeface="Wingdings" pitchFamily="2" charset="2"/>
                        <a:defRPr>
                          <a:solidFill>
                            <a:schemeClr val="tx1"/>
                          </a:solidFill>
                          <a:latin typeface="Arial" charset="0"/>
                          <a:ea typeface="宋体" pitchFamily="2" charset="-122"/>
                        </a:defRPr>
                      </a:lvl5pPr>
                      <a:lvl6pPr indent="-546100" fontAlgn="base">
                        <a:spcBef>
                          <a:spcPct val="20000"/>
                        </a:spcBef>
                        <a:spcAft>
                          <a:spcPct val="0"/>
                        </a:spcAft>
                        <a:buClr>
                          <a:schemeClr val="folHlink"/>
                        </a:buClr>
                        <a:buSzPct val="80000"/>
                        <a:buFont typeface="Wingdings" pitchFamily="2" charset="2"/>
                        <a:defRPr>
                          <a:solidFill>
                            <a:schemeClr val="tx1"/>
                          </a:solidFill>
                          <a:latin typeface="Arial" charset="0"/>
                          <a:ea typeface="宋体" pitchFamily="2" charset="-122"/>
                        </a:defRPr>
                      </a:lvl6pPr>
                      <a:lvl7pPr indent="-546100" fontAlgn="base">
                        <a:spcBef>
                          <a:spcPct val="20000"/>
                        </a:spcBef>
                        <a:spcAft>
                          <a:spcPct val="0"/>
                        </a:spcAft>
                        <a:buClr>
                          <a:schemeClr val="folHlink"/>
                        </a:buClr>
                        <a:buSzPct val="80000"/>
                        <a:buFont typeface="Wingdings" pitchFamily="2" charset="2"/>
                        <a:defRPr>
                          <a:solidFill>
                            <a:schemeClr val="tx1"/>
                          </a:solidFill>
                          <a:latin typeface="Arial" charset="0"/>
                          <a:ea typeface="宋体" pitchFamily="2" charset="-122"/>
                        </a:defRPr>
                      </a:lvl7pPr>
                      <a:lvl8pPr indent="-546100" fontAlgn="base">
                        <a:spcBef>
                          <a:spcPct val="20000"/>
                        </a:spcBef>
                        <a:spcAft>
                          <a:spcPct val="0"/>
                        </a:spcAft>
                        <a:buClr>
                          <a:schemeClr val="folHlink"/>
                        </a:buClr>
                        <a:buSzPct val="80000"/>
                        <a:buFont typeface="Wingdings" pitchFamily="2" charset="2"/>
                        <a:defRPr>
                          <a:solidFill>
                            <a:schemeClr val="tx1"/>
                          </a:solidFill>
                          <a:latin typeface="Arial" charset="0"/>
                          <a:ea typeface="宋体" pitchFamily="2" charset="-122"/>
                        </a:defRPr>
                      </a:lvl8pPr>
                      <a:lvl9pPr indent="-546100" fontAlgn="base">
                        <a:spcBef>
                          <a:spcPct val="20000"/>
                        </a:spcBef>
                        <a:spcAft>
                          <a:spcPct val="0"/>
                        </a:spcAft>
                        <a:buClr>
                          <a:schemeClr val="folHlink"/>
                        </a:buClr>
                        <a:buSzPct val="80000"/>
                        <a:buFont typeface="Wingdings" pitchFamily="2" charset="2"/>
                        <a:defRPr>
                          <a:solidFill>
                            <a:schemeClr val="tx1"/>
                          </a:solidFill>
                          <a:latin typeface="Arial" charset="0"/>
                          <a:ea typeface="宋体" pitchFamily="2" charset="-122"/>
                        </a:defRPr>
                      </a:lvl9pPr>
                    </a:lstStyle>
                    <a:p>
                      <a:pPr marL="0" marR="0" lvl="0" indent="0" algn="ctr" defTabSz="914400" rtl="0" eaLnBrk="1" fontAlgn="base" latinLnBrk="0" hangingPunct="1">
                        <a:lnSpc>
                          <a:spcPct val="100000"/>
                        </a:lnSpc>
                        <a:spcBef>
                          <a:spcPct val="20000"/>
                        </a:spcBef>
                        <a:spcAft>
                          <a:spcPct val="0"/>
                        </a:spcAft>
                        <a:buClr>
                          <a:schemeClr val="tx2"/>
                        </a:buClr>
                        <a:buSzPct val="70000"/>
                        <a:buFont typeface="Wingdings" pitchFamily="2" charset="2"/>
                        <a:buNone/>
                        <a:tabLst/>
                      </a:pPr>
                      <a:r>
                        <a:rPr kumimoji="0" lang="zh-CN" altLang="en-US" sz="2800" b="0" i="0" u="none" strike="noStrike" cap="none" normalizeH="0" baseline="0" smtClean="0">
                          <a:ln>
                            <a:noFill/>
                          </a:ln>
                          <a:solidFill>
                            <a:schemeClr val="tx1"/>
                          </a:solidFill>
                          <a:effectLst/>
                          <a:latin typeface="Times New Roman" pitchFamily="18" charset="0"/>
                          <a:ea typeface="宋体" pitchFamily="2" charset="-122"/>
                        </a:rPr>
                        <a:t>城域网</a:t>
                      </a:r>
                    </a:p>
                  </a:txBody>
                  <a:tcPr marT="45688" marB="45688" anchor="ctr"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r>
              <a:tr h="518054">
                <a:tc>
                  <a:txBody>
                    <a:bodyPr/>
                    <a:lstStyle>
                      <a:lvl1pPr>
                        <a:buClr>
                          <a:schemeClr val="tx2"/>
                        </a:buClr>
                        <a:buSzPct val="70000"/>
                        <a:buFont typeface="Wingdings" pitchFamily="2" charset="2"/>
                        <a:defRPr sz="2600">
                          <a:solidFill>
                            <a:schemeClr val="tx1"/>
                          </a:solidFill>
                          <a:latin typeface="Arial" charset="0"/>
                          <a:ea typeface="宋体" pitchFamily="2" charset="-122"/>
                        </a:defRPr>
                      </a:lvl1pPr>
                      <a:lvl2pPr indent="-112713">
                        <a:buClr>
                          <a:schemeClr val="accent2"/>
                        </a:buClr>
                        <a:buSzPct val="70000"/>
                        <a:buFont typeface="Wingdings" pitchFamily="2" charset="2"/>
                        <a:defRPr sz="2200">
                          <a:solidFill>
                            <a:schemeClr val="tx1"/>
                          </a:solidFill>
                          <a:latin typeface="Arial" charset="0"/>
                          <a:ea typeface="宋体" pitchFamily="2" charset="-122"/>
                        </a:defRPr>
                      </a:lvl2pPr>
                      <a:lvl3pPr indent="-220663">
                        <a:buClr>
                          <a:schemeClr val="accent1"/>
                        </a:buClr>
                        <a:buSzPct val="70000"/>
                        <a:buFont typeface="Wingdings" pitchFamily="2" charset="2"/>
                        <a:defRPr sz="2100">
                          <a:solidFill>
                            <a:schemeClr val="tx1"/>
                          </a:solidFill>
                          <a:latin typeface="Arial" charset="0"/>
                          <a:ea typeface="宋体" pitchFamily="2" charset="-122"/>
                        </a:defRPr>
                      </a:lvl3pPr>
                      <a:lvl4pPr indent="-382588">
                        <a:buClr>
                          <a:schemeClr val="tx2"/>
                        </a:buClr>
                        <a:buSzPct val="75000"/>
                        <a:buFont typeface="Wingdings" pitchFamily="2" charset="2"/>
                        <a:defRPr>
                          <a:solidFill>
                            <a:schemeClr val="tx1"/>
                          </a:solidFill>
                          <a:latin typeface="Arial" charset="0"/>
                          <a:ea typeface="宋体" pitchFamily="2" charset="-122"/>
                        </a:defRPr>
                      </a:lvl4pPr>
                      <a:lvl5pPr indent="-546100">
                        <a:buClr>
                          <a:schemeClr val="folHlink"/>
                        </a:buClr>
                        <a:buSzPct val="80000"/>
                        <a:buFont typeface="Wingdings" pitchFamily="2" charset="2"/>
                        <a:defRPr>
                          <a:solidFill>
                            <a:schemeClr val="tx1"/>
                          </a:solidFill>
                          <a:latin typeface="Arial" charset="0"/>
                          <a:ea typeface="宋体" pitchFamily="2" charset="-122"/>
                        </a:defRPr>
                      </a:lvl5pPr>
                      <a:lvl6pPr indent="-546100" fontAlgn="base">
                        <a:spcBef>
                          <a:spcPct val="20000"/>
                        </a:spcBef>
                        <a:spcAft>
                          <a:spcPct val="0"/>
                        </a:spcAft>
                        <a:buClr>
                          <a:schemeClr val="folHlink"/>
                        </a:buClr>
                        <a:buSzPct val="80000"/>
                        <a:buFont typeface="Wingdings" pitchFamily="2" charset="2"/>
                        <a:defRPr>
                          <a:solidFill>
                            <a:schemeClr val="tx1"/>
                          </a:solidFill>
                          <a:latin typeface="Arial" charset="0"/>
                          <a:ea typeface="宋体" pitchFamily="2" charset="-122"/>
                        </a:defRPr>
                      </a:lvl6pPr>
                      <a:lvl7pPr indent="-546100" fontAlgn="base">
                        <a:spcBef>
                          <a:spcPct val="20000"/>
                        </a:spcBef>
                        <a:spcAft>
                          <a:spcPct val="0"/>
                        </a:spcAft>
                        <a:buClr>
                          <a:schemeClr val="folHlink"/>
                        </a:buClr>
                        <a:buSzPct val="80000"/>
                        <a:buFont typeface="Wingdings" pitchFamily="2" charset="2"/>
                        <a:defRPr>
                          <a:solidFill>
                            <a:schemeClr val="tx1"/>
                          </a:solidFill>
                          <a:latin typeface="Arial" charset="0"/>
                          <a:ea typeface="宋体" pitchFamily="2" charset="-122"/>
                        </a:defRPr>
                      </a:lvl7pPr>
                      <a:lvl8pPr indent="-546100" fontAlgn="base">
                        <a:spcBef>
                          <a:spcPct val="20000"/>
                        </a:spcBef>
                        <a:spcAft>
                          <a:spcPct val="0"/>
                        </a:spcAft>
                        <a:buClr>
                          <a:schemeClr val="folHlink"/>
                        </a:buClr>
                        <a:buSzPct val="80000"/>
                        <a:buFont typeface="Wingdings" pitchFamily="2" charset="2"/>
                        <a:defRPr>
                          <a:solidFill>
                            <a:schemeClr val="tx1"/>
                          </a:solidFill>
                          <a:latin typeface="Arial" charset="0"/>
                          <a:ea typeface="宋体" pitchFamily="2" charset="-122"/>
                        </a:defRPr>
                      </a:lvl8pPr>
                      <a:lvl9pPr indent="-546100" fontAlgn="base">
                        <a:spcBef>
                          <a:spcPct val="20000"/>
                        </a:spcBef>
                        <a:spcAft>
                          <a:spcPct val="0"/>
                        </a:spcAft>
                        <a:buClr>
                          <a:schemeClr val="folHlink"/>
                        </a:buClr>
                        <a:buSzPct val="80000"/>
                        <a:buFont typeface="Wingdings" pitchFamily="2" charset="2"/>
                        <a:defRPr>
                          <a:solidFill>
                            <a:schemeClr val="tx1"/>
                          </a:solidFill>
                          <a:latin typeface="Arial" charset="0"/>
                          <a:ea typeface="宋体" pitchFamily="2" charset="-122"/>
                        </a:defRPr>
                      </a:lvl9pPr>
                    </a:lstStyle>
                    <a:p>
                      <a:pPr marL="0" marR="0" lvl="0" indent="0" algn="ctr" defTabSz="914400" rtl="0" eaLnBrk="1" fontAlgn="base" latinLnBrk="0" hangingPunct="1">
                        <a:lnSpc>
                          <a:spcPct val="100000"/>
                        </a:lnSpc>
                        <a:spcBef>
                          <a:spcPct val="20000"/>
                        </a:spcBef>
                        <a:spcAft>
                          <a:spcPct val="0"/>
                        </a:spcAft>
                        <a:buClr>
                          <a:schemeClr val="tx2"/>
                        </a:buClr>
                        <a:buSzPct val="70000"/>
                        <a:buFont typeface="Wingdings" pitchFamily="2" charset="2"/>
                        <a:buNone/>
                        <a:tabLst/>
                      </a:pPr>
                      <a:r>
                        <a:rPr kumimoji="0" lang="en-US" altLang="zh-CN" sz="2800" b="0" i="0" u="none" strike="noStrike" cap="none" normalizeH="0" baseline="0" smtClean="0">
                          <a:ln>
                            <a:noFill/>
                          </a:ln>
                          <a:solidFill>
                            <a:schemeClr val="tx1"/>
                          </a:solidFill>
                          <a:effectLst/>
                          <a:latin typeface="Times New Roman" pitchFamily="18" charset="0"/>
                          <a:ea typeface="宋体" pitchFamily="2" charset="-122"/>
                        </a:rPr>
                        <a:t>100 km</a:t>
                      </a:r>
                    </a:p>
                  </a:txBody>
                  <a:tcPr marT="45688" marB="45688" anchor="ctr"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a:buClr>
                          <a:schemeClr val="tx2"/>
                        </a:buClr>
                        <a:buSzPct val="70000"/>
                        <a:buFont typeface="Wingdings" pitchFamily="2" charset="2"/>
                        <a:defRPr sz="2600">
                          <a:solidFill>
                            <a:schemeClr val="tx1"/>
                          </a:solidFill>
                          <a:latin typeface="Arial" charset="0"/>
                          <a:ea typeface="宋体" pitchFamily="2" charset="-122"/>
                        </a:defRPr>
                      </a:lvl1pPr>
                      <a:lvl2pPr indent="-112713">
                        <a:buClr>
                          <a:schemeClr val="accent2"/>
                        </a:buClr>
                        <a:buSzPct val="70000"/>
                        <a:buFont typeface="Wingdings" pitchFamily="2" charset="2"/>
                        <a:defRPr sz="2200">
                          <a:solidFill>
                            <a:schemeClr val="tx1"/>
                          </a:solidFill>
                          <a:latin typeface="Arial" charset="0"/>
                          <a:ea typeface="宋体" pitchFamily="2" charset="-122"/>
                        </a:defRPr>
                      </a:lvl2pPr>
                      <a:lvl3pPr indent="-220663">
                        <a:buClr>
                          <a:schemeClr val="accent1"/>
                        </a:buClr>
                        <a:buSzPct val="70000"/>
                        <a:buFont typeface="Wingdings" pitchFamily="2" charset="2"/>
                        <a:defRPr sz="2100">
                          <a:solidFill>
                            <a:schemeClr val="tx1"/>
                          </a:solidFill>
                          <a:latin typeface="Arial" charset="0"/>
                          <a:ea typeface="宋体" pitchFamily="2" charset="-122"/>
                        </a:defRPr>
                      </a:lvl3pPr>
                      <a:lvl4pPr indent="-382588">
                        <a:buClr>
                          <a:schemeClr val="tx2"/>
                        </a:buClr>
                        <a:buSzPct val="75000"/>
                        <a:buFont typeface="Wingdings" pitchFamily="2" charset="2"/>
                        <a:defRPr>
                          <a:solidFill>
                            <a:schemeClr val="tx1"/>
                          </a:solidFill>
                          <a:latin typeface="Arial" charset="0"/>
                          <a:ea typeface="宋体" pitchFamily="2" charset="-122"/>
                        </a:defRPr>
                      </a:lvl4pPr>
                      <a:lvl5pPr indent="-546100">
                        <a:buClr>
                          <a:schemeClr val="folHlink"/>
                        </a:buClr>
                        <a:buSzPct val="80000"/>
                        <a:buFont typeface="Wingdings" pitchFamily="2" charset="2"/>
                        <a:defRPr>
                          <a:solidFill>
                            <a:schemeClr val="tx1"/>
                          </a:solidFill>
                          <a:latin typeface="Arial" charset="0"/>
                          <a:ea typeface="宋体" pitchFamily="2" charset="-122"/>
                        </a:defRPr>
                      </a:lvl5pPr>
                      <a:lvl6pPr indent="-546100" fontAlgn="base">
                        <a:spcBef>
                          <a:spcPct val="20000"/>
                        </a:spcBef>
                        <a:spcAft>
                          <a:spcPct val="0"/>
                        </a:spcAft>
                        <a:buClr>
                          <a:schemeClr val="folHlink"/>
                        </a:buClr>
                        <a:buSzPct val="80000"/>
                        <a:buFont typeface="Wingdings" pitchFamily="2" charset="2"/>
                        <a:defRPr>
                          <a:solidFill>
                            <a:schemeClr val="tx1"/>
                          </a:solidFill>
                          <a:latin typeface="Arial" charset="0"/>
                          <a:ea typeface="宋体" pitchFamily="2" charset="-122"/>
                        </a:defRPr>
                      </a:lvl6pPr>
                      <a:lvl7pPr indent="-546100" fontAlgn="base">
                        <a:spcBef>
                          <a:spcPct val="20000"/>
                        </a:spcBef>
                        <a:spcAft>
                          <a:spcPct val="0"/>
                        </a:spcAft>
                        <a:buClr>
                          <a:schemeClr val="folHlink"/>
                        </a:buClr>
                        <a:buSzPct val="80000"/>
                        <a:buFont typeface="Wingdings" pitchFamily="2" charset="2"/>
                        <a:defRPr>
                          <a:solidFill>
                            <a:schemeClr val="tx1"/>
                          </a:solidFill>
                          <a:latin typeface="Arial" charset="0"/>
                          <a:ea typeface="宋体" pitchFamily="2" charset="-122"/>
                        </a:defRPr>
                      </a:lvl7pPr>
                      <a:lvl8pPr indent="-546100" fontAlgn="base">
                        <a:spcBef>
                          <a:spcPct val="20000"/>
                        </a:spcBef>
                        <a:spcAft>
                          <a:spcPct val="0"/>
                        </a:spcAft>
                        <a:buClr>
                          <a:schemeClr val="folHlink"/>
                        </a:buClr>
                        <a:buSzPct val="80000"/>
                        <a:buFont typeface="Wingdings" pitchFamily="2" charset="2"/>
                        <a:defRPr>
                          <a:solidFill>
                            <a:schemeClr val="tx1"/>
                          </a:solidFill>
                          <a:latin typeface="Arial" charset="0"/>
                          <a:ea typeface="宋体" pitchFamily="2" charset="-122"/>
                        </a:defRPr>
                      </a:lvl8pPr>
                      <a:lvl9pPr indent="-546100" fontAlgn="base">
                        <a:spcBef>
                          <a:spcPct val="20000"/>
                        </a:spcBef>
                        <a:spcAft>
                          <a:spcPct val="0"/>
                        </a:spcAft>
                        <a:buClr>
                          <a:schemeClr val="folHlink"/>
                        </a:buClr>
                        <a:buSzPct val="80000"/>
                        <a:buFont typeface="Wingdings" pitchFamily="2" charset="2"/>
                        <a:defRPr>
                          <a:solidFill>
                            <a:schemeClr val="tx1"/>
                          </a:solidFill>
                          <a:latin typeface="Arial" charset="0"/>
                          <a:ea typeface="宋体" pitchFamily="2" charset="-122"/>
                        </a:defRPr>
                      </a:lvl9pPr>
                    </a:lstStyle>
                    <a:p>
                      <a:pPr marL="0" marR="0" lvl="0" indent="0" algn="ctr" defTabSz="914400" rtl="0" eaLnBrk="1" fontAlgn="base" latinLnBrk="0" hangingPunct="1">
                        <a:lnSpc>
                          <a:spcPct val="100000"/>
                        </a:lnSpc>
                        <a:spcBef>
                          <a:spcPct val="20000"/>
                        </a:spcBef>
                        <a:spcAft>
                          <a:spcPct val="0"/>
                        </a:spcAft>
                        <a:buClr>
                          <a:schemeClr val="tx2"/>
                        </a:buClr>
                        <a:buSzPct val="70000"/>
                        <a:buFont typeface="Wingdings" pitchFamily="2" charset="2"/>
                        <a:buNone/>
                        <a:tabLst/>
                      </a:pPr>
                      <a:r>
                        <a:rPr kumimoji="0" lang="zh-CN" altLang="en-US" sz="2800" b="0" i="0" u="none" strike="noStrike" cap="none" normalizeH="0" baseline="0" smtClean="0">
                          <a:ln>
                            <a:noFill/>
                          </a:ln>
                          <a:solidFill>
                            <a:schemeClr val="tx1"/>
                          </a:solidFill>
                          <a:effectLst/>
                          <a:latin typeface="Times New Roman" pitchFamily="18" charset="0"/>
                          <a:ea typeface="宋体" pitchFamily="2" charset="-122"/>
                        </a:rPr>
                        <a:t>同一国家</a:t>
                      </a:r>
                    </a:p>
                  </a:txBody>
                  <a:tcPr marT="45688" marB="45688"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rowSpan="2">
                  <a:txBody>
                    <a:bodyPr/>
                    <a:lstStyle>
                      <a:lvl1pPr>
                        <a:buClr>
                          <a:schemeClr val="tx2"/>
                        </a:buClr>
                        <a:buSzPct val="70000"/>
                        <a:buFont typeface="Wingdings" pitchFamily="2" charset="2"/>
                        <a:defRPr sz="2600">
                          <a:solidFill>
                            <a:schemeClr val="tx1"/>
                          </a:solidFill>
                          <a:latin typeface="Arial" charset="0"/>
                          <a:ea typeface="宋体" pitchFamily="2" charset="-122"/>
                        </a:defRPr>
                      </a:lvl1pPr>
                      <a:lvl2pPr indent="-112713">
                        <a:buClr>
                          <a:schemeClr val="accent2"/>
                        </a:buClr>
                        <a:buSzPct val="70000"/>
                        <a:buFont typeface="Wingdings" pitchFamily="2" charset="2"/>
                        <a:defRPr sz="2200">
                          <a:solidFill>
                            <a:schemeClr val="tx1"/>
                          </a:solidFill>
                          <a:latin typeface="Arial" charset="0"/>
                          <a:ea typeface="宋体" pitchFamily="2" charset="-122"/>
                        </a:defRPr>
                      </a:lvl2pPr>
                      <a:lvl3pPr indent="-220663">
                        <a:buClr>
                          <a:schemeClr val="accent1"/>
                        </a:buClr>
                        <a:buSzPct val="70000"/>
                        <a:buFont typeface="Wingdings" pitchFamily="2" charset="2"/>
                        <a:defRPr sz="2100">
                          <a:solidFill>
                            <a:schemeClr val="tx1"/>
                          </a:solidFill>
                          <a:latin typeface="Arial" charset="0"/>
                          <a:ea typeface="宋体" pitchFamily="2" charset="-122"/>
                        </a:defRPr>
                      </a:lvl3pPr>
                      <a:lvl4pPr indent="-382588">
                        <a:buClr>
                          <a:schemeClr val="tx2"/>
                        </a:buClr>
                        <a:buSzPct val="75000"/>
                        <a:buFont typeface="Wingdings" pitchFamily="2" charset="2"/>
                        <a:defRPr>
                          <a:solidFill>
                            <a:schemeClr val="tx1"/>
                          </a:solidFill>
                          <a:latin typeface="Arial" charset="0"/>
                          <a:ea typeface="宋体" pitchFamily="2" charset="-122"/>
                        </a:defRPr>
                      </a:lvl4pPr>
                      <a:lvl5pPr indent="-546100">
                        <a:buClr>
                          <a:schemeClr val="folHlink"/>
                        </a:buClr>
                        <a:buSzPct val="80000"/>
                        <a:buFont typeface="Wingdings" pitchFamily="2" charset="2"/>
                        <a:defRPr>
                          <a:solidFill>
                            <a:schemeClr val="tx1"/>
                          </a:solidFill>
                          <a:latin typeface="Arial" charset="0"/>
                          <a:ea typeface="宋体" pitchFamily="2" charset="-122"/>
                        </a:defRPr>
                      </a:lvl5pPr>
                      <a:lvl6pPr indent="-546100" fontAlgn="base">
                        <a:spcBef>
                          <a:spcPct val="20000"/>
                        </a:spcBef>
                        <a:spcAft>
                          <a:spcPct val="0"/>
                        </a:spcAft>
                        <a:buClr>
                          <a:schemeClr val="folHlink"/>
                        </a:buClr>
                        <a:buSzPct val="80000"/>
                        <a:buFont typeface="Wingdings" pitchFamily="2" charset="2"/>
                        <a:defRPr>
                          <a:solidFill>
                            <a:schemeClr val="tx1"/>
                          </a:solidFill>
                          <a:latin typeface="Arial" charset="0"/>
                          <a:ea typeface="宋体" pitchFamily="2" charset="-122"/>
                        </a:defRPr>
                      </a:lvl6pPr>
                      <a:lvl7pPr indent="-546100" fontAlgn="base">
                        <a:spcBef>
                          <a:spcPct val="20000"/>
                        </a:spcBef>
                        <a:spcAft>
                          <a:spcPct val="0"/>
                        </a:spcAft>
                        <a:buClr>
                          <a:schemeClr val="folHlink"/>
                        </a:buClr>
                        <a:buSzPct val="80000"/>
                        <a:buFont typeface="Wingdings" pitchFamily="2" charset="2"/>
                        <a:defRPr>
                          <a:solidFill>
                            <a:schemeClr val="tx1"/>
                          </a:solidFill>
                          <a:latin typeface="Arial" charset="0"/>
                          <a:ea typeface="宋体" pitchFamily="2" charset="-122"/>
                        </a:defRPr>
                      </a:lvl7pPr>
                      <a:lvl8pPr indent="-546100" fontAlgn="base">
                        <a:spcBef>
                          <a:spcPct val="20000"/>
                        </a:spcBef>
                        <a:spcAft>
                          <a:spcPct val="0"/>
                        </a:spcAft>
                        <a:buClr>
                          <a:schemeClr val="folHlink"/>
                        </a:buClr>
                        <a:buSzPct val="80000"/>
                        <a:buFont typeface="Wingdings" pitchFamily="2" charset="2"/>
                        <a:defRPr>
                          <a:solidFill>
                            <a:schemeClr val="tx1"/>
                          </a:solidFill>
                          <a:latin typeface="Arial" charset="0"/>
                          <a:ea typeface="宋体" pitchFamily="2" charset="-122"/>
                        </a:defRPr>
                      </a:lvl8pPr>
                      <a:lvl9pPr indent="-546100" fontAlgn="base">
                        <a:spcBef>
                          <a:spcPct val="20000"/>
                        </a:spcBef>
                        <a:spcAft>
                          <a:spcPct val="0"/>
                        </a:spcAft>
                        <a:buClr>
                          <a:schemeClr val="folHlink"/>
                        </a:buClr>
                        <a:buSzPct val="80000"/>
                        <a:buFont typeface="Wingdings" pitchFamily="2" charset="2"/>
                        <a:defRPr>
                          <a:solidFill>
                            <a:schemeClr val="tx1"/>
                          </a:solidFill>
                          <a:latin typeface="Arial" charset="0"/>
                          <a:ea typeface="宋体" pitchFamily="2" charset="-122"/>
                        </a:defRPr>
                      </a:lvl9pPr>
                    </a:lstStyle>
                    <a:p>
                      <a:pPr marL="0" marR="0" lvl="0" indent="0" algn="ctr" defTabSz="914400" rtl="0" eaLnBrk="1" fontAlgn="base" latinLnBrk="0" hangingPunct="1">
                        <a:lnSpc>
                          <a:spcPct val="100000"/>
                        </a:lnSpc>
                        <a:spcBef>
                          <a:spcPct val="20000"/>
                        </a:spcBef>
                        <a:spcAft>
                          <a:spcPct val="0"/>
                        </a:spcAft>
                        <a:buClr>
                          <a:schemeClr val="tx2"/>
                        </a:buClr>
                        <a:buSzPct val="70000"/>
                        <a:buFont typeface="Wingdings" pitchFamily="2" charset="2"/>
                        <a:buNone/>
                        <a:tabLst/>
                      </a:pPr>
                      <a:r>
                        <a:rPr kumimoji="0" lang="zh-CN" altLang="en-US" sz="2800" b="0" i="0" u="none" strike="noStrike" cap="none" normalizeH="0" baseline="0" smtClean="0">
                          <a:ln>
                            <a:noFill/>
                          </a:ln>
                          <a:solidFill>
                            <a:schemeClr val="tx1"/>
                          </a:solidFill>
                          <a:effectLst/>
                          <a:latin typeface="Times New Roman" pitchFamily="18" charset="0"/>
                          <a:ea typeface="宋体" pitchFamily="2" charset="-122"/>
                        </a:rPr>
                        <a:t>广域网</a:t>
                      </a:r>
                    </a:p>
                  </a:txBody>
                  <a:tcPr marT="45688" marB="45688" anchor="ctr"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r>
              <a:tr h="518054">
                <a:tc>
                  <a:txBody>
                    <a:bodyPr/>
                    <a:lstStyle>
                      <a:lvl1pPr>
                        <a:buClr>
                          <a:schemeClr val="tx2"/>
                        </a:buClr>
                        <a:buSzPct val="70000"/>
                        <a:buFont typeface="Wingdings" pitchFamily="2" charset="2"/>
                        <a:defRPr sz="2600">
                          <a:solidFill>
                            <a:schemeClr val="tx1"/>
                          </a:solidFill>
                          <a:latin typeface="Arial" charset="0"/>
                          <a:ea typeface="宋体" pitchFamily="2" charset="-122"/>
                        </a:defRPr>
                      </a:lvl1pPr>
                      <a:lvl2pPr indent="-112713">
                        <a:buClr>
                          <a:schemeClr val="accent2"/>
                        </a:buClr>
                        <a:buSzPct val="70000"/>
                        <a:buFont typeface="Wingdings" pitchFamily="2" charset="2"/>
                        <a:defRPr sz="2200">
                          <a:solidFill>
                            <a:schemeClr val="tx1"/>
                          </a:solidFill>
                          <a:latin typeface="Arial" charset="0"/>
                          <a:ea typeface="宋体" pitchFamily="2" charset="-122"/>
                        </a:defRPr>
                      </a:lvl2pPr>
                      <a:lvl3pPr indent="-220663">
                        <a:buClr>
                          <a:schemeClr val="accent1"/>
                        </a:buClr>
                        <a:buSzPct val="70000"/>
                        <a:buFont typeface="Wingdings" pitchFamily="2" charset="2"/>
                        <a:defRPr sz="2100">
                          <a:solidFill>
                            <a:schemeClr val="tx1"/>
                          </a:solidFill>
                          <a:latin typeface="Arial" charset="0"/>
                          <a:ea typeface="宋体" pitchFamily="2" charset="-122"/>
                        </a:defRPr>
                      </a:lvl3pPr>
                      <a:lvl4pPr indent="-382588">
                        <a:buClr>
                          <a:schemeClr val="tx2"/>
                        </a:buClr>
                        <a:buSzPct val="75000"/>
                        <a:buFont typeface="Wingdings" pitchFamily="2" charset="2"/>
                        <a:defRPr>
                          <a:solidFill>
                            <a:schemeClr val="tx1"/>
                          </a:solidFill>
                          <a:latin typeface="Arial" charset="0"/>
                          <a:ea typeface="宋体" pitchFamily="2" charset="-122"/>
                        </a:defRPr>
                      </a:lvl4pPr>
                      <a:lvl5pPr indent="-546100">
                        <a:buClr>
                          <a:schemeClr val="folHlink"/>
                        </a:buClr>
                        <a:buSzPct val="80000"/>
                        <a:buFont typeface="Wingdings" pitchFamily="2" charset="2"/>
                        <a:defRPr>
                          <a:solidFill>
                            <a:schemeClr val="tx1"/>
                          </a:solidFill>
                          <a:latin typeface="Arial" charset="0"/>
                          <a:ea typeface="宋体" pitchFamily="2" charset="-122"/>
                        </a:defRPr>
                      </a:lvl5pPr>
                      <a:lvl6pPr indent="-546100" fontAlgn="base">
                        <a:spcBef>
                          <a:spcPct val="20000"/>
                        </a:spcBef>
                        <a:spcAft>
                          <a:spcPct val="0"/>
                        </a:spcAft>
                        <a:buClr>
                          <a:schemeClr val="folHlink"/>
                        </a:buClr>
                        <a:buSzPct val="80000"/>
                        <a:buFont typeface="Wingdings" pitchFamily="2" charset="2"/>
                        <a:defRPr>
                          <a:solidFill>
                            <a:schemeClr val="tx1"/>
                          </a:solidFill>
                          <a:latin typeface="Arial" charset="0"/>
                          <a:ea typeface="宋体" pitchFamily="2" charset="-122"/>
                        </a:defRPr>
                      </a:lvl6pPr>
                      <a:lvl7pPr indent="-546100" fontAlgn="base">
                        <a:spcBef>
                          <a:spcPct val="20000"/>
                        </a:spcBef>
                        <a:spcAft>
                          <a:spcPct val="0"/>
                        </a:spcAft>
                        <a:buClr>
                          <a:schemeClr val="folHlink"/>
                        </a:buClr>
                        <a:buSzPct val="80000"/>
                        <a:buFont typeface="Wingdings" pitchFamily="2" charset="2"/>
                        <a:defRPr>
                          <a:solidFill>
                            <a:schemeClr val="tx1"/>
                          </a:solidFill>
                          <a:latin typeface="Arial" charset="0"/>
                          <a:ea typeface="宋体" pitchFamily="2" charset="-122"/>
                        </a:defRPr>
                      </a:lvl7pPr>
                      <a:lvl8pPr indent="-546100" fontAlgn="base">
                        <a:spcBef>
                          <a:spcPct val="20000"/>
                        </a:spcBef>
                        <a:spcAft>
                          <a:spcPct val="0"/>
                        </a:spcAft>
                        <a:buClr>
                          <a:schemeClr val="folHlink"/>
                        </a:buClr>
                        <a:buSzPct val="80000"/>
                        <a:buFont typeface="Wingdings" pitchFamily="2" charset="2"/>
                        <a:defRPr>
                          <a:solidFill>
                            <a:schemeClr val="tx1"/>
                          </a:solidFill>
                          <a:latin typeface="Arial" charset="0"/>
                          <a:ea typeface="宋体" pitchFamily="2" charset="-122"/>
                        </a:defRPr>
                      </a:lvl8pPr>
                      <a:lvl9pPr indent="-546100" fontAlgn="base">
                        <a:spcBef>
                          <a:spcPct val="20000"/>
                        </a:spcBef>
                        <a:spcAft>
                          <a:spcPct val="0"/>
                        </a:spcAft>
                        <a:buClr>
                          <a:schemeClr val="folHlink"/>
                        </a:buClr>
                        <a:buSzPct val="80000"/>
                        <a:buFont typeface="Wingdings" pitchFamily="2" charset="2"/>
                        <a:defRPr>
                          <a:solidFill>
                            <a:schemeClr val="tx1"/>
                          </a:solidFill>
                          <a:latin typeface="Arial" charset="0"/>
                          <a:ea typeface="宋体" pitchFamily="2" charset="-122"/>
                        </a:defRPr>
                      </a:lvl9pPr>
                    </a:lstStyle>
                    <a:p>
                      <a:pPr marL="0" marR="0" lvl="0" indent="0" algn="ctr" defTabSz="914400" rtl="0" eaLnBrk="1" fontAlgn="base" latinLnBrk="0" hangingPunct="1">
                        <a:lnSpc>
                          <a:spcPct val="100000"/>
                        </a:lnSpc>
                        <a:spcBef>
                          <a:spcPct val="20000"/>
                        </a:spcBef>
                        <a:spcAft>
                          <a:spcPct val="0"/>
                        </a:spcAft>
                        <a:buClr>
                          <a:schemeClr val="tx2"/>
                        </a:buClr>
                        <a:buSzPct val="70000"/>
                        <a:buFont typeface="Wingdings" pitchFamily="2" charset="2"/>
                        <a:buNone/>
                        <a:tabLst/>
                      </a:pPr>
                      <a:r>
                        <a:rPr kumimoji="0" lang="en-US" altLang="zh-CN" sz="2800" b="0" i="0" u="none" strike="noStrike" cap="none" normalizeH="0" baseline="0" dirty="0" smtClean="0">
                          <a:ln>
                            <a:noFill/>
                          </a:ln>
                          <a:solidFill>
                            <a:schemeClr val="tx1"/>
                          </a:solidFill>
                          <a:effectLst/>
                          <a:latin typeface="Times New Roman" pitchFamily="18" charset="0"/>
                          <a:ea typeface="宋体" pitchFamily="2" charset="-122"/>
                        </a:rPr>
                        <a:t>1 000 km</a:t>
                      </a:r>
                    </a:p>
                  </a:txBody>
                  <a:tcPr marT="45688" marB="45688" anchor="ctr"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a:buClr>
                          <a:schemeClr val="tx2"/>
                        </a:buClr>
                        <a:buSzPct val="70000"/>
                        <a:buFont typeface="Wingdings" pitchFamily="2" charset="2"/>
                        <a:defRPr sz="2600">
                          <a:solidFill>
                            <a:schemeClr val="tx1"/>
                          </a:solidFill>
                          <a:latin typeface="Arial" charset="0"/>
                          <a:ea typeface="宋体" pitchFamily="2" charset="-122"/>
                        </a:defRPr>
                      </a:lvl1pPr>
                      <a:lvl2pPr indent="-112713">
                        <a:buClr>
                          <a:schemeClr val="accent2"/>
                        </a:buClr>
                        <a:buSzPct val="70000"/>
                        <a:buFont typeface="Wingdings" pitchFamily="2" charset="2"/>
                        <a:defRPr sz="2200">
                          <a:solidFill>
                            <a:schemeClr val="tx1"/>
                          </a:solidFill>
                          <a:latin typeface="Arial" charset="0"/>
                          <a:ea typeface="宋体" pitchFamily="2" charset="-122"/>
                        </a:defRPr>
                      </a:lvl2pPr>
                      <a:lvl3pPr indent="-220663">
                        <a:buClr>
                          <a:schemeClr val="accent1"/>
                        </a:buClr>
                        <a:buSzPct val="70000"/>
                        <a:buFont typeface="Wingdings" pitchFamily="2" charset="2"/>
                        <a:defRPr sz="2100">
                          <a:solidFill>
                            <a:schemeClr val="tx1"/>
                          </a:solidFill>
                          <a:latin typeface="Arial" charset="0"/>
                          <a:ea typeface="宋体" pitchFamily="2" charset="-122"/>
                        </a:defRPr>
                      </a:lvl3pPr>
                      <a:lvl4pPr indent="-382588">
                        <a:buClr>
                          <a:schemeClr val="tx2"/>
                        </a:buClr>
                        <a:buSzPct val="75000"/>
                        <a:buFont typeface="Wingdings" pitchFamily="2" charset="2"/>
                        <a:defRPr>
                          <a:solidFill>
                            <a:schemeClr val="tx1"/>
                          </a:solidFill>
                          <a:latin typeface="Arial" charset="0"/>
                          <a:ea typeface="宋体" pitchFamily="2" charset="-122"/>
                        </a:defRPr>
                      </a:lvl4pPr>
                      <a:lvl5pPr indent="-546100">
                        <a:buClr>
                          <a:schemeClr val="folHlink"/>
                        </a:buClr>
                        <a:buSzPct val="80000"/>
                        <a:buFont typeface="Wingdings" pitchFamily="2" charset="2"/>
                        <a:defRPr>
                          <a:solidFill>
                            <a:schemeClr val="tx1"/>
                          </a:solidFill>
                          <a:latin typeface="Arial" charset="0"/>
                          <a:ea typeface="宋体" pitchFamily="2" charset="-122"/>
                        </a:defRPr>
                      </a:lvl5pPr>
                      <a:lvl6pPr indent="-546100" fontAlgn="base">
                        <a:spcBef>
                          <a:spcPct val="20000"/>
                        </a:spcBef>
                        <a:spcAft>
                          <a:spcPct val="0"/>
                        </a:spcAft>
                        <a:buClr>
                          <a:schemeClr val="folHlink"/>
                        </a:buClr>
                        <a:buSzPct val="80000"/>
                        <a:buFont typeface="Wingdings" pitchFamily="2" charset="2"/>
                        <a:defRPr>
                          <a:solidFill>
                            <a:schemeClr val="tx1"/>
                          </a:solidFill>
                          <a:latin typeface="Arial" charset="0"/>
                          <a:ea typeface="宋体" pitchFamily="2" charset="-122"/>
                        </a:defRPr>
                      </a:lvl6pPr>
                      <a:lvl7pPr indent="-546100" fontAlgn="base">
                        <a:spcBef>
                          <a:spcPct val="20000"/>
                        </a:spcBef>
                        <a:spcAft>
                          <a:spcPct val="0"/>
                        </a:spcAft>
                        <a:buClr>
                          <a:schemeClr val="folHlink"/>
                        </a:buClr>
                        <a:buSzPct val="80000"/>
                        <a:buFont typeface="Wingdings" pitchFamily="2" charset="2"/>
                        <a:defRPr>
                          <a:solidFill>
                            <a:schemeClr val="tx1"/>
                          </a:solidFill>
                          <a:latin typeface="Arial" charset="0"/>
                          <a:ea typeface="宋体" pitchFamily="2" charset="-122"/>
                        </a:defRPr>
                      </a:lvl7pPr>
                      <a:lvl8pPr indent="-546100" fontAlgn="base">
                        <a:spcBef>
                          <a:spcPct val="20000"/>
                        </a:spcBef>
                        <a:spcAft>
                          <a:spcPct val="0"/>
                        </a:spcAft>
                        <a:buClr>
                          <a:schemeClr val="folHlink"/>
                        </a:buClr>
                        <a:buSzPct val="80000"/>
                        <a:buFont typeface="Wingdings" pitchFamily="2" charset="2"/>
                        <a:defRPr>
                          <a:solidFill>
                            <a:schemeClr val="tx1"/>
                          </a:solidFill>
                          <a:latin typeface="Arial" charset="0"/>
                          <a:ea typeface="宋体" pitchFamily="2" charset="-122"/>
                        </a:defRPr>
                      </a:lvl8pPr>
                      <a:lvl9pPr indent="-546100" fontAlgn="base">
                        <a:spcBef>
                          <a:spcPct val="20000"/>
                        </a:spcBef>
                        <a:spcAft>
                          <a:spcPct val="0"/>
                        </a:spcAft>
                        <a:buClr>
                          <a:schemeClr val="folHlink"/>
                        </a:buClr>
                        <a:buSzPct val="80000"/>
                        <a:buFont typeface="Wingdings" pitchFamily="2" charset="2"/>
                        <a:defRPr>
                          <a:solidFill>
                            <a:schemeClr val="tx1"/>
                          </a:solidFill>
                          <a:latin typeface="Arial" charset="0"/>
                          <a:ea typeface="宋体" pitchFamily="2" charset="-122"/>
                        </a:defRPr>
                      </a:lvl9pPr>
                    </a:lstStyle>
                    <a:p>
                      <a:pPr marL="0" marR="0" lvl="0" indent="0" algn="ctr" defTabSz="914400" rtl="0" eaLnBrk="1" fontAlgn="base" latinLnBrk="0" hangingPunct="1">
                        <a:lnSpc>
                          <a:spcPct val="100000"/>
                        </a:lnSpc>
                        <a:spcBef>
                          <a:spcPct val="20000"/>
                        </a:spcBef>
                        <a:spcAft>
                          <a:spcPct val="0"/>
                        </a:spcAft>
                        <a:buClr>
                          <a:schemeClr val="tx2"/>
                        </a:buClr>
                        <a:buSzPct val="70000"/>
                        <a:buFont typeface="Wingdings" pitchFamily="2" charset="2"/>
                        <a:buNone/>
                        <a:tabLst/>
                      </a:pPr>
                      <a:r>
                        <a:rPr kumimoji="0" lang="zh-CN" altLang="en-US" sz="2800" b="0" i="0" u="none" strike="noStrike" cap="none" normalizeH="0" baseline="0" smtClean="0">
                          <a:ln>
                            <a:noFill/>
                          </a:ln>
                          <a:solidFill>
                            <a:schemeClr val="tx1"/>
                          </a:solidFill>
                          <a:effectLst/>
                          <a:latin typeface="Times New Roman" pitchFamily="18" charset="0"/>
                          <a:ea typeface="宋体" pitchFamily="2" charset="-122"/>
                        </a:rPr>
                        <a:t>同一洲内</a:t>
                      </a:r>
                    </a:p>
                  </a:txBody>
                  <a:tcPr marT="45688" marB="45688"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vMerge="1">
                  <a:txBody>
                    <a:bodyPr/>
                    <a:lstStyle/>
                    <a:p>
                      <a:endParaRPr lang="zh-CN" altLang="en-US"/>
                    </a:p>
                  </a:txBody>
                  <a:tcPr/>
                </a:tc>
              </a:tr>
              <a:tr h="518054">
                <a:tc>
                  <a:txBody>
                    <a:bodyPr/>
                    <a:lstStyle>
                      <a:lvl1pPr>
                        <a:buClr>
                          <a:schemeClr val="tx2"/>
                        </a:buClr>
                        <a:buSzPct val="70000"/>
                        <a:buFont typeface="Wingdings" pitchFamily="2" charset="2"/>
                        <a:defRPr sz="2600">
                          <a:solidFill>
                            <a:schemeClr val="tx1"/>
                          </a:solidFill>
                          <a:latin typeface="Arial" charset="0"/>
                          <a:ea typeface="宋体" pitchFamily="2" charset="-122"/>
                        </a:defRPr>
                      </a:lvl1pPr>
                      <a:lvl2pPr indent="-112713">
                        <a:buClr>
                          <a:schemeClr val="accent2"/>
                        </a:buClr>
                        <a:buSzPct val="70000"/>
                        <a:buFont typeface="Wingdings" pitchFamily="2" charset="2"/>
                        <a:defRPr sz="2200">
                          <a:solidFill>
                            <a:schemeClr val="tx1"/>
                          </a:solidFill>
                          <a:latin typeface="Arial" charset="0"/>
                          <a:ea typeface="宋体" pitchFamily="2" charset="-122"/>
                        </a:defRPr>
                      </a:lvl2pPr>
                      <a:lvl3pPr indent="-220663">
                        <a:buClr>
                          <a:schemeClr val="accent1"/>
                        </a:buClr>
                        <a:buSzPct val="70000"/>
                        <a:buFont typeface="Wingdings" pitchFamily="2" charset="2"/>
                        <a:defRPr sz="2100">
                          <a:solidFill>
                            <a:schemeClr val="tx1"/>
                          </a:solidFill>
                          <a:latin typeface="Arial" charset="0"/>
                          <a:ea typeface="宋体" pitchFamily="2" charset="-122"/>
                        </a:defRPr>
                      </a:lvl3pPr>
                      <a:lvl4pPr indent="-382588">
                        <a:buClr>
                          <a:schemeClr val="tx2"/>
                        </a:buClr>
                        <a:buSzPct val="75000"/>
                        <a:buFont typeface="Wingdings" pitchFamily="2" charset="2"/>
                        <a:defRPr>
                          <a:solidFill>
                            <a:schemeClr val="tx1"/>
                          </a:solidFill>
                          <a:latin typeface="Arial" charset="0"/>
                          <a:ea typeface="宋体" pitchFamily="2" charset="-122"/>
                        </a:defRPr>
                      </a:lvl4pPr>
                      <a:lvl5pPr indent="-546100">
                        <a:buClr>
                          <a:schemeClr val="folHlink"/>
                        </a:buClr>
                        <a:buSzPct val="80000"/>
                        <a:buFont typeface="Wingdings" pitchFamily="2" charset="2"/>
                        <a:defRPr>
                          <a:solidFill>
                            <a:schemeClr val="tx1"/>
                          </a:solidFill>
                          <a:latin typeface="Arial" charset="0"/>
                          <a:ea typeface="宋体" pitchFamily="2" charset="-122"/>
                        </a:defRPr>
                      </a:lvl5pPr>
                      <a:lvl6pPr indent="-546100" fontAlgn="base">
                        <a:spcBef>
                          <a:spcPct val="20000"/>
                        </a:spcBef>
                        <a:spcAft>
                          <a:spcPct val="0"/>
                        </a:spcAft>
                        <a:buClr>
                          <a:schemeClr val="folHlink"/>
                        </a:buClr>
                        <a:buSzPct val="80000"/>
                        <a:buFont typeface="Wingdings" pitchFamily="2" charset="2"/>
                        <a:defRPr>
                          <a:solidFill>
                            <a:schemeClr val="tx1"/>
                          </a:solidFill>
                          <a:latin typeface="Arial" charset="0"/>
                          <a:ea typeface="宋体" pitchFamily="2" charset="-122"/>
                        </a:defRPr>
                      </a:lvl6pPr>
                      <a:lvl7pPr indent="-546100" fontAlgn="base">
                        <a:spcBef>
                          <a:spcPct val="20000"/>
                        </a:spcBef>
                        <a:spcAft>
                          <a:spcPct val="0"/>
                        </a:spcAft>
                        <a:buClr>
                          <a:schemeClr val="folHlink"/>
                        </a:buClr>
                        <a:buSzPct val="80000"/>
                        <a:buFont typeface="Wingdings" pitchFamily="2" charset="2"/>
                        <a:defRPr>
                          <a:solidFill>
                            <a:schemeClr val="tx1"/>
                          </a:solidFill>
                          <a:latin typeface="Arial" charset="0"/>
                          <a:ea typeface="宋体" pitchFamily="2" charset="-122"/>
                        </a:defRPr>
                      </a:lvl7pPr>
                      <a:lvl8pPr indent="-546100" fontAlgn="base">
                        <a:spcBef>
                          <a:spcPct val="20000"/>
                        </a:spcBef>
                        <a:spcAft>
                          <a:spcPct val="0"/>
                        </a:spcAft>
                        <a:buClr>
                          <a:schemeClr val="folHlink"/>
                        </a:buClr>
                        <a:buSzPct val="80000"/>
                        <a:buFont typeface="Wingdings" pitchFamily="2" charset="2"/>
                        <a:defRPr>
                          <a:solidFill>
                            <a:schemeClr val="tx1"/>
                          </a:solidFill>
                          <a:latin typeface="Arial" charset="0"/>
                          <a:ea typeface="宋体" pitchFamily="2" charset="-122"/>
                        </a:defRPr>
                      </a:lvl8pPr>
                      <a:lvl9pPr indent="-546100" fontAlgn="base">
                        <a:spcBef>
                          <a:spcPct val="20000"/>
                        </a:spcBef>
                        <a:spcAft>
                          <a:spcPct val="0"/>
                        </a:spcAft>
                        <a:buClr>
                          <a:schemeClr val="folHlink"/>
                        </a:buClr>
                        <a:buSzPct val="80000"/>
                        <a:buFont typeface="Wingdings" pitchFamily="2" charset="2"/>
                        <a:defRPr>
                          <a:solidFill>
                            <a:schemeClr val="tx1"/>
                          </a:solidFill>
                          <a:latin typeface="Arial" charset="0"/>
                          <a:ea typeface="宋体" pitchFamily="2" charset="-122"/>
                        </a:defRPr>
                      </a:lvl9pPr>
                    </a:lstStyle>
                    <a:p>
                      <a:pPr marL="0" marR="0" lvl="0" indent="0" algn="ctr" defTabSz="914400" rtl="0" eaLnBrk="1" fontAlgn="base" latinLnBrk="0" hangingPunct="1">
                        <a:lnSpc>
                          <a:spcPct val="100000"/>
                        </a:lnSpc>
                        <a:spcBef>
                          <a:spcPct val="20000"/>
                        </a:spcBef>
                        <a:spcAft>
                          <a:spcPct val="0"/>
                        </a:spcAft>
                        <a:buClr>
                          <a:schemeClr val="tx2"/>
                        </a:buClr>
                        <a:buSzPct val="70000"/>
                        <a:buFont typeface="Wingdings" pitchFamily="2" charset="2"/>
                        <a:buNone/>
                        <a:tabLst/>
                      </a:pPr>
                      <a:r>
                        <a:rPr kumimoji="0" lang="en-US" altLang="zh-CN" sz="2800" b="0" i="0" u="none" strike="noStrike" cap="none" normalizeH="0" baseline="0" smtClean="0">
                          <a:ln>
                            <a:noFill/>
                          </a:ln>
                          <a:solidFill>
                            <a:schemeClr val="tx1"/>
                          </a:solidFill>
                          <a:effectLst/>
                          <a:latin typeface="Times New Roman" pitchFamily="18" charset="0"/>
                          <a:ea typeface="宋体" pitchFamily="2" charset="-122"/>
                        </a:rPr>
                        <a:t>10 000 km</a:t>
                      </a:r>
                    </a:p>
                  </a:txBody>
                  <a:tcPr marT="45688" marB="45688" anchor="ctr"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c>
                  <a:txBody>
                    <a:bodyPr/>
                    <a:lstStyle>
                      <a:lvl1pPr>
                        <a:buClr>
                          <a:schemeClr val="tx2"/>
                        </a:buClr>
                        <a:buSzPct val="70000"/>
                        <a:buFont typeface="Wingdings" pitchFamily="2" charset="2"/>
                        <a:defRPr sz="2600">
                          <a:solidFill>
                            <a:schemeClr val="tx1"/>
                          </a:solidFill>
                          <a:latin typeface="Arial" charset="0"/>
                          <a:ea typeface="宋体" pitchFamily="2" charset="-122"/>
                        </a:defRPr>
                      </a:lvl1pPr>
                      <a:lvl2pPr indent="-112713">
                        <a:buClr>
                          <a:schemeClr val="accent2"/>
                        </a:buClr>
                        <a:buSzPct val="70000"/>
                        <a:buFont typeface="Wingdings" pitchFamily="2" charset="2"/>
                        <a:defRPr sz="2200">
                          <a:solidFill>
                            <a:schemeClr val="tx1"/>
                          </a:solidFill>
                          <a:latin typeface="Arial" charset="0"/>
                          <a:ea typeface="宋体" pitchFamily="2" charset="-122"/>
                        </a:defRPr>
                      </a:lvl2pPr>
                      <a:lvl3pPr indent="-220663">
                        <a:buClr>
                          <a:schemeClr val="accent1"/>
                        </a:buClr>
                        <a:buSzPct val="70000"/>
                        <a:buFont typeface="Wingdings" pitchFamily="2" charset="2"/>
                        <a:defRPr sz="2100">
                          <a:solidFill>
                            <a:schemeClr val="tx1"/>
                          </a:solidFill>
                          <a:latin typeface="Arial" charset="0"/>
                          <a:ea typeface="宋体" pitchFamily="2" charset="-122"/>
                        </a:defRPr>
                      </a:lvl3pPr>
                      <a:lvl4pPr indent="-382588">
                        <a:buClr>
                          <a:schemeClr val="tx2"/>
                        </a:buClr>
                        <a:buSzPct val="75000"/>
                        <a:buFont typeface="Wingdings" pitchFamily="2" charset="2"/>
                        <a:defRPr>
                          <a:solidFill>
                            <a:schemeClr val="tx1"/>
                          </a:solidFill>
                          <a:latin typeface="Arial" charset="0"/>
                          <a:ea typeface="宋体" pitchFamily="2" charset="-122"/>
                        </a:defRPr>
                      </a:lvl4pPr>
                      <a:lvl5pPr indent="-546100">
                        <a:buClr>
                          <a:schemeClr val="folHlink"/>
                        </a:buClr>
                        <a:buSzPct val="80000"/>
                        <a:buFont typeface="Wingdings" pitchFamily="2" charset="2"/>
                        <a:defRPr>
                          <a:solidFill>
                            <a:schemeClr val="tx1"/>
                          </a:solidFill>
                          <a:latin typeface="Arial" charset="0"/>
                          <a:ea typeface="宋体" pitchFamily="2" charset="-122"/>
                        </a:defRPr>
                      </a:lvl5pPr>
                      <a:lvl6pPr indent="-546100" fontAlgn="base">
                        <a:spcBef>
                          <a:spcPct val="20000"/>
                        </a:spcBef>
                        <a:spcAft>
                          <a:spcPct val="0"/>
                        </a:spcAft>
                        <a:buClr>
                          <a:schemeClr val="folHlink"/>
                        </a:buClr>
                        <a:buSzPct val="80000"/>
                        <a:buFont typeface="Wingdings" pitchFamily="2" charset="2"/>
                        <a:defRPr>
                          <a:solidFill>
                            <a:schemeClr val="tx1"/>
                          </a:solidFill>
                          <a:latin typeface="Arial" charset="0"/>
                          <a:ea typeface="宋体" pitchFamily="2" charset="-122"/>
                        </a:defRPr>
                      </a:lvl6pPr>
                      <a:lvl7pPr indent="-546100" fontAlgn="base">
                        <a:spcBef>
                          <a:spcPct val="20000"/>
                        </a:spcBef>
                        <a:spcAft>
                          <a:spcPct val="0"/>
                        </a:spcAft>
                        <a:buClr>
                          <a:schemeClr val="folHlink"/>
                        </a:buClr>
                        <a:buSzPct val="80000"/>
                        <a:buFont typeface="Wingdings" pitchFamily="2" charset="2"/>
                        <a:defRPr>
                          <a:solidFill>
                            <a:schemeClr val="tx1"/>
                          </a:solidFill>
                          <a:latin typeface="Arial" charset="0"/>
                          <a:ea typeface="宋体" pitchFamily="2" charset="-122"/>
                        </a:defRPr>
                      </a:lvl7pPr>
                      <a:lvl8pPr indent="-546100" fontAlgn="base">
                        <a:spcBef>
                          <a:spcPct val="20000"/>
                        </a:spcBef>
                        <a:spcAft>
                          <a:spcPct val="0"/>
                        </a:spcAft>
                        <a:buClr>
                          <a:schemeClr val="folHlink"/>
                        </a:buClr>
                        <a:buSzPct val="80000"/>
                        <a:buFont typeface="Wingdings" pitchFamily="2" charset="2"/>
                        <a:defRPr>
                          <a:solidFill>
                            <a:schemeClr val="tx1"/>
                          </a:solidFill>
                          <a:latin typeface="Arial" charset="0"/>
                          <a:ea typeface="宋体" pitchFamily="2" charset="-122"/>
                        </a:defRPr>
                      </a:lvl8pPr>
                      <a:lvl9pPr indent="-546100" fontAlgn="base">
                        <a:spcBef>
                          <a:spcPct val="20000"/>
                        </a:spcBef>
                        <a:spcAft>
                          <a:spcPct val="0"/>
                        </a:spcAft>
                        <a:buClr>
                          <a:schemeClr val="folHlink"/>
                        </a:buClr>
                        <a:buSzPct val="80000"/>
                        <a:buFont typeface="Wingdings" pitchFamily="2" charset="2"/>
                        <a:defRPr>
                          <a:solidFill>
                            <a:schemeClr val="tx1"/>
                          </a:solidFill>
                          <a:latin typeface="Arial" charset="0"/>
                          <a:ea typeface="宋体" pitchFamily="2" charset="-122"/>
                        </a:defRPr>
                      </a:lvl9pPr>
                    </a:lstStyle>
                    <a:p>
                      <a:pPr marL="0" marR="0" lvl="0" indent="0" algn="ctr" defTabSz="914400" rtl="0" eaLnBrk="1" fontAlgn="base" latinLnBrk="0" hangingPunct="1">
                        <a:lnSpc>
                          <a:spcPct val="100000"/>
                        </a:lnSpc>
                        <a:spcBef>
                          <a:spcPct val="20000"/>
                        </a:spcBef>
                        <a:spcAft>
                          <a:spcPct val="0"/>
                        </a:spcAft>
                        <a:buClr>
                          <a:schemeClr val="tx2"/>
                        </a:buClr>
                        <a:buSzPct val="70000"/>
                        <a:buFont typeface="Wingdings" pitchFamily="2" charset="2"/>
                        <a:buNone/>
                        <a:tabLst/>
                      </a:pPr>
                      <a:r>
                        <a:rPr kumimoji="0" lang="zh-CN" altLang="en-US" sz="2800" b="0" i="0" u="none" strike="noStrike" cap="none" normalizeH="0" baseline="0" smtClean="0">
                          <a:ln>
                            <a:noFill/>
                          </a:ln>
                          <a:solidFill>
                            <a:schemeClr val="tx1"/>
                          </a:solidFill>
                          <a:effectLst/>
                          <a:latin typeface="Times New Roman" pitchFamily="18" charset="0"/>
                          <a:ea typeface="宋体" pitchFamily="2" charset="-122"/>
                        </a:rPr>
                        <a:t>同一行星上</a:t>
                      </a:r>
                    </a:p>
                  </a:txBody>
                  <a:tcPr marT="45688" marB="45688"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c>
                  <a:txBody>
                    <a:bodyPr/>
                    <a:lstStyle>
                      <a:lvl1pPr>
                        <a:buClr>
                          <a:schemeClr val="tx2"/>
                        </a:buClr>
                        <a:buSzPct val="70000"/>
                        <a:buFont typeface="Wingdings" pitchFamily="2" charset="2"/>
                        <a:defRPr sz="2600">
                          <a:solidFill>
                            <a:schemeClr val="tx1"/>
                          </a:solidFill>
                          <a:latin typeface="Arial" charset="0"/>
                          <a:ea typeface="宋体" pitchFamily="2" charset="-122"/>
                        </a:defRPr>
                      </a:lvl1pPr>
                      <a:lvl2pPr indent="-112713">
                        <a:buClr>
                          <a:schemeClr val="accent2"/>
                        </a:buClr>
                        <a:buSzPct val="70000"/>
                        <a:buFont typeface="Wingdings" pitchFamily="2" charset="2"/>
                        <a:defRPr sz="2200">
                          <a:solidFill>
                            <a:schemeClr val="tx1"/>
                          </a:solidFill>
                          <a:latin typeface="Arial" charset="0"/>
                          <a:ea typeface="宋体" pitchFamily="2" charset="-122"/>
                        </a:defRPr>
                      </a:lvl2pPr>
                      <a:lvl3pPr indent="-220663">
                        <a:buClr>
                          <a:schemeClr val="accent1"/>
                        </a:buClr>
                        <a:buSzPct val="70000"/>
                        <a:buFont typeface="Wingdings" pitchFamily="2" charset="2"/>
                        <a:defRPr sz="2100">
                          <a:solidFill>
                            <a:schemeClr val="tx1"/>
                          </a:solidFill>
                          <a:latin typeface="Arial" charset="0"/>
                          <a:ea typeface="宋体" pitchFamily="2" charset="-122"/>
                        </a:defRPr>
                      </a:lvl3pPr>
                      <a:lvl4pPr indent="-382588">
                        <a:buClr>
                          <a:schemeClr val="tx2"/>
                        </a:buClr>
                        <a:buSzPct val="75000"/>
                        <a:buFont typeface="Wingdings" pitchFamily="2" charset="2"/>
                        <a:defRPr>
                          <a:solidFill>
                            <a:schemeClr val="tx1"/>
                          </a:solidFill>
                          <a:latin typeface="Arial" charset="0"/>
                          <a:ea typeface="宋体" pitchFamily="2" charset="-122"/>
                        </a:defRPr>
                      </a:lvl4pPr>
                      <a:lvl5pPr indent="-546100">
                        <a:buClr>
                          <a:schemeClr val="folHlink"/>
                        </a:buClr>
                        <a:buSzPct val="80000"/>
                        <a:buFont typeface="Wingdings" pitchFamily="2" charset="2"/>
                        <a:defRPr>
                          <a:solidFill>
                            <a:schemeClr val="tx1"/>
                          </a:solidFill>
                          <a:latin typeface="Arial" charset="0"/>
                          <a:ea typeface="宋体" pitchFamily="2" charset="-122"/>
                        </a:defRPr>
                      </a:lvl5pPr>
                      <a:lvl6pPr indent="-546100" fontAlgn="base">
                        <a:spcBef>
                          <a:spcPct val="20000"/>
                        </a:spcBef>
                        <a:spcAft>
                          <a:spcPct val="0"/>
                        </a:spcAft>
                        <a:buClr>
                          <a:schemeClr val="folHlink"/>
                        </a:buClr>
                        <a:buSzPct val="80000"/>
                        <a:buFont typeface="Wingdings" pitchFamily="2" charset="2"/>
                        <a:defRPr>
                          <a:solidFill>
                            <a:schemeClr val="tx1"/>
                          </a:solidFill>
                          <a:latin typeface="Arial" charset="0"/>
                          <a:ea typeface="宋体" pitchFamily="2" charset="-122"/>
                        </a:defRPr>
                      </a:lvl6pPr>
                      <a:lvl7pPr indent="-546100" fontAlgn="base">
                        <a:spcBef>
                          <a:spcPct val="20000"/>
                        </a:spcBef>
                        <a:spcAft>
                          <a:spcPct val="0"/>
                        </a:spcAft>
                        <a:buClr>
                          <a:schemeClr val="folHlink"/>
                        </a:buClr>
                        <a:buSzPct val="80000"/>
                        <a:buFont typeface="Wingdings" pitchFamily="2" charset="2"/>
                        <a:defRPr>
                          <a:solidFill>
                            <a:schemeClr val="tx1"/>
                          </a:solidFill>
                          <a:latin typeface="Arial" charset="0"/>
                          <a:ea typeface="宋体" pitchFamily="2" charset="-122"/>
                        </a:defRPr>
                      </a:lvl7pPr>
                      <a:lvl8pPr indent="-546100" fontAlgn="base">
                        <a:spcBef>
                          <a:spcPct val="20000"/>
                        </a:spcBef>
                        <a:spcAft>
                          <a:spcPct val="0"/>
                        </a:spcAft>
                        <a:buClr>
                          <a:schemeClr val="folHlink"/>
                        </a:buClr>
                        <a:buSzPct val="80000"/>
                        <a:buFont typeface="Wingdings" pitchFamily="2" charset="2"/>
                        <a:defRPr>
                          <a:solidFill>
                            <a:schemeClr val="tx1"/>
                          </a:solidFill>
                          <a:latin typeface="Arial" charset="0"/>
                          <a:ea typeface="宋体" pitchFamily="2" charset="-122"/>
                        </a:defRPr>
                      </a:lvl8pPr>
                      <a:lvl9pPr indent="-546100" fontAlgn="base">
                        <a:spcBef>
                          <a:spcPct val="20000"/>
                        </a:spcBef>
                        <a:spcAft>
                          <a:spcPct val="0"/>
                        </a:spcAft>
                        <a:buClr>
                          <a:schemeClr val="folHlink"/>
                        </a:buClr>
                        <a:buSzPct val="80000"/>
                        <a:buFont typeface="Wingdings" pitchFamily="2" charset="2"/>
                        <a:defRPr>
                          <a:solidFill>
                            <a:schemeClr val="tx1"/>
                          </a:solidFill>
                          <a:latin typeface="Arial" charset="0"/>
                          <a:ea typeface="宋体" pitchFamily="2" charset="-122"/>
                        </a:defRPr>
                      </a:lvl9pPr>
                    </a:lstStyle>
                    <a:p>
                      <a:pPr marL="0" marR="0" lvl="0" indent="0" algn="ctr" defTabSz="914400" rtl="0" eaLnBrk="1" fontAlgn="base" latinLnBrk="0" hangingPunct="1">
                        <a:lnSpc>
                          <a:spcPct val="100000"/>
                        </a:lnSpc>
                        <a:spcBef>
                          <a:spcPct val="20000"/>
                        </a:spcBef>
                        <a:spcAft>
                          <a:spcPct val="0"/>
                        </a:spcAft>
                        <a:buClr>
                          <a:schemeClr val="tx2"/>
                        </a:buClr>
                        <a:buSzPct val="70000"/>
                        <a:buFont typeface="Wingdings" pitchFamily="2" charset="2"/>
                        <a:buNone/>
                        <a:tabLst/>
                      </a:pPr>
                      <a:r>
                        <a:rPr kumimoji="0" lang="zh-CN" altLang="en-US" sz="2800" b="0" i="0" u="none" strike="noStrike" cap="none" normalizeH="0" baseline="0" dirty="0" smtClean="0">
                          <a:ln>
                            <a:noFill/>
                          </a:ln>
                          <a:solidFill>
                            <a:schemeClr val="tx1"/>
                          </a:solidFill>
                          <a:effectLst/>
                          <a:latin typeface="Times New Roman" pitchFamily="18" charset="0"/>
                          <a:ea typeface="宋体" pitchFamily="2" charset="-122"/>
                        </a:rPr>
                        <a:t>互联网</a:t>
                      </a:r>
                    </a:p>
                  </a:txBody>
                  <a:tcPr marT="45688" marB="45688" anchor="ctr"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r>
            </a:tbl>
          </a:graphicData>
        </a:graphic>
      </p:graphicFrame>
      <p:sp>
        <p:nvSpPr>
          <p:cNvPr id="80939" name="TextBox 5"/>
          <p:cNvSpPr txBox="1">
            <a:spLocks noChangeArrowheads="1"/>
          </p:cNvSpPr>
          <p:nvPr/>
        </p:nvSpPr>
        <p:spPr bwMode="auto">
          <a:xfrm>
            <a:off x="971550" y="5949950"/>
            <a:ext cx="6048375" cy="4603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spcBef>
                <a:spcPct val="20000"/>
              </a:spcBef>
              <a:buFont typeface="Wingdings" pitchFamily="2" charset="2"/>
              <a:buChar char="Ø"/>
              <a:defRPr sz="3200">
                <a:solidFill>
                  <a:srgbClr val="4F6228"/>
                </a:solidFill>
                <a:latin typeface="Calibri" pitchFamily="34" charset="0"/>
                <a:ea typeface="楷体_GB2312" pitchFamily="49" charset="-122"/>
              </a:defRPr>
            </a:lvl1pPr>
            <a:lvl2pPr marL="742950" indent="-285750" eaLnBrk="0" hangingPunct="0">
              <a:spcBef>
                <a:spcPct val="20000"/>
              </a:spcBef>
              <a:buFont typeface="Wingdings" pitchFamily="2" charset="2"/>
              <a:buChar char="ü"/>
              <a:defRPr sz="2800">
                <a:solidFill>
                  <a:srgbClr val="4F6228"/>
                </a:solidFill>
                <a:latin typeface="Calibri" pitchFamily="34" charset="0"/>
                <a:ea typeface="楷体_GB2312" pitchFamily="49" charset="-122"/>
              </a:defRPr>
            </a:lvl2pPr>
            <a:lvl3pPr marL="1143000" indent="-228600" eaLnBrk="0" hangingPunct="0">
              <a:spcBef>
                <a:spcPct val="20000"/>
              </a:spcBef>
              <a:buFont typeface="Arial" charset="0"/>
              <a:buChar char="•"/>
              <a:defRPr sz="2400">
                <a:solidFill>
                  <a:srgbClr val="4F6228"/>
                </a:solidFill>
                <a:latin typeface="Calibri" pitchFamily="34" charset="0"/>
                <a:ea typeface="楷体_GB2312" pitchFamily="49" charset="-122"/>
              </a:defRPr>
            </a:lvl3pPr>
            <a:lvl4pPr marL="1600200" indent="-228600" eaLnBrk="0" hangingPunct="0">
              <a:spcBef>
                <a:spcPct val="20000"/>
              </a:spcBef>
              <a:buFont typeface="Arial" charset="0"/>
              <a:buChar char="–"/>
              <a:defRPr sz="2000">
                <a:solidFill>
                  <a:schemeClr val="tx1"/>
                </a:solidFill>
                <a:latin typeface="Calibri" pitchFamily="34" charset="0"/>
                <a:ea typeface="宋体" pitchFamily="2" charset="-122"/>
              </a:defRPr>
            </a:lvl4pPr>
            <a:lvl5pPr marL="2057400" indent="-228600" eaLnBrk="0" hangingPunct="0">
              <a:spcBef>
                <a:spcPct val="20000"/>
              </a:spcBef>
              <a:buFont typeface="Arial" charset="0"/>
              <a:buChar char="»"/>
              <a:defRPr sz="2000">
                <a:solidFill>
                  <a:schemeClr val="tx1"/>
                </a:solidFill>
                <a:latin typeface="Calibri" pitchFamily="34" charset="0"/>
                <a:ea typeface="宋体" pitchFamily="2" charset="-122"/>
              </a:defRPr>
            </a:lvl5pPr>
            <a:lvl6pPr marL="2514600" indent="-228600" eaLnBrk="0" fontAlgn="base" hangingPunct="0">
              <a:spcBef>
                <a:spcPct val="20000"/>
              </a:spcBef>
              <a:spcAft>
                <a:spcPct val="0"/>
              </a:spcAft>
              <a:buFont typeface="Arial" charset="0"/>
              <a:buChar char="»"/>
              <a:defRPr sz="2000">
                <a:solidFill>
                  <a:schemeClr val="tx1"/>
                </a:solidFill>
                <a:latin typeface="Calibri" pitchFamily="34" charset="0"/>
                <a:ea typeface="宋体" pitchFamily="2" charset="-122"/>
              </a:defRPr>
            </a:lvl6pPr>
            <a:lvl7pPr marL="2971800" indent="-228600" eaLnBrk="0" fontAlgn="base" hangingPunct="0">
              <a:spcBef>
                <a:spcPct val="20000"/>
              </a:spcBef>
              <a:spcAft>
                <a:spcPct val="0"/>
              </a:spcAft>
              <a:buFont typeface="Arial" charset="0"/>
              <a:buChar char="»"/>
              <a:defRPr sz="2000">
                <a:solidFill>
                  <a:schemeClr val="tx1"/>
                </a:solidFill>
                <a:latin typeface="Calibri" pitchFamily="34" charset="0"/>
                <a:ea typeface="宋体" pitchFamily="2" charset="-122"/>
              </a:defRPr>
            </a:lvl7pPr>
            <a:lvl8pPr marL="3429000" indent="-228600" eaLnBrk="0" fontAlgn="base" hangingPunct="0">
              <a:spcBef>
                <a:spcPct val="20000"/>
              </a:spcBef>
              <a:spcAft>
                <a:spcPct val="0"/>
              </a:spcAft>
              <a:buFont typeface="Arial" charset="0"/>
              <a:buChar char="»"/>
              <a:defRPr sz="2000">
                <a:solidFill>
                  <a:schemeClr val="tx1"/>
                </a:solidFill>
                <a:latin typeface="Calibri" pitchFamily="34" charset="0"/>
                <a:ea typeface="宋体" pitchFamily="2" charset="-122"/>
              </a:defRPr>
            </a:lvl8pPr>
            <a:lvl9pPr marL="3886200" indent="-228600" eaLnBrk="0" fontAlgn="base" hangingPunct="0">
              <a:spcBef>
                <a:spcPct val="20000"/>
              </a:spcBef>
              <a:spcAft>
                <a:spcPct val="0"/>
              </a:spcAft>
              <a:buFont typeface="Arial" charset="0"/>
              <a:buChar char="»"/>
              <a:defRPr sz="2000">
                <a:solidFill>
                  <a:schemeClr val="tx1"/>
                </a:solidFill>
                <a:latin typeface="Calibri" pitchFamily="34" charset="0"/>
                <a:ea typeface="宋体" pitchFamily="2" charset="-122"/>
              </a:defRPr>
            </a:lvl9pPr>
          </a:lstStyle>
          <a:p>
            <a:pPr algn="ctr" eaLnBrk="1" hangingPunct="1">
              <a:spcBef>
                <a:spcPct val="0"/>
              </a:spcBef>
              <a:buFontTx/>
              <a:buNone/>
            </a:pPr>
            <a:r>
              <a:rPr lang="zh-CN" altLang="en-US" sz="2400">
                <a:solidFill>
                  <a:schemeClr val="tx1"/>
                </a:solidFill>
                <a:latin typeface="楷体_GB2312" pitchFamily="49" charset="-122"/>
              </a:rPr>
              <a:t>不同网络互连类型的特点</a:t>
            </a:r>
          </a:p>
        </p:txBody>
      </p:sp>
    </p:spTree>
  </p:cSld>
  <p:clrMapOvr>
    <a:masterClrMapping/>
  </p:clrMapOvr>
  <p:transition spd="slow">
    <p:push dir="u"/>
  </p:transition>
  <p:timing>
    <p:tnLst>
      <p:par>
        <p:cTn id="1" dur="indefinite" restart="never" nodeType="tmRoot"/>
      </p:par>
    </p:tnLst>
  </p:timing>
</p:sld>
</file>

<file path=ppt/slides/slide6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7042" name="标题 1"/>
          <p:cNvSpPr>
            <a:spLocks noGrp="1"/>
          </p:cNvSpPr>
          <p:nvPr>
            <p:ph type="title"/>
          </p:nvPr>
        </p:nvSpPr>
        <p:spPr>
          <a:xfrm>
            <a:off x="107950" y="44450"/>
            <a:ext cx="7343775" cy="792163"/>
          </a:xfrm>
        </p:spPr>
        <p:txBody>
          <a:bodyPr/>
          <a:lstStyle/>
          <a:p>
            <a:r>
              <a:rPr lang="en-US" altLang="zh-CN" smtClean="0"/>
              <a:t>2.10 </a:t>
            </a:r>
            <a:r>
              <a:rPr lang="zh-CN" altLang="en-US" smtClean="0"/>
              <a:t>网络互连与通信参考模型</a:t>
            </a:r>
          </a:p>
        </p:txBody>
      </p:sp>
      <p:sp>
        <p:nvSpPr>
          <p:cNvPr id="3" name="内容占位符 2"/>
          <p:cNvSpPr>
            <a:spLocks noGrp="1"/>
          </p:cNvSpPr>
          <p:nvPr>
            <p:ph idx="1"/>
          </p:nvPr>
        </p:nvSpPr>
        <p:spPr>
          <a:xfrm>
            <a:off x="107950" y="981075"/>
            <a:ext cx="8928100" cy="5102225"/>
          </a:xfrm>
        </p:spPr>
        <p:txBody>
          <a:bodyPr/>
          <a:lstStyle/>
          <a:p>
            <a:pPr>
              <a:defRPr/>
            </a:pPr>
            <a:r>
              <a:rPr lang="zh-CN" altLang="en-US" b="1" dirty="0" smtClean="0">
                <a:solidFill>
                  <a:srgbClr val="FF0000"/>
                </a:solidFill>
              </a:rPr>
              <a:t>网络互连规范</a:t>
            </a:r>
            <a:endParaRPr lang="en-US" altLang="zh-CN" b="1" dirty="0" smtClean="0">
              <a:solidFill>
                <a:srgbClr val="FF0000"/>
              </a:solidFill>
            </a:endParaRPr>
          </a:p>
          <a:p>
            <a:pPr lvl="1">
              <a:defRPr/>
            </a:pPr>
            <a:r>
              <a:rPr lang="zh-CN" altLang="en-US" dirty="0" smtClean="0"/>
              <a:t>网络互连必须遵循一定的规范。</a:t>
            </a:r>
            <a:endParaRPr lang="en-US" altLang="zh-CN" dirty="0" smtClean="0"/>
          </a:p>
          <a:p>
            <a:pPr lvl="1">
              <a:defRPr/>
            </a:pPr>
            <a:r>
              <a:rPr lang="zh-CN" altLang="en-US" dirty="0" smtClean="0"/>
              <a:t>局域网标准委员会（</a:t>
            </a:r>
            <a:r>
              <a:rPr lang="en-US" altLang="zh-CN" dirty="0" smtClean="0"/>
              <a:t>IEEE 802</a:t>
            </a:r>
            <a:r>
              <a:rPr lang="zh-CN" altLang="en-US" dirty="0" smtClean="0"/>
              <a:t>委员会），</a:t>
            </a:r>
            <a:r>
              <a:rPr lang="en-US" altLang="zh-CN" dirty="0" smtClean="0"/>
              <a:t>1980</a:t>
            </a:r>
            <a:r>
              <a:rPr lang="zh-CN" altLang="en-US" dirty="0" smtClean="0"/>
              <a:t>年</a:t>
            </a:r>
            <a:r>
              <a:rPr lang="en-US" altLang="zh-CN" dirty="0" smtClean="0"/>
              <a:t>2</a:t>
            </a:r>
            <a:r>
              <a:rPr lang="zh-CN" altLang="en-US" dirty="0" smtClean="0"/>
              <a:t>月成立</a:t>
            </a:r>
            <a:endParaRPr lang="en-US" altLang="zh-CN" dirty="0" smtClean="0"/>
          </a:p>
          <a:p>
            <a:pPr lvl="1">
              <a:defRPr/>
            </a:pPr>
            <a:r>
              <a:rPr lang="en-US" altLang="zh-CN" dirty="0" smtClean="0"/>
              <a:t>IEEE802.1 – IEEE802.16</a:t>
            </a:r>
            <a:r>
              <a:rPr lang="zh-CN" altLang="en-US" dirty="0" smtClean="0"/>
              <a:t>系列标准已经发布</a:t>
            </a:r>
            <a:endParaRPr lang="en-US" altLang="zh-CN" dirty="0" smtClean="0"/>
          </a:p>
          <a:p>
            <a:pPr lvl="1">
              <a:defRPr/>
            </a:pPr>
            <a:r>
              <a:rPr lang="en-US" altLang="zh-CN" dirty="0" smtClean="0"/>
              <a:t>IEEE802.1 </a:t>
            </a:r>
            <a:r>
              <a:rPr lang="en-US" altLang="zh-CN" dirty="0"/>
              <a:t>– </a:t>
            </a:r>
            <a:r>
              <a:rPr lang="en-US" altLang="zh-CN" dirty="0" smtClean="0"/>
              <a:t>IEEE802.6</a:t>
            </a:r>
            <a:r>
              <a:rPr lang="zh-CN" altLang="en-US" dirty="0" smtClean="0"/>
              <a:t>已成为</a:t>
            </a:r>
            <a:r>
              <a:rPr lang="en-US" altLang="zh-CN" dirty="0" smtClean="0"/>
              <a:t>ISO</a:t>
            </a:r>
            <a:r>
              <a:rPr lang="zh-CN" altLang="en-US" dirty="0" smtClean="0"/>
              <a:t>标准，为</a:t>
            </a:r>
            <a:r>
              <a:rPr lang="en-US" altLang="zh-CN" dirty="0" smtClean="0"/>
              <a:t>ISO8802-1 </a:t>
            </a:r>
            <a:r>
              <a:rPr lang="en-US" altLang="zh-CN" dirty="0"/>
              <a:t>– </a:t>
            </a:r>
            <a:r>
              <a:rPr lang="en-US" altLang="zh-CN" dirty="0" smtClean="0"/>
              <a:t>ISO8802-6</a:t>
            </a:r>
          </a:p>
          <a:p>
            <a:pPr lvl="1">
              <a:defRPr/>
            </a:pPr>
            <a:endParaRPr lang="en-US" altLang="zh-CN" dirty="0" smtClean="0"/>
          </a:p>
          <a:p>
            <a:pPr marL="457200" lvl="1" indent="0">
              <a:buFont typeface="Wingdings" pitchFamily="2" charset="2"/>
              <a:buNone/>
              <a:defRPr/>
            </a:pPr>
            <a:endParaRPr lang="en-US" altLang="zh-CN" dirty="0" smtClean="0"/>
          </a:p>
          <a:p>
            <a:pPr lvl="1">
              <a:defRPr/>
            </a:pPr>
            <a:endParaRPr lang="zh-CN" altLang="en-US" dirty="0"/>
          </a:p>
        </p:txBody>
      </p:sp>
      <p:sp>
        <p:nvSpPr>
          <p:cNvPr id="4" name="灯片编号占位符 3"/>
          <p:cNvSpPr>
            <a:spLocks noGrp="1"/>
          </p:cNvSpPr>
          <p:nvPr>
            <p:ph type="sldNum" sz="quarter" idx="12"/>
          </p:nvPr>
        </p:nvSpPr>
        <p:spPr/>
        <p:txBody>
          <a:bodyPr/>
          <a:lstStyle/>
          <a:p>
            <a:pPr>
              <a:defRPr/>
            </a:pPr>
            <a:fld id="{9985E56B-75BB-4EA0-8440-438DCEB4D163}" type="slidenum">
              <a:rPr lang="zh-CN" altLang="en-US" smtClean="0"/>
              <a:pPr>
                <a:defRPr/>
              </a:pPr>
              <a:t>62</a:t>
            </a:fld>
            <a:endParaRPr lang="zh-CN" altLang="en-US"/>
          </a:p>
        </p:txBody>
      </p:sp>
    </p:spTree>
  </p:cSld>
  <p:clrMapOvr>
    <a:masterClrMapping/>
  </p:clrMapOvr>
  <p:transition spd="slow">
    <p:push dir="u"/>
  </p:transition>
  <p:timing>
    <p:tnLst>
      <p:par>
        <p:cTn id="1" dur="indefinite" restart="never" nodeType="tmRoot"/>
      </p:par>
    </p:tnLst>
  </p:timing>
</p:sld>
</file>

<file path=ppt/slides/slide6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8066" name="标题 1"/>
          <p:cNvSpPr>
            <a:spLocks noGrp="1"/>
          </p:cNvSpPr>
          <p:nvPr>
            <p:ph type="title"/>
          </p:nvPr>
        </p:nvSpPr>
        <p:spPr>
          <a:xfrm>
            <a:off x="107950" y="44450"/>
            <a:ext cx="7343775" cy="792163"/>
          </a:xfrm>
        </p:spPr>
        <p:txBody>
          <a:bodyPr/>
          <a:lstStyle/>
          <a:p>
            <a:r>
              <a:rPr lang="en-US" altLang="zh-CN" smtClean="0"/>
              <a:t>2.10 </a:t>
            </a:r>
            <a:r>
              <a:rPr lang="zh-CN" altLang="en-US" smtClean="0"/>
              <a:t>网络互连与通信参考模型</a:t>
            </a:r>
          </a:p>
        </p:txBody>
      </p:sp>
      <p:sp>
        <p:nvSpPr>
          <p:cNvPr id="88067" name="内容占位符 2"/>
          <p:cNvSpPr>
            <a:spLocks noGrp="1"/>
          </p:cNvSpPr>
          <p:nvPr>
            <p:ph idx="1"/>
          </p:nvPr>
        </p:nvSpPr>
        <p:spPr>
          <a:xfrm>
            <a:off x="107950" y="981075"/>
            <a:ext cx="8928100" cy="5102225"/>
          </a:xfrm>
        </p:spPr>
        <p:txBody>
          <a:bodyPr/>
          <a:lstStyle/>
          <a:p>
            <a:r>
              <a:rPr lang="en-US" altLang="zh-CN" b="1" smtClean="0">
                <a:solidFill>
                  <a:srgbClr val="FF0000"/>
                </a:solidFill>
              </a:rPr>
              <a:t>IEEE 802</a:t>
            </a:r>
            <a:r>
              <a:rPr lang="zh-CN" altLang="en-US" b="1" smtClean="0">
                <a:solidFill>
                  <a:srgbClr val="FF0000"/>
                </a:solidFill>
              </a:rPr>
              <a:t>标准系列组成</a:t>
            </a:r>
            <a:endParaRPr lang="en-US" altLang="zh-CN" b="1" smtClean="0">
              <a:solidFill>
                <a:srgbClr val="FF0000"/>
              </a:solidFill>
            </a:endParaRPr>
          </a:p>
          <a:p>
            <a:pPr lvl="1"/>
            <a:r>
              <a:rPr lang="en-US" altLang="zh-CN" smtClean="0"/>
              <a:t>IEEE802.1A</a:t>
            </a:r>
            <a:r>
              <a:rPr lang="zh-CN" altLang="en-US" smtClean="0"/>
              <a:t>为综述和体系结构，</a:t>
            </a:r>
            <a:r>
              <a:rPr lang="en-US" altLang="zh-CN" smtClean="0"/>
              <a:t>802.1B</a:t>
            </a:r>
            <a:r>
              <a:rPr lang="zh-CN" altLang="en-US" smtClean="0"/>
              <a:t>为寻址、网际互连和网络管理</a:t>
            </a:r>
            <a:endParaRPr lang="en-US" altLang="zh-CN" smtClean="0"/>
          </a:p>
          <a:p>
            <a:pPr lvl="1"/>
            <a:r>
              <a:rPr lang="en-US" altLang="zh-CN" smtClean="0"/>
              <a:t>IEEE802.2 </a:t>
            </a:r>
            <a:r>
              <a:rPr lang="zh-CN" altLang="en-US" smtClean="0"/>
              <a:t>为逻辑链路控制</a:t>
            </a:r>
            <a:endParaRPr lang="en-US" altLang="zh-CN" smtClean="0"/>
          </a:p>
          <a:p>
            <a:pPr lvl="1"/>
            <a:r>
              <a:rPr lang="en-US" altLang="zh-CN" smtClean="0"/>
              <a:t>IEEE802.3</a:t>
            </a:r>
            <a:r>
              <a:rPr lang="zh-CN" altLang="en-US" smtClean="0"/>
              <a:t> 为</a:t>
            </a:r>
            <a:r>
              <a:rPr lang="en-US" altLang="zh-CN" smtClean="0"/>
              <a:t>CSMA/CD </a:t>
            </a:r>
            <a:r>
              <a:rPr lang="zh-CN" altLang="en-US" smtClean="0"/>
              <a:t>接入方法和物理层规范</a:t>
            </a:r>
            <a:endParaRPr lang="en-US" altLang="zh-CN" smtClean="0"/>
          </a:p>
          <a:p>
            <a:pPr lvl="1"/>
            <a:r>
              <a:rPr lang="en-US" altLang="zh-CN" smtClean="0"/>
              <a:t>IEEE802.4 </a:t>
            </a:r>
            <a:r>
              <a:rPr lang="zh-CN" altLang="en-US" smtClean="0"/>
              <a:t>为</a:t>
            </a:r>
            <a:r>
              <a:rPr lang="en-US" altLang="zh-CN" smtClean="0"/>
              <a:t>Token bus</a:t>
            </a:r>
            <a:r>
              <a:rPr lang="zh-CN" altLang="en-US" smtClean="0"/>
              <a:t>令牌总线接入方法和物理层规范</a:t>
            </a:r>
            <a:endParaRPr lang="en-US" altLang="zh-CN" smtClean="0"/>
          </a:p>
          <a:p>
            <a:pPr lvl="1"/>
            <a:r>
              <a:rPr lang="en-US" altLang="zh-CN" smtClean="0"/>
              <a:t>IEEE802.5 </a:t>
            </a:r>
            <a:r>
              <a:rPr lang="zh-CN" altLang="en-US" smtClean="0"/>
              <a:t>为</a:t>
            </a:r>
            <a:r>
              <a:rPr lang="en-US" altLang="zh-CN" smtClean="0"/>
              <a:t>Token ring</a:t>
            </a:r>
            <a:r>
              <a:rPr lang="zh-CN" altLang="en-US" smtClean="0"/>
              <a:t>令牌环接入方法和物理层规范</a:t>
            </a:r>
            <a:endParaRPr lang="en-US" altLang="zh-CN" smtClean="0"/>
          </a:p>
          <a:p>
            <a:pPr lvl="1"/>
            <a:r>
              <a:rPr lang="en-US" altLang="zh-CN" smtClean="0"/>
              <a:t>IEEE802.6 </a:t>
            </a:r>
            <a:r>
              <a:rPr lang="zh-CN" altLang="en-US" smtClean="0"/>
              <a:t>为</a:t>
            </a:r>
            <a:r>
              <a:rPr lang="en-US" altLang="zh-CN" smtClean="0"/>
              <a:t>MAN</a:t>
            </a:r>
            <a:r>
              <a:rPr lang="zh-CN" altLang="en-US" smtClean="0"/>
              <a:t>城域网接入方法和物理层规范</a:t>
            </a:r>
            <a:endParaRPr lang="en-US" altLang="zh-CN" smtClean="0"/>
          </a:p>
          <a:p>
            <a:pPr lvl="1"/>
            <a:r>
              <a:rPr lang="en-US" altLang="zh-CN" smtClean="0"/>
              <a:t>IEEE802.7 </a:t>
            </a:r>
            <a:r>
              <a:rPr lang="zh-CN" altLang="en-US" smtClean="0"/>
              <a:t>为宽带技术</a:t>
            </a:r>
            <a:endParaRPr lang="en-US" altLang="zh-CN" smtClean="0"/>
          </a:p>
          <a:p>
            <a:pPr lvl="1"/>
            <a:r>
              <a:rPr lang="en-US" altLang="zh-CN" smtClean="0"/>
              <a:t>IEEE802.8 </a:t>
            </a:r>
            <a:r>
              <a:rPr lang="zh-CN" altLang="en-US" smtClean="0"/>
              <a:t>为光纤技术</a:t>
            </a:r>
            <a:endParaRPr lang="en-US" altLang="zh-CN" smtClean="0"/>
          </a:p>
        </p:txBody>
      </p:sp>
      <p:sp>
        <p:nvSpPr>
          <p:cNvPr id="4" name="灯片编号占位符 3"/>
          <p:cNvSpPr>
            <a:spLocks noGrp="1"/>
          </p:cNvSpPr>
          <p:nvPr>
            <p:ph type="sldNum" sz="quarter" idx="12"/>
          </p:nvPr>
        </p:nvSpPr>
        <p:spPr/>
        <p:txBody>
          <a:bodyPr/>
          <a:lstStyle/>
          <a:p>
            <a:pPr>
              <a:defRPr/>
            </a:pPr>
            <a:fld id="{6112994C-A9E3-4FA6-8115-C1AC9D750F61}" type="slidenum">
              <a:rPr lang="zh-CN" altLang="en-US" smtClean="0"/>
              <a:pPr>
                <a:defRPr/>
              </a:pPr>
              <a:t>63</a:t>
            </a:fld>
            <a:endParaRPr lang="zh-CN" altLang="en-US"/>
          </a:p>
        </p:txBody>
      </p:sp>
    </p:spTree>
  </p:cSld>
  <p:clrMapOvr>
    <a:masterClrMapping/>
  </p:clrMapOvr>
  <p:transition spd="slow">
    <p:push dir="u"/>
  </p:transition>
  <p:timing>
    <p:tnLst>
      <p:par>
        <p:cTn id="1" dur="indefinite" restart="never" nodeType="tmRoot"/>
      </p:par>
    </p:tnLst>
  </p:timing>
</p:sld>
</file>

<file path=ppt/slides/slide6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9090" name="标题 1"/>
          <p:cNvSpPr>
            <a:spLocks noGrp="1"/>
          </p:cNvSpPr>
          <p:nvPr>
            <p:ph type="title"/>
          </p:nvPr>
        </p:nvSpPr>
        <p:spPr>
          <a:xfrm>
            <a:off x="107950" y="44450"/>
            <a:ext cx="7343775" cy="792163"/>
          </a:xfrm>
        </p:spPr>
        <p:txBody>
          <a:bodyPr/>
          <a:lstStyle/>
          <a:p>
            <a:r>
              <a:rPr lang="en-US" altLang="zh-CN" smtClean="0"/>
              <a:t>2.10 </a:t>
            </a:r>
            <a:r>
              <a:rPr lang="zh-CN" altLang="en-US" smtClean="0"/>
              <a:t>网络互连与通信参考模型</a:t>
            </a:r>
          </a:p>
        </p:txBody>
      </p:sp>
      <p:sp>
        <p:nvSpPr>
          <p:cNvPr id="3" name="内容占位符 2"/>
          <p:cNvSpPr>
            <a:spLocks noGrp="1"/>
          </p:cNvSpPr>
          <p:nvPr>
            <p:ph idx="1"/>
          </p:nvPr>
        </p:nvSpPr>
        <p:spPr>
          <a:xfrm>
            <a:off x="107950" y="981075"/>
            <a:ext cx="8928100" cy="5102225"/>
          </a:xfrm>
        </p:spPr>
        <p:txBody>
          <a:bodyPr/>
          <a:lstStyle/>
          <a:p>
            <a:pPr>
              <a:buFont typeface="Wingdings" pitchFamily="2" charset="2"/>
              <a:buChar char="ü"/>
              <a:defRPr/>
            </a:pPr>
            <a:r>
              <a:rPr lang="en-US" altLang="zh-CN" sz="2800" dirty="0" smtClean="0"/>
              <a:t>IEEE802.9   </a:t>
            </a:r>
            <a:r>
              <a:rPr lang="zh-CN" altLang="en-US" sz="2800" dirty="0" smtClean="0"/>
              <a:t>为语音综合数据业务网</a:t>
            </a:r>
            <a:endParaRPr lang="en-US" altLang="zh-CN" sz="2800" dirty="0"/>
          </a:p>
          <a:p>
            <a:pPr>
              <a:buFont typeface="Wingdings" pitchFamily="2" charset="2"/>
              <a:buChar char="ü"/>
              <a:defRPr/>
            </a:pPr>
            <a:r>
              <a:rPr lang="en-US" altLang="zh-CN" sz="2800" dirty="0" smtClean="0"/>
              <a:t>IEEE802.10 </a:t>
            </a:r>
            <a:r>
              <a:rPr lang="zh-CN" altLang="en-US" sz="2800" dirty="0" smtClean="0"/>
              <a:t>为可互操作的局域网安全规范</a:t>
            </a:r>
            <a:endParaRPr lang="en-US" altLang="zh-CN" sz="2800" dirty="0"/>
          </a:p>
          <a:p>
            <a:pPr>
              <a:buFont typeface="Wingdings" pitchFamily="2" charset="2"/>
              <a:buChar char="ü"/>
              <a:defRPr/>
            </a:pPr>
            <a:r>
              <a:rPr lang="en-US" altLang="zh-CN" sz="2800" dirty="0" smtClean="0"/>
              <a:t>IEEE802.11 </a:t>
            </a:r>
            <a:r>
              <a:rPr lang="zh-CN" altLang="en-US" sz="2800" dirty="0" smtClean="0"/>
              <a:t>为</a:t>
            </a:r>
            <a:r>
              <a:rPr lang="en-US" altLang="zh-CN" sz="2800" dirty="0"/>
              <a:t>WLAN</a:t>
            </a:r>
            <a:r>
              <a:rPr lang="zh-CN" altLang="en-US" sz="2800" dirty="0" smtClean="0"/>
              <a:t>无线局域网</a:t>
            </a:r>
            <a:endParaRPr lang="en-US" altLang="zh-CN" sz="2800" dirty="0" smtClean="0"/>
          </a:p>
          <a:p>
            <a:pPr>
              <a:buFont typeface="Wingdings" pitchFamily="2" charset="2"/>
              <a:buChar char="ü"/>
              <a:defRPr/>
            </a:pPr>
            <a:r>
              <a:rPr lang="en-US" altLang="zh-CN" sz="2800" dirty="0" smtClean="0"/>
              <a:t>IEEE802.12 </a:t>
            </a:r>
            <a:r>
              <a:rPr lang="zh-CN" altLang="en-US" sz="2800" dirty="0" smtClean="0"/>
              <a:t>为优先轮询局域网</a:t>
            </a:r>
            <a:endParaRPr lang="en-US" altLang="zh-CN" sz="2800" dirty="0" smtClean="0"/>
          </a:p>
          <a:p>
            <a:pPr>
              <a:buFont typeface="Wingdings" pitchFamily="2" charset="2"/>
              <a:buChar char="ü"/>
              <a:defRPr/>
            </a:pPr>
            <a:r>
              <a:rPr lang="en-US" altLang="zh-CN" sz="2800" dirty="0" smtClean="0"/>
              <a:t>IEEE802.14 </a:t>
            </a:r>
            <a:r>
              <a:rPr lang="zh-CN" altLang="en-US" sz="2800" dirty="0" smtClean="0"/>
              <a:t>为</a:t>
            </a:r>
            <a:r>
              <a:rPr lang="en-US" altLang="zh-CN" sz="2800" dirty="0" smtClean="0"/>
              <a:t>Cable-TV</a:t>
            </a:r>
            <a:r>
              <a:rPr lang="zh-CN" altLang="en-US" sz="2800" dirty="0" smtClean="0"/>
              <a:t>的广域网</a:t>
            </a:r>
            <a:endParaRPr lang="en-US" altLang="zh-CN" sz="2800" dirty="0" smtClean="0"/>
          </a:p>
          <a:p>
            <a:pPr>
              <a:buFont typeface="Wingdings" pitchFamily="2" charset="2"/>
              <a:buChar char="ü"/>
              <a:defRPr/>
            </a:pPr>
            <a:r>
              <a:rPr lang="en-US" altLang="zh-CN" sz="2800" dirty="0" smtClean="0"/>
              <a:t>IEEE802.15 </a:t>
            </a:r>
            <a:r>
              <a:rPr lang="zh-CN" altLang="en-US" sz="2800" dirty="0" smtClean="0"/>
              <a:t>为</a:t>
            </a:r>
            <a:r>
              <a:rPr lang="en-US" altLang="zh-CN" sz="2800" dirty="0" smtClean="0"/>
              <a:t>WPAN</a:t>
            </a:r>
            <a:r>
              <a:rPr lang="zh-CN" altLang="en-US" sz="2800" dirty="0" smtClean="0"/>
              <a:t>无线个人局域网</a:t>
            </a:r>
            <a:endParaRPr lang="en-US" altLang="zh-CN" sz="2800" dirty="0" smtClean="0"/>
          </a:p>
          <a:p>
            <a:pPr>
              <a:buFont typeface="Wingdings" pitchFamily="2" charset="2"/>
              <a:buChar char="ü"/>
              <a:defRPr/>
            </a:pPr>
            <a:r>
              <a:rPr lang="en-US" altLang="zh-CN" sz="2800" dirty="0" smtClean="0"/>
              <a:t>IEEE802.16 </a:t>
            </a:r>
            <a:r>
              <a:rPr lang="zh-CN" altLang="en-US" sz="2800" dirty="0" smtClean="0"/>
              <a:t>为宽带无线局域网</a:t>
            </a:r>
            <a:endParaRPr lang="en-US" altLang="zh-CN" sz="2800" dirty="0" smtClean="0"/>
          </a:p>
          <a:p>
            <a:pPr>
              <a:buFont typeface="Wingdings" pitchFamily="2" charset="2"/>
              <a:buChar char="ü"/>
              <a:defRPr/>
            </a:pPr>
            <a:r>
              <a:rPr lang="en-US" altLang="zh-CN" sz="2800" dirty="0" smtClean="0"/>
              <a:t>IEEE802.13 </a:t>
            </a:r>
            <a:r>
              <a:rPr lang="zh-CN" altLang="en-US" sz="2800" dirty="0"/>
              <a:t>未</a:t>
            </a:r>
            <a:r>
              <a:rPr lang="zh-CN" altLang="en-US" sz="2800" dirty="0" smtClean="0"/>
              <a:t>用</a:t>
            </a:r>
            <a:endParaRPr lang="en-US" altLang="zh-CN" sz="2800" dirty="0" smtClean="0"/>
          </a:p>
          <a:p>
            <a:pPr marL="0" indent="0">
              <a:buFont typeface="Wingdings" pitchFamily="2" charset="2"/>
              <a:buNone/>
              <a:defRPr/>
            </a:pPr>
            <a:r>
              <a:rPr lang="en-US" altLang="zh-CN" sz="2800" dirty="0" smtClean="0">
                <a:solidFill>
                  <a:srgbClr val="7030A0"/>
                </a:solidFill>
              </a:rPr>
              <a:t>IEEE802</a:t>
            </a:r>
            <a:r>
              <a:rPr lang="zh-CN" altLang="en-US" sz="2800" dirty="0" smtClean="0">
                <a:solidFill>
                  <a:srgbClr val="7030A0"/>
                </a:solidFill>
              </a:rPr>
              <a:t>系列标准只涉及</a:t>
            </a:r>
            <a:r>
              <a:rPr lang="zh-CN" altLang="en-US" sz="2800" b="1" dirty="0" smtClean="0">
                <a:solidFill>
                  <a:srgbClr val="FF0000"/>
                </a:solidFill>
              </a:rPr>
              <a:t>物理层</a:t>
            </a:r>
            <a:r>
              <a:rPr lang="zh-CN" altLang="en-US" sz="2800" dirty="0" smtClean="0">
                <a:solidFill>
                  <a:srgbClr val="7030A0"/>
                </a:solidFill>
              </a:rPr>
              <a:t>与</a:t>
            </a:r>
            <a:r>
              <a:rPr lang="zh-CN" altLang="en-US" sz="2800" b="1" dirty="0" smtClean="0">
                <a:solidFill>
                  <a:srgbClr val="FF0000"/>
                </a:solidFill>
              </a:rPr>
              <a:t>数据链路层</a:t>
            </a:r>
            <a:r>
              <a:rPr lang="zh-CN" altLang="en-US" sz="2800" dirty="0" smtClean="0">
                <a:solidFill>
                  <a:srgbClr val="7030A0"/>
                </a:solidFill>
              </a:rPr>
              <a:t>中与网络连接直接相关的内容，若要为用户服务，还需要高层协议提供相关支持。</a:t>
            </a:r>
            <a:endParaRPr lang="zh-CN" altLang="en-US" sz="2800" dirty="0">
              <a:solidFill>
                <a:srgbClr val="7030A0"/>
              </a:solidFill>
            </a:endParaRPr>
          </a:p>
        </p:txBody>
      </p:sp>
      <p:sp>
        <p:nvSpPr>
          <p:cNvPr id="4" name="灯片编号占位符 3"/>
          <p:cNvSpPr>
            <a:spLocks noGrp="1"/>
          </p:cNvSpPr>
          <p:nvPr>
            <p:ph type="sldNum" sz="quarter" idx="12"/>
          </p:nvPr>
        </p:nvSpPr>
        <p:spPr/>
        <p:txBody>
          <a:bodyPr/>
          <a:lstStyle/>
          <a:p>
            <a:pPr>
              <a:defRPr/>
            </a:pPr>
            <a:fld id="{B294AA20-70C1-432B-A105-08E23DDBA8C4}" type="slidenum">
              <a:rPr lang="zh-CN" altLang="en-US" smtClean="0"/>
              <a:pPr>
                <a:defRPr/>
              </a:pPr>
              <a:t>64</a:t>
            </a:fld>
            <a:endParaRPr lang="zh-CN" altLang="en-US"/>
          </a:p>
        </p:txBody>
      </p:sp>
    </p:spTree>
  </p:cSld>
  <p:clrMapOvr>
    <a:masterClrMapping/>
  </p:clrMapOvr>
  <p:transition spd="slow">
    <p:push dir="u"/>
  </p:transition>
  <p:timing>
    <p:tnLst>
      <p:par>
        <p:cTn id="1" dur="indefinite" restart="never" nodeType="tmRoot"/>
      </p:par>
    </p:tnLst>
  </p:timing>
</p:sld>
</file>

<file path=ppt/slides/slide6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0114" name="标题 1"/>
          <p:cNvSpPr>
            <a:spLocks noGrp="1"/>
          </p:cNvSpPr>
          <p:nvPr>
            <p:ph type="title"/>
          </p:nvPr>
        </p:nvSpPr>
        <p:spPr>
          <a:xfrm>
            <a:off x="107950" y="44450"/>
            <a:ext cx="7343775" cy="792163"/>
          </a:xfrm>
        </p:spPr>
        <p:txBody>
          <a:bodyPr/>
          <a:lstStyle/>
          <a:p>
            <a:r>
              <a:rPr lang="en-US" altLang="zh-CN" smtClean="0"/>
              <a:t>2.10 </a:t>
            </a:r>
            <a:r>
              <a:rPr lang="zh-CN" altLang="en-US" smtClean="0"/>
              <a:t>网络互连与通信参考模型</a:t>
            </a:r>
          </a:p>
        </p:txBody>
      </p:sp>
      <p:sp>
        <p:nvSpPr>
          <p:cNvPr id="90115" name="内容占位符 2"/>
          <p:cNvSpPr>
            <a:spLocks noGrp="1"/>
          </p:cNvSpPr>
          <p:nvPr>
            <p:ph idx="1"/>
          </p:nvPr>
        </p:nvSpPr>
        <p:spPr>
          <a:xfrm>
            <a:off x="107950" y="981075"/>
            <a:ext cx="8928100" cy="5102225"/>
          </a:xfrm>
        </p:spPr>
        <p:txBody>
          <a:bodyPr/>
          <a:lstStyle/>
          <a:p>
            <a:pPr algn="just"/>
            <a:r>
              <a:rPr lang="en-US" altLang="zh-CN" b="1" dirty="0" smtClean="0">
                <a:solidFill>
                  <a:srgbClr val="FF0000"/>
                </a:solidFill>
              </a:rPr>
              <a:t>OSI</a:t>
            </a:r>
            <a:r>
              <a:rPr lang="zh-CN" altLang="en-US" b="1" dirty="0" smtClean="0">
                <a:solidFill>
                  <a:srgbClr val="FF0000"/>
                </a:solidFill>
              </a:rPr>
              <a:t>参考模型：</a:t>
            </a:r>
            <a:endParaRPr lang="en-US" altLang="zh-CN" b="1" dirty="0" smtClean="0">
              <a:solidFill>
                <a:srgbClr val="FF0000"/>
              </a:solidFill>
            </a:endParaRPr>
          </a:p>
          <a:p>
            <a:pPr lvl="1" algn="just"/>
            <a:r>
              <a:rPr lang="zh-CN" altLang="en-US" sz="2400" dirty="0" smtClean="0">
                <a:solidFill>
                  <a:srgbClr val="FF0000"/>
                </a:solidFill>
              </a:rPr>
              <a:t>概念：</a:t>
            </a:r>
            <a:r>
              <a:rPr lang="zh-CN" altLang="en-US" sz="2400" dirty="0">
                <a:solidFill>
                  <a:srgbClr val="C00000"/>
                </a:solidFill>
              </a:rPr>
              <a:t>开放式系统互连</a:t>
            </a:r>
            <a:r>
              <a:rPr lang="zh-CN" altLang="en-US" sz="2400" dirty="0"/>
              <a:t>（</a:t>
            </a:r>
            <a:r>
              <a:rPr lang="en-US" altLang="zh-CN" sz="2400" dirty="0"/>
              <a:t>OSI</a:t>
            </a:r>
            <a:r>
              <a:rPr lang="zh-CN" altLang="en-US" sz="2400" dirty="0"/>
              <a:t>，</a:t>
            </a:r>
            <a:r>
              <a:rPr lang="en-US" altLang="zh-CN" sz="2400" dirty="0"/>
              <a:t>Open System Interconnection</a:t>
            </a:r>
            <a:r>
              <a:rPr lang="zh-CN" altLang="en-US" sz="2400" dirty="0"/>
              <a:t>）参考模型，国</a:t>
            </a:r>
            <a:r>
              <a:rPr lang="zh-CN" altLang="en-US" sz="2400" dirty="0" smtClean="0"/>
              <a:t>际标准化组织（</a:t>
            </a:r>
            <a:r>
              <a:rPr lang="en-US" altLang="zh-CN" sz="2400" dirty="0" smtClean="0"/>
              <a:t>ISO</a:t>
            </a:r>
            <a:r>
              <a:rPr lang="zh-CN" altLang="en-US" sz="2400" dirty="0" smtClean="0"/>
              <a:t>）提出，通</a:t>
            </a:r>
            <a:r>
              <a:rPr lang="zh-CN" altLang="en-US" sz="2400" dirty="0"/>
              <a:t>过</a:t>
            </a:r>
            <a:r>
              <a:rPr lang="zh-CN" altLang="en-US" sz="2400" dirty="0" smtClean="0"/>
              <a:t>分层模型为异构系统互连提供共同基础和标准框架，并为保持相关标准的一致性和兼容性提供参考。</a:t>
            </a:r>
            <a:endParaRPr lang="en-US" altLang="zh-CN" sz="2400" dirty="0" smtClean="0"/>
          </a:p>
          <a:p>
            <a:pPr lvl="1" algn="just"/>
            <a:r>
              <a:rPr lang="zh-CN" altLang="en-US" sz="2400" dirty="0" smtClean="0">
                <a:solidFill>
                  <a:srgbClr val="FF0000"/>
                </a:solidFill>
              </a:rPr>
              <a:t>层次：</a:t>
            </a:r>
            <a:r>
              <a:rPr lang="zh-CN" altLang="en-US" sz="2400" dirty="0" smtClean="0"/>
              <a:t>将开放系统的</a:t>
            </a:r>
            <a:r>
              <a:rPr lang="zh-CN" altLang="en-US" sz="2400" dirty="0" smtClean="0">
                <a:solidFill>
                  <a:srgbClr val="C00000"/>
                </a:solidFill>
              </a:rPr>
              <a:t>通信功能</a:t>
            </a:r>
            <a:r>
              <a:rPr lang="zh-CN" altLang="en-US" sz="2400" dirty="0" smtClean="0"/>
              <a:t>划分为</a:t>
            </a:r>
            <a:r>
              <a:rPr lang="zh-CN" altLang="en-US" sz="2400" dirty="0" smtClean="0">
                <a:solidFill>
                  <a:srgbClr val="C00000"/>
                </a:solidFill>
              </a:rPr>
              <a:t>七个层次</a:t>
            </a:r>
            <a:r>
              <a:rPr lang="zh-CN" altLang="en-US" sz="2400" dirty="0" smtClean="0"/>
              <a:t>，相似功能集中在同一层中，功能差别较大时分层。各层协议由各层独立进行，每层只对相邻的上、下层定义接口。分层使得引入新技术或提出新业务要求时，可将影响限制在相关层中而不改动全部协议。</a:t>
            </a:r>
            <a:endParaRPr lang="en-US" altLang="zh-CN" sz="2400" dirty="0" smtClean="0"/>
          </a:p>
          <a:p>
            <a:pPr lvl="1" algn="just"/>
            <a:r>
              <a:rPr lang="zh-CN" altLang="en-US" sz="2400" dirty="0" smtClean="0">
                <a:solidFill>
                  <a:srgbClr val="FF0000"/>
                </a:solidFill>
              </a:rPr>
              <a:t>目的：</a:t>
            </a:r>
            <a:r>
              <a:rPr lang="zh-CN" altLang="en-US" sz="2400" dirty="0" smtClean="0"/>
              <a:t>允许任一支持某种可用标准的计算机应用进程，自由地与任何支持同一标准的计算机应用进程进行通信。 </a:t>
            </a:r>
          </a:p>
        </p:txBody>
      </p:sp>
      <p:sp>
        <p:nvSpPr>
          <p:cNvPr id="4" name="灯片编号占位符 3"/>
          <p:cNvSpPr>
            <a:spLocks noGrp="1"/>
          </p:cNvSpPr>
          <p:nvPr>
            <p:ph type="sldNum" sz="quarter" idx="12"/>
          </p:nvPr>
        </p:nvSpPr>
        <p:spPr/>
        <p:txBody>
          <a:bodyPr/>
          <a:lstStyle/>
          <a:p>
            <a:pPr>
              <a:defRPr/>
            </a:pPr>
            <a:fld id="{ECCDE0F7-2912-4716-83E8-C1BDDBFA4C14}" type="slidenum">
              <a:rPr lang="zh-CN" altLang="en-US" smtClean="0"/>
              <a:pPr>
                <a:defRPr/>
              </a:pPr>
              <a:t>65</a:t>
            </a:fld>
            <a:endParaRPr lang="zh-CN" altLang="en-US"/>
          </a:p>
        </p:txBody>
      </p:sp>
    </p:spTree>
  </p:cSld>
  <p:clrMapOvr>
    <a:masterClrMapping/>
  </p:clrMapOvr>
  <p:transition spd="slow">
    <p:push dir="u"/>
  </p:transition>
  <p:timing>
    <p:tnLst>
      <p:par>
        <p:cTn id="1" dur="indefinite" restart="never" nodeType="tmRoot"/>
      </p:par>
    </p:tnLst>
  </p:timing>
</p:sld>
</file>

<file path=ppt/slides/slide6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1138" name="标题 1"/>
          <p:cNvSpPr>
            <a:spLocks noGrp="1"/>
          </p:cNvSpPr>
          <p:nvPr>
            <p:ph type="title"/>
          </p:nvPr>
        </p:nvSpPr>
        <p:spPr>
          <a:xfrm>
            <a:off x="107950" y="44450"/>
            <a:ext cx="7343775" cy="792163"/>
          </a:xfrm>
        </p:spPr>
        <p:txBody>
          <a:bodyPr/>
          <a:lstStyle/>
          <a:p>
            <a:r>
              <a:rPr lang="en-US" altLang="zh-CN" smtClean="0"/>
              <a:t>2.10 </a:t>
            </a:r>
            <a:r>
              <a:rPr lang="zh-CN" altLang="en-US" smtClean="0"/>
              <a:t>网络互连与通信参考模型</a:t>
            </a:r>
          </a:p>
        </p:txBody>
      </p:sp>
      <p:sp>
        <p:nvSpPr>
          <p:cNvPr id="4" name="灯片编号占位符 3"/>
          <p:cNvSpPr>
            <a:spLocks noGrp="1"/>
          </p:cNvSpPr>
          <p:nvPr>
            <p:ph type="sldNum" sz="quarter" idx="12"/>
          </p:nvPr>
        </p:nvSpPr>
        <p:spPr/>
        <p:txBody>
          <a:bodyPr/>
          <a:lstStyle/>
          <a:p>
            <a:pPr>
              <a:defRPr/>
            </a:pPr>
            <a:fld id="{B2EF6A2E-6FDA-4397-831C-A6414A5209EC}" type="slidenum">
              <a:rPr lang="zh-CN" altLang="en-US" smtClean="0"/>
              <a:pPr>
                <a:defRPr/>
              </a:pPr>
              <a:t>66</a:t>
            </a:fld>
            <a:endParaRPr lang="zh-CN" altLang="en-US"/>
          </a:p>
        </p:txBody>
      </p:sp>
      <p:pic>
        <p:nvPicPr>
          <p:cNvPr id="91140" name="Picture 3"/>
          <p:cNvPicPr>
            <a:picLocks noChangeAspect="1" noChangeArrowheads="1"/>
          </p:cNvPicPr>
          <p:nvPr/>
        </p:nvPicPr>
        <p:blipFill>
          <a:blip r:embed="rId3">
            <a:extLst>
              <a:ext uri="{28A0092B-C50C-407E-A947-70E740481C1C}">
                <a14:useLocalDpi xmlns:a14="http://schemas.microsoft.com/office/drawing/2010/main" val="0"/>
              </a:ext>
            </a:extLst>
          </a:blip>
          <a:srcRect b="6395"/>
          <a:stretch>
            <a:fillRect/>
          </a:stretch>
        </p:blipFill>
        <p:spPr bwMode="auto">
          <a:xfrm>
            <a:off x="179388" y="908050"/>
            <a:ext cx="7620000" cy="54737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6" name="线形标注 1 5"/>
          <p:cNvSpPr/>
          <p:nvPr/>
        </p:nvSpPr>
        <p:spPr>
          <a:xfrm>
            <a:off x="1835150" y="908050"/>
            <a:ext cx="6948488" cy="2520950"/>
          </a:xfrm>
          <a:prstGeom prst="borderCallout1">
            <a:avLst>
              <a:gd name="adj1" fmla="val 100724"/>
              <a:gd name="adj2" fmla="val -234"/>
              <a:gd name="adj3" fmla="val 161343"/>
              <a:gd name="adj4" fmla="val -8293"/>
            </a:avLst>
          </a:prstGeom>
          <a:solidFill>
            <a:schemeClr val="accent6">
              <a:lumMod val="20000"/>
              <a:lumOff val="80000"/>
            </a:schemeClr>
          </a:solidFill>
        </p:spPr>
        <p:style>
          <a:lnRef idx="2">
            <a:schemeClr val="accent1">
              <a:shade val="50000"/>
            </a:schemeClr>
          </a:lnRef>
          <a:fillRef idx="1">
            <a:schemeClr val="accent1"/>
          </a:fillRef>
          <a:effectRef idx="0">
            <a:schemeClr val="accent1"/>
          </a:effectRef>
          <a:fontRef idx="minor">
            <a:schemeClr val="lt1"/>
          </a:fontRef>
        </p:style>
        <p:txBody>
          <a:bodyPr anchor="ctr"/>
          <a:lstStyle/>
          <a:p>
            <a:pPr algn="just">
              <a:defRPr/>
            </a:pPr>
            <a:r>
              <a:rPr kumimoji="1" lang="zh-CN" altLang="en-US" sz="2400" dirty="0">
                <a:solidFill>
                  <a:schemeClr val="tx1"/>
                </a:solidFill>
                <a:ea typeface="楷体_GB2312" pitchFamily="49" charset="-122"/>
              </a:rPr>
              <a:t>物理层是</a:t>
            </a:r>
            <a:r>
              <a:rPr kumimoji="1" lang="en-US" altLang="zh-CN" sz="2400" dirty="0">
                <a:solidFill>
                  <a:schemeClr val="tx1"/>
                </a:solidFill>
                <a:ea typeface="楷体_GB2312" pitchFamily="49" charset="-122"/>
              </a:rPr>
              <a:t>OSI</a:t>
            </a:r>
            <a:r>
              <a:rPr kumimoji="1" lang="zh-CN" altLang="en-US" sz="2400" dirty="0">
                <a:solidFill>
                  <a:schemeClr val="tx1"/>
                </a:solidFill>
                <a:ea typeface="楷体_GB2312" pitchFamily="49" charset="-122"/>
              </a:rPr>
              <a:t>参考模型的最底层，主要功能是</a:t>
            </a:r>
            <a:r>
              <a:rPr lang="zh-CN" altLang="en-US" sz="2400" dirty="0">
                <a:solidFill>
                  <a:schemeClr val="tx1"/>
                </a:solidFill>
                <a:ea typeface="楷体_GB2312" pitchFamily="49" charset="-122"/>
              </a:rPr>
              <a:t>定义终端之间的电压、频率、数据速率、最大传输距离、物理连接器等等电气、机械特性和标准，</a:t>
            </a:r>
            <a:r>
              <a:rPr kumimoji="1" lang="zh-CN" altLang="en-US" sz="2400" dirty="0">
                <a:solidFill>
                  <a:schemeClr val="tx1"/>
                </a:solidFill>
                <a:ea typeface="楷体_GB2312" pitchFamily="49" charset="-122"/>
              </a:rPr>
              <a:t>利用传输介质为数据链路层提供物理连接，传输的基本单位是比特，也称为位。物理层典型的协议有</a:t>
            </a:r>
            <a:r>
              <a:rPr kumimoji="1" lang="en-US" altLang="zh-CN" sz="2400" dirty="0">
                <a:solidFill>
                  <a:schemeClr val="tx1"/>
                </a:solidFill>
                <a:ea typeface="楷体_GB2312" pitchFamily="49" charset="-122"/>
              </a:rPr>
              <a:t>RS232</a:t>
            </a:r>
            <a:r>
              <a:rPr kumimoji="1" lang="zh-CN" altLang="en-US" sz="2400" dirty="0">
                <a:solidFill>
                  <a:schemeClr val="tx1"/>
                </a:solidFill>
                <a:ea typeface="楷体_GB2312" pitchFamily="49" charset="-122"/>
              </a:rPr>
              <a:t>，</a:t>
            </a:r>
            <a:r>
              <a:rPr kumimoji="1" lang="en-US" altLang="zh-CN" sz="2400" dirty="0">
                <a:solidFill>
                  <a:schemeClr val="tx1"/>
                </a:solidFill>
                <a:ea typeface="楷体_GB2312" pitchFamily="49" charset="-122"/>
              </a:rPr>
              <a:t>RS422</a:t>
            </a:r>
            <a:r>
              <a:rPr kumimoji="1" lang="zh-CN" altLang="en-US" sz="2400" dirty="0">
                <a:solidFill>
                  <a:schemeClr val="tx1"/>
                </a:solidFill>
                <a:ea typeface="楷体_GB2312" pitchFamily="49" charset="-122"/>
              </a:rPr>
              <a:t>，</a:t>
            </a:r>
            <a:r>
              <a:rPr kumimoji="1" lang="en-US" altLang="zh-CN" sz="2400" dirty="0">
                <a:solidFill>
                  <a:schemeClr val="tx1"/>
                </a:solidFill>
                <a:ea typeface="楷体_GB2312" pitchFamily="49" charset="-122"/>
              </a:rPr>
              <a:t>RS485</a:t>
            </a:r>
            <a:r>
              <a:rPr kumimoji="1" lang="zh-CN" altLang="en-US" sz="2400" dirty="0">
                <a:solidFill>
                  <a:schemeClr val="tx1"/>
                </a:solidFill>
                <a:ea typeface="楷体_GB2312" pitchFamily="49" charset="-122"/>
              </a:rPr>
              <a:t>等。</a:t>
            </a:r>
            <a:endParaRPr lang="zh-CN" altLang="en-US" sz="2400" dirty="0">
              <a:solidFill>
                <a:schemeClr val="tx1"/>
              </a:solidFill>
            </a:endParaRPr>
          </a:p>
        </p:txBody>
      </p:sp>
      <p:sp>
        <p:nvSpPr>
          <p:cNvPr id="3" name="圆角矩形标注 2"/>
          <p:cNvSpPr/>
          <p:nvPr/>
        </p:nvSpPr>
        <p:spPr>
          <a:xfrm>
            <a:off x="1835150" y="3500438"/>
            <a:ext cx="6948488" cy="2881312"/>
          </a:xfrm>
          <a:prstGeom prst="wedgeRoundRectCallout">
            <a:avLst>
              <a:gd name="adj1" fmla="val -19794"/>
              <a:gd name="adj2" fmla="val 49231"/>
              <a:gd name="adj3" fmla="val 16667"/>
            </a:avLst>
          </a:prstGeom>
          <a:solidFill>
            <a:schemeClr val="accent5">
              <a:lumMod val="20000"/>
              <a:lumOff val="80000"/>
            </a:schemeClr>
          </a:solidFill>
        </p:spPr>
        <p:style>
          <a:lnRef idx="2">
            <a:schemeClr val="accent1">
              <a:shade val="50000"/>
            </a:schemeClr>
          </a:lnRef>
          <a:fillRef idx="1">
            <a:schemeClr val="accent1"/>
          </a:fillRef>
          <a:effectRef idx="0">
            <a:schemeClr val="accent1"/>
          </a:effectRef>
          <a:fontRef idx="minor">
            <a:schemeClr val="lt1"/>
          </a:fontRef>
        </p:style>
        <p:txBody>
          <a:bodyPr anchor="ctr"/>
          <a:lstStyle/>
          <a:p>
            <a:pPr>
              <a:defRPr/>
            </a:pPr>
            <a:r>
              <a:rPr lang="zh-CN" altLang="en-US" sz="2400" dirty="0">
                <a:solidFill>
                  <a:schemeClr val="tx1"/>
                </a:solidFill>
                <a:ea typeface="楷体_GB2312" pitchFamily="49" charset="-122"/>
              </a:rPr>
              <a:t>典型问题包括：多少伏电压表示“</a:t>
            </a:r>
            <a:r>
              <a:rPr lang="en-US" altLang="zh-CN" sz="2400" dirty="0">
                <a:solidFill>
                  <a:schemeClr val="tx1"/>
                </a:solidFill>
                <a:ea typeface="楷体_GB2312" pitchFamily="49" charset="-122"/>
              </a:rPr>
              <a:t>1”</a:t>
            </a:r>
            <a:r>
              <a:rPr lang="zh-CN" altLang="en-US" sz="2400" dirty="0">
                <a:solidFill>
                  <a:schemeClr val="tx1"/>
                </a:solidFill>
                <a:ea typeface="楷体_GB2312" pitchFamily="49" charset="-122"/>
              </a:rPr>
              <a:t>，多少伏电压表示“</a:t>
            </a:r>
            <a:r>
              <a:rPr lang="en-US" altLang="zh-CN" sz="2400" dirty="0">
                <a:solidFill>
                  <a:schemeClr val="tx1"/>
                </a:solidFill>
                <a:ea typeface="楷体_GB2312" pitchFamily="49" charset="-122"/>
              </a:rPr>
              <a:t>0”</a:t>
            </a:r>
            <a:r>
              <a:rPr lang="zh-CN" altLang="en-US" sz="2400" dirty="0">
                <a:solidFill>
                  <a:schemeClr val="tx1"/>
                </a:solidFill>
                <a:ea typeface="楷体_GB2312" pitchFamily="49" charset="-122"/>
              </a:rPr>
              <a:t>；一个比特持续多少微秒；传输是否在两个方向上同时进行；最初的连接如何建立和完成通信后连接如何终止；网络接插件有多少针以及各针的用途等。</a:t>
            </a:r>
            <a:endParaRPr lang="en-US" altLang="zh-CN" sz="2400" dirty="0">
              <a:solidFill>
                <a:schemeClr val="tx1"/>
              </a:solidFill>
              <a:ea typeface="楷体_GB2312" pitchFamily="49" charset="-122"/>
            </a:endParaRPr>
          </a:p>
          <a:p>
            <a:pPr>
              <a:defRPr/>
            </a:pPr>
            <a:r>
              <a:rPr lang="zh-CN" altLang="en-US" sz="2400" dirty="0">
                <a:solidFill>
                  <a:schemeClr val="tx1"/>
                </a:solidFill>
                <a:ea typeface="楷体_GB2312" pitchFamily="49" charset="-122"/>
              </a:rPr>
              <a:t>这里的设计主要是处理机械的、电气的和过程的接口，以及物理层下的物理传输介质等问题。 </a:t>
            </a:r>
            <a:endParaRPr lang="zh-CN" altLang="en-US" dirty="0"/>
          </a:p>
        </p:txBody>
      </p:sp>
    </p:spTree>
  </p:cSld>
  <p:clrMapOvr>
    <a:masterClrMapping/>
  </p:clrMapOvr>
  <p:transition spd="slow">
    <p:push dir="u"/>
  </p:transition>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2" presetClass="entr" presetSubtype="4" fill="hold" grpId="0" nodeType="clickEffect">
                                  <p:stCondLst>
                                    <p:cond delay="0"/>
                                  </p:stCondLst>
                                  <p:childTnLst>
                                    <p:set>
                                      <p:cBhvr>
                                        <p:cTn id="6" dur="1" fill="hold">
                                          <p:stCondLst>
                                            <p:cond delay="0"/>
                                          </p:stCondLst>
                                        </p:cTn>
                                        <p:tgtEl>
                                          <p:spTgt spid="6"/>
                                        </p:tgtEl>
                                        <p:attrNameLst>
                                          <p:attrName>style.visibility</p:attrName>
                                        </p:attrNameLst>
                                      </p:cBhvr>
                                      <p:to>
                                        <p:strVal val="visible"/>
                                      </p:to>
                                    </p:set>
                                    <p:anim calcmode="lin" valueType="num">
                                      <p:cBhvr additive="base">
                                        <p:cTn id="7" dur="500" fill="hold"/>
                                        <p:tgtEl>
                                          <p:spTgt spid="6"/>
                                        </p:tgtEl>
                                        <p:attrNameLst>
                                          <p:attrName>ppt_x</p:attrName>
                                        </p:attrNameLst>
                                      </p:cBhvr>
                                      <p:tavLst>
                                        <p:tav tm="0">
                                          <p:val>
                                            <p:strVal val="#ppt_x"/>
                                          </p:val>
                                        </p:tav>
                                        <p:tav tm="100000">
                                          <p:val>
                                            <p:strVal val="#ppt_x"/>
                                          </p:val>
                                        </p:tav>
                                      </p:tavLst>
                                    </p:anim>
                                    <p:anim calcmode="lin" valueType="num">
                                      <p:cBhvr additive="base">
                                        <p:cTn id="8" dur="500" fill="hold"/>
                                        <p:tgtEl>
                                          <p:spTgt spid="6"/>
                                        </p:tgtEl>
                                        <p:attrNameLst>
                                          <p:attrName>ppt_y</p:attrName>
                                        </p:attrNameLst>
                                      </p:cBhvr>
                                      <p:tavLst>
                                        <p:tav tm="0">
                                          <p:val>
                                            <p:strVal val="1+#ppt_h/2"/>
                                          </p:val>
                                        </p:tav>
                                        <p:tav tm="100000">
                                          <p:val>
                                            <p:strVal val="#ppt_y"/>
                                          </p:val>
                                        </p:tav>
                                      </p:tavLst>
                                    </p:anim>
                                  </p:childTnLst>
                                </p:cTn>
                              </p:par>
                            </p:childTnLst>
                          </p:cTn>
                        </p:par>
                      </p:childTnLst>
                    </p:cTn>
                  </p:par>
                  <p:par>
                    <p:cTn id="9" fill="hold" nodeType="clickPar">
                      <p:stCondLst>
                        <p:cond delay="indefinite"/>
                      </p:stCondLst>
                      <p:childTnLst>
                        <p:par>
                          <p:cTn id="10" fill="hold" nodeType="withGroup">
                            <p:stCondLst>
                              <p:cond delay="0"/>
                            </p:stCondLst>
                            <p:childTnLst>
                              <p:par>
                                <p:cTn id="11" presetID="2" presetClass="entr" presetSubtype="4" fill="hold" grpId="0" nodeType="clickEffect">
                                  <p:stCondLst>
                                    <p:cond delay="0"/>
                                  </p:stCondLst>
                                  <p:childTnLst>
                                    <p:set>
                                      <p:cBhvr>
                                        <p:cTn id="12" dur="1" fill="hold">
                                          <p:stCondLst>
                                            <p:cond delay="0"/>
                                          </p:stCondLst>
                                        </p:cTn>
                                        <p:tgtEl>
                                          <p:spTgt spid="3"/>
                                        </p:tgtEl>
                                        <p:attrNameLst>
                                          <p:attrName>style.visibility</p:attrName>
                                        </p:attrNameLst>
                                      </p:cBhvr>
                                      <p:to>
                                        <p:strVal val="visible"/>
                                      </p:to>
                                    </p:set>
                                    <p:anim calcmode="lin" valueType="num">
                                      <p:cBhvr additive="base">
                                        <p:cTn id="13" dur="500" fill="hold"/>
                                        <p:tgtEl>
                                          <p:spTgt spid="3"/>
                                        </p:tgtEl>
                                        <p:attrNameLst>
                                          <p:attrName>ppt_x</p:attrName>
                                        </p:attrNameLst>
                                      </p:cBhvr>
                                      <p:tavLst>
                                        <p:tav tm="0">
                                          <p:val>
                                            <p:strVal val="#ppt_x"/>
                                          </p:val>
                                        </p:tav>
                                        <p:tav tm="100000">
                                          <p:val>
                                            <p:strVal val="#ppt_x"/>
                                          </p:val>
                                        </p:tav>
                                      </p:tavLst>
                                    </p:anim>
                                    <p:anim calcmode="lin" valueType="num">
                                      <p:cBhvr additive="base">
                                        <p:cTn id="14" dur="500" fill="hold"/>
                                        <p:tgtEl>
                                          <p:spTgt spid="3"/>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 grpId="0" animBg="1"/>
      <p:bldP spid="3" grpId="0" animBg="1"/>
    </p:bldLst>
  </p:timing>
</p:sld>
</file>

<file path=ppt/slides/slide6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2162" name="标题 1"/>
          <p:cNvSpPr>
            <a:spLocks noGrp="1"/>
          </p:cNvSpPr>
          <p:nvPr>
            <p:ph type="title"/>
          </p:nvPr>
        </p:nvSpPr>
        <p:spPr>
          <a:xfrm>
            <a:off x="107950" y="44450"/>
            <a:ext cx="7343775" cy="792163"/>
          </a:xfrm>
        </p:spPr>
        <p:txBody>
          <a:bodyPr/>
          <a:lstStyle/>
          <a:p>
            <a:r>
              <a:rPr lang="en-US" altLang="zh-CN" smtClean="0"/>
              <a:t>2.10 </a:t>
            </a:r>
            <a:r>
              <a:rPr lang="zh-CN" altLang="en-US" smtClean="0"/>
              <a:t>网络互连与通信参考模型</a:t>
            </a:r>
          </a:p>
        </p:txBody>
      </p:sp>
      <p:sp>
        <p:nvSpPr>
          <p:cNvPr id="4" name="灯片编号占位符 3"/>
          <p:cNvSpPr>
            <a:spLocks noGrp="1"/>
          </p:cNvSpPr>
          <p:nvPr>
            <p:ph type="sldNum" sz="quarter" idx="12"/>
          </p:nvPr>
        </p:nvSpPr>
        <p:spPr/>
        <p:txBody>
          <a:bodyPr/>
          <a:lstStyle/>
          <a:p>
            <a:pPr>
              <a:defRPr/>
            </a:pPr>
            <a:fld id="{3AC5E0D7-5B6B-4149-BA91-57FB671196FA}" type="slidenum">
              <a:rPr lang="zh-CN" altLang="en-US" smtClean="0"/>
              <a:pPr>
                <a:defRPr/>
              </a:pPr>
              <a:t>67</a:t>
            </a:fld>
            <a:endParaRPr lang="zh-CN" altLang="en-US"/>
          </a:p>
        </p:txBody>
      </p:sp>
      <p:pic>
        <p:nvPicPr>
          <p:cNvPr id="92164" name="Picture 3"/>
          <p:cNvPicPr>
            <a:picLocks noChangeAspect="1" noChangeArrowheads="1"/>
          </p:cNvPicPr>
          <p:nvPr/>
        </p:nvPicPr>
        <p:blipFill>
          <a:blip r:embed="rId3">
            <a:extLst>
              <a:ext uri="{28A0092B-C50C-407E-A947-70E740481C1C}">
                <a14:useLocalDpi xmlns:a14="http://schemas.microsoft.com/office/drawing/2010/main" val="0"/>
              </a:ext>
            </a:extLst>
          </a:blip>
          <a:srcRect b="6395"/>
          <a:stretch>
            <a:fillRect/>
          </a:stretch>
        </p:blipFill>
        <p:spPr bwMode="auto">
          <a:xfrm>
            <a:off x="179388" y="908050"/>
            <a:ext cx="7620000" cy="54737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7" name="线形标注 1 6"/>
          <p:cNvSpPr/>
          <p:nvPr/>
        </p:nvSpPr>
        <p:spPr>
          <a:xfrm>
            <a:off x="1835150" y="908050"/>
            <a:ext cx="6948488" cy="1152525"/>
          </a:xfrm>
          <a:prstGeom prst="borderCallout1">
            <a:avLst>
              <a:gd name="adj1" fmla="val 100724"/>
              <a:gd name="adj2" fmla="val -234"/>
              <a:gd name="adj3" fmla="val 305247"/>
              <a:gd name="adj4" fmla="val -6388"/>
            </a:avLst>
          </a:prstGeom>
          <a:solidFill>
            <a:schemeClr val="accent6">
              <a:lumMod val="20000"/>
              <a:lumOff val="80000"/>
            </a:schemeClr>
          </a:solidFill>
        </p:spPr>
        <p:style>
          <a:lnRef idx="2">
            <a:schemeClr val="accent1">
              <a:shade val="50000"/>
            </a:schemeClr>
          </a:lnRef>
          <a:fillRef idx="1">
            <a:schemeClr val="accent1"/>
          </a:fillRef>
          <a:effectRef idx="0">
            <a:schemeClr val="accent1"/>
          </a:effectRef>
          <a:fontRef idx="minor">
            <a:schemeClr val="lt1"/>
          </a:fontRef>
        </p:style>
        <p:txBody>
          <a:bodyPr anchor="ctr"/>
          <a:lstStyle/>
          <a:p>
            <a:pPr algn="just">
              <a:defRPr/>
            </a:pPr>
            <a:r>
              <a:rPr kumimoji="1" lang="zh-CN" altLang="en-US" sz="2400" dirty="0">
                <a:solidFill>
                  <a:srgbClr val="FF0000"/>
                </a:solidFill>
                <a:ea typeface="楷体_GB2312" pitchFamily="49" charset="-122"/>
              </a:rPr>
              <a:t>数据链路层</a:t>
            </a:r>
            <a:r>
              <a:rPr kumimoji="1" lang="zh-CN" altLang="en-US" sz="2400" dirty="0">
                <a:solidFill>
                  <a:schemeClr val="tx1"/>
                </a:solidFill>
                <a:ea typeface="楷体_GB2312" pitchFamily="49" charset="-122"/>
              </a:rPr>
              <a:t>在物理层之上，在通信实体之间建立数据链路连接，将物理层收到的信号组成有意义的数据。数据传送通常以帧为单位。</a:t>
            </a:r>
            <a:endParaRPr lang="zh-CN" altLang="en-US" sz="2400" dirty="0">
              <a:solidFill>
                <a:schemeClr val="tx1"/>
              </a:solidFill>
            </a:endParaRPr>
          </a:p>
        </p:txBody>
      </p:sp>
      <p:sp>
        <p:nvSpPr>
          <p:cNvPr id="8" name="圆角矩形标注 7"/>
          <p:cNvSpPr/>
          <p:nvPr/>
        </p:nvSpPr>
        <p:spPr>
          <a:xfrm>
            <a:off x="1835150" y="3500438"/>
            <a:ext cx="6948488" cy="2160587"/>
          </a:xfrm>
          <a:prstGeom prst="wedgeRoundRectCallout">
            <a:avLst>
              <a:gd name="adj1" fmla="val -19794"/>
              <a:gd name="adj2" fmla="val 49231"/>
              <a:gd name="adj3" fmla="val 16667"/>
            </a:avLst>
          </a:prstGeom>
          <a:solidFill>
            <a:schemeClr val="accent5">
              <a:lumMod val="20000"/>
              <a:lumOff val="80000"/>
            </a:schemeClr>
          </a:solidFill>
        </p:spPr>
        <p:style>
          <a:lnRef idx="2">
            <a:schemeClr val="accent1">
              <a:shade val="50000"/>
            </a:schemeClr>
          </a:lnRef>
          <a:fillRef idx="1">
            <a:schemeClr val="accent1"/>
          </a:fillRef>
          <a:effectRef idx="0">
            <a:schemeClr val="accent1"/>
          </a:effectRef>
          <a:fontRef idx="minor">
            <a:schemeClr val="lt1"/>
          </a:fontRef>
        </p:style>
        <p:txBody>
          <a:bodyPr anchor="ctr"/>
          <a:lstStyle/>
          <a:p>
            <a:pPr>
              <a:defRPr/>
            </a:pPr>
            <a:r>
              <a:rPr lang="zh-CN" altLang="en-US" sz="2400" dirty="0">
                <a:solidFill>
                  <a:schemeClr val="tx1"/>
                </a:solidFill>
                <a:ea typeface="楷体_GB2312" pitchFamily="49" charset="-122"/>
              </a:rPr>
              <a:t>主要任务是加强物理层传输原始比特的功能，使之对网络层显现为一条无错线路。数据链路层要解决由于帧的破坏、丢失和重复所出现的问题；流量调节和出错处理问题；线路使用权的竞争问题；对共享信道访问的控制问题等。</a:t>
            </a:r>
          </a:p>
        </p:txBody>
      </p:sp>
    </p:spTree>
  </p:cSld>
  <p:clrMapOvr>
    <a:masterClrMapping/>
  </p:clrMapOvr>
  <p:transition spd="slow">
    <p:push dir="u"/>
  </p:transition>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2" presetClass="entr" presetSubtype="4" fill="hold" grpId="0" nodeType="clickEffect">
                                  <p:stCondLst>
                                    <p:cond delay="0"/>
                                  </p:stCondLst>
                                  <p:childTnLst>
                                    <p:set>
                                      <p:cBhvr>
                                        <p:cTn id="6" dur="1" fill="hold">
                                          <p:stCondLst>
                                            <p:cond delay="0"/>
                                          </p:stCondLst>
                                        </p:cTn>
                                        <p:tgtEl>
                                          <p:spTgt spid="7"/>
                                        </p:tgtEl>
                                        <p:attrNameLst>
                                          <p:attrName>style.visibility</p:attrName>
                                        </p:attrNameLst>
                                      </p:cBhvr>
                                      <p:to>
                                        <p:strVal val="visible"/>
                                      </p:to>
                                    </p:set>
                                    <p:anim calcmode="lin" valueType="num">
                                      <p:cBhvr additive="base">
                                        <p:cTn id="7" dur="500" fill="hold"/>
                                        <p:tgtEl>
                                          <p:spTgt spid="7"/>
                                        </p:tgtEl>
                                        <p:attrNameLst>
                                          <p:attrName>ppt_x</p:attrName>
                                        </p:attrNameLst>
                                      </p:cBhvr>
                                      <p:tavLst>
                                        <p:tav tm="0">
                                          <p:val>
                                            <p:strVal val="#ppt_x"/>
                                          </p:val>
                                        </p:tav>
                                        <p:tav tm="100000">
                                          <p:val>
                                            <p:strVal val="#ppt_x"/>
                                          </p:val>
                                        </p:tav>
                                      </p:tavLst>
                                    </p:anim>
                                    <p:anim calcmode="lin" valueType="num">
                                      <p:cBhvr additive="base">
                                        <p:cTn id="8" dur="500" fill="hold"/>
                                        <p:tgtEl>
                                          <p:spTgt spid="7"/>
                                        </p:tgtEl>
                                        <p:attrNameLst>
                                          <p:attrName>ppt_y</p:attrName>
                                        </p:attrNameLst>
                                      </p:cBhvr>
                                      <p:tavLst>
                                        <p:tav tm="0">
                                          <p:val>
                                            <p:strVal val="1+#ppt_h/2"/>
                                          </p:val>
                                        </p:tav>
                                        <p:tav tm="100000">
                                          <p:val>
                                            <p:strVal val="#ppt_y"/>
                                          </p:val>
                                        </p:tav>
                                      </p:tavLst>
                                    </p:anim>
                                  </p:childTnLst>
                                </p:cTn>
                              </p:par>
                            </p:childTnLst>
                          </p:cTn>
                        </p:par>
                      </p:childTnLst>
                    </p:cTn>
                  </p:par>
                  <p:par>
                    <p:cTn id="9" fill="hold" nodeType="clickPar">
                      <p:stCondLst>
                        <p:cond delay="indefinite"/>
                      </p:stCondLst>
                      <p:childTnLst>
                        <p:par>
                          <p:cTn id="10" fill="hold" nodeType="withGroup">
                            <p:stCondLst>
                              <p:cond delay="0"/>
                            </p:stCondLst>
                            <p:childTnLst>
                              <p:par>
                                <p:cTn id="11" presetID="2" presetClass="entr" presetSubtype="4" fill="hold" grpId="0" nodeType="clickEffect">
                                  <p:stCondLst>
                                    <p:cond delay="0"/>
                                  </p:stCondLst>
                                  <p:childTnLst>
                                    <p:set>
                                      <p:cBhvr>
                                        <p:cTn id="12" dur="1" fill="hold">
                                          <p:stCondLst>
                                            <p:cond delay="0"/>
                                          </p:stCondLst>
                                        </p:cTn>
                                        <p:tgtEl>
                                          <p:spTgt spid="8"/>
                                        </p:tgtEl>
                                        <p:attrNameLst>
                                          <p:attrName>style.visibility</p:attrName>
                                        </p:attrNameLst>
                                      </p:cBhvr>
                                      <p:to>
                                        <p:strVal val="visible"/>
                                      </p:to>
                                    </p:set>
                                    <p:anim calcmode="lin" valueType="num">
                                      <p:cBhvr additive="base">
                                        <p:cTn id="13" dur="500" fill="hold"/>
                                        <p:tgtEl>
                                          <p:spTgt spid="8"/>
                                        </p:tgtEl>
                                        <p:attrNameLst>
                                          <p:attrName>ppt_x</p:attrName>
                                        </p:attrNameLst>
                                      </p:cBhvr>
                                      <p:tavLst>
                                        <p:tav tm="0">
                                          <p:val>
                                            <p:strVal val="#ppt_x"/>
                                          </p:val>
                                        </p:tav>
                                        <p:tav tm="100000">
                                          <p:val>
                                            <p:strVal val="#ppt_x"/>
                                          </p:val>
                                        </p:tav>
                                      </p:tavLst>
                                    </p:anim>
                                    <p:anim calcmode="lin" valueType="num">
                                      <p:cBhvr additive="base">
                                        <p:cTn id="14" dur="500" fill="hold"/>
                                        <p:tgtEl>
                                          <p:spTgt spid="8"/>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 grpId="0" animBg="1"/>
      <p:bldP spid="8" grpId="0" animBg="1"/>
    </p:bldLst>
  </p:timing>
</p:sld>
</file>

<file path=ppt/slides/slide6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3186" name="标题 1"/>
          <p:cNvSpPr>
            <a:spLocks noGrp="1"/>
          </p:cNvSpPr>
          <p:nvPr>
            <p:ph type="title"/>
          </p:nvPr>
        </p:nvSpPr>
        <p:spPr>
          <a:xfrm>
            <a:off x="107950" y="44450"/>
            <a:ext cx="7343775" cy="792163"/>
          </a:xfrm>
        </p:spPr>
        <p:txBody>
          <a:bodyPr/>
          <a:lstStyle/>
          <a:p>
            <a:r>
              <a:rPr lang="en-US" altLang="zh-CN" smtClean="0"/>
              <a:t>2.10 </a:t>
            </a:r>
            <a:r>
              <a:rPr lang="zh-CN" altLang="en-US" smtClean="0"/>
              <a:t>网络互连与通信参考模型</a:t>
            </a:r>
          </a:p>
        </p:txBody>
      </p:sp>
      <p:sp>
        <p:nvSpPr>
          <p:cNvPr id="4" name="灯片编号占位符 3"/>
          <p:cNvSpPr>
            <a:spLocks noGrp="1"/>
          </p:cNvSpPr>
          <p:nvPr>
            <p:ph type="sldNum" sz="quarter" idx="12"/>
          </p:nvPr>
        </p:nvSpPr>
        <p:spPr/>
        <p:txBody>
          <a:bodyPr/>
          <a:lstStyle/>
          <a:p>
            <a:pPr>
              <a:defRPr/>
            </a:pPr>
            <a:fld id="{7294A992-891F-4069-B96C-2DF4DCC65CDD}" type="slidenum">
              <a:rPr lang="zh-CN" altLang="en-US" smtClean="0"/>
              <a:pPr>
                <a:defRPr/>
              </a:pPr>
              <a:t>68</a:t>
            </a:fld>
            <a:endParaRPr lang="zh-CN" altLang="en-US"/>
          </a:p>
        </p:txBody>
      </p:sp>
      <p:pic>
        <p:nvPicPr>
          <p:cNvPr id="93188" name="Picture 3"/>
          <p:cNvPicPr>
            <a:picLocks noChangeAspect="1" noChangeArrowheads="1"/>
          </p:cNvPicPr>
          <p:nvPr/>
        </p:nvPicPr>
        <p:blipFill>
          <a:blip r:embed="rId3">
            <a:extLst>
              <a:ext uri="{28A0092B-C50C-407E-A947-70E740481C1C}">
                <a14:useLocalDpi xmlns:a14="http://schemas.microsoft.com/office/drawing/2010/main" val="0"/>
              </a:ext>
            </a:extLst>
          </a:blip>
          <a:srcRect b="6395"/>
          <a:stretch>
            <a:fillRect/>
          </a:stretch>
        </p:blipFill>
        <p:spPr bwMode="auto">
          <a:xfrm>
            <a:off x="179388" y="908050"/>
            <a:ext cx="7620000" cy="54737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6" name="线形标注 1 5"/>
          <p:cNvSpPr/>
          <p:nvPr/>
        </p:nvSpPr>
        <p:spPr>
          <a:xfrm>
            <a:off x="1835150" y="1125538"/>
            <a:ext cx="6948488" cy="1511300"/>
          </a:xfrm>
          <a:prstGeom prst="borderCallout1">
            <a:avLst>
              <a:gd name="adj1" fmla="val 100724"/>
              <a:gd name="adj2" fmla="val -234"/>
              <a:gd name="adj3" fmla="val 173119"/>
              <a:gd name="adj4" fmla="val -5695"/>
            </a:avLst>
          </a:prstGeom>
          <a:solidFill>
            <a:schemeClr val="accent6">
              <a:lumMod val="20000"/>
              <a:lumOff val="80000"/>
            </a:schemeClr>
          </a:solidFill>
        </p:spPr>
        <p:style>
          <a:lnRef idx="2">
            <a:schemeClr val="accent1">
              <a:shade val="50000"/>
            </a:schemeClr>
          </a:lnRef>
          <a:fillRef idx="1">
            <a:schemeClr val="accent1"/>
          </a:fillRef>
          <a:effectRef idx="0">
            <a:schemeClr val="accent1"/>
          </a:effectRef>
          <a:fontRef idx="minor">
            <a:schemeClr val="lt1"/>
          </a:fontRef>
        </p:style>
        <p:txBody>
          <a:bodyPr anchor="ctr"/>
          <a:lstStyle/>
          <a:p>
            <a:pPr algn="just" latinLnBrk="1">
              <a:spcBef>
                <a:spcPct val="55000"/>
              </a:spcBef>
              <a:buClr>
                <a:srgbClr val="FF0000"/>
              </a:buClr>
              <a:defRPr/>
            </a:pPr>
            <a:r>
              <a:rPr kumimoji="1" lang="zh-CN" altLang="en-US" sz="2400" dirty="0">
                <a:solidFill>
                  <a:srgbClr val="FF0000"/>
                </a:solidFill>
                <a:latin typeface="Times New Roman" pitchFamily="18" charset="0"/>
                <a:ea typeface="楷体_GB2312" pitchFamily="49" charset="-122"/>
              </a:rPr>
              <a:t>网络层</a:t>
            </a:r>
            <a:r>
              <a:rPr kumimoji="1" lang="zh-CN" altLang="en-US" sz="2400" dirty="0">
                <a:solidFill>
                  <a:srgbClr val="000000"/>
                </a:solidFill>
                <a:latin typeface="Times New Roman" pitchFamily="18" charset="0"/>
                <a:ea typeface="楷体_GB2312" pitchFamily="49" charset="-122"/>
              </a:rPr>
              <a:t>在</a:t>
            </a:r>
            <a:r>
              <a:rPr kumimoji="1" lang="en-US" altLang="zh-CN" sz="2400" dirty="0">
                <a:solidFill>
                  <a:srgbClr val="000000"/>
                </a:solidFill>
                <a:latin typeface="Times New Roman" pitchFamily="18" charset="0"/>
                <a:ea typeface="楷体_GB2312" pitchFamily="49" charset="-122"/>
              </a:rPr>
              <a:t>OSI</a:t>
            </a:r>
            <a:r>
              <a:rPr kumimoji="1" lang="zh-CN" altLang="en-US" sz="2400" dirty="0">
                <a:solidFill>
                  <a:srgbClr val="000000"/>
                </a:solidFill>
                <a:latin typeface="Times New Roman" pitchFamily="18" charset="0"/>
                <a:ea typeface="楷体_GB2312" pitchFamily="49" charset="-122"/>
              </a:rPr>
              <a:t>参考模型中是最复杂的一层，通过执行路由算法选择最佳路径，为传输层提供整个网络范围内两个终端用户之间数据传输的通路。</a:t>
            </a:r>
          </a:p>
        </p:txBody>
      </p:sp>
      <p:sp>
        <p:nvSpPr>
          <p:cNvPr id="7" name="圆角矩形标注 6"/>
          <p:cNvSpPr/>
          <p:nvPr/>
        </p:nvSpPr>
        <p:spPr>
          <a:xfrm>
            <a:off x="1835150" y="3500438"/>
            <a:ext cx="6948488" cy="2520950"/>
          </a:xfrm>
          <a:prstGeom prst="wedgeRoundRectCallout">
            <a:avLst>
              <a:gd name="adj1" fmla="val -19794"/>
              <a:gd name="adj2" fmla="val 49231"/>
              <a:gd name="adj3" fmla="val 16667"/>
            </a:avLst>
          </a:prstGeom>
          <a:solidFill>
            <a:schemeClr val="accent5">
              <a:lumMod val="20000"/>
              <a:lumOff val="80000"/>
            </a:schemeClr>
          </a:solidFill>
        </p:spPr>
        <p:style>
          <a:lnRef idx="2">
            <a:schemeClr val="accent1">
              <a:shade val="50000"/>
            </a:schemeClr>
          </a:lnRef>
          <a:fillRef idx="1">
            <a:schemeClr val="accent1"/>
          </a:fillRef>
          <a:effectRef idx="0">
            <a:schemeClr val="accent1"/>
          </a:effectRef>
          <a:fontRef idx="minor">
            <a:schemeClr val="lt1"/>
          </a:fontRef>
        </p:style>
        <p:txBody>
          <a:bodyPr anchor="ctr"/>
          <a:lstStyle/>
          <a:p>
            <a:pPr algn="just" latinLnBrk="1">
              <a:lnSpc>
                <a:spcPts val="2900"/>
              </a:lnSpc>
              <a:buClr>
                <a:schemeClr val="accent2"/>
              </a:buClr>
              <a:buFont typeface="Wingdings" pitchFamily="2" charset="2"/>
              <a:buNone/>
              <a:defRPr/>
            </a:pPr>
            <a:r>
              <a:rPr kumimoji="1" lang="zh-CN" altLang="en-US" sz="2800" dirty="0">
                <a:solidFill>
                  <a:srgbClr val="000000"/>
                </a:solidFill>
                <a:latin typeface="Times New Roman" pitchFamily="18" charset="0"/>
                <a:ea typeface="楷体_GB2312" pitchFamily="49" charset="-122"/>
              </a:rPr>
              <a:t>主要功能：</a:t>
            </a:r>
          </a:p>
          <a:p>
            <a:pPr marL="457200" indent="-457200" algn="just" latinLnBrk="1">
              <a:lnSpc>
                <a:spcPts val="2900"/>
              </a:lnSpc>
              <a:buClr>
                <a:srgbClr val="FF0000"/>
              </a:buClr>
              <a:buFont typeface="Wingdings" panose="05000000000000000000" pitchFamily="2" charset="2"/>
              <a:buChar char="ü"/>
              <a:defRPr/>
            </a:pPr>
            <a:r>
              <a:rPr kumimoji="1" lang="zh-CN" altLang="en-US" sz="2800" dirty="0">
                <a:solidFill>
                  <a:srgbClr val="000000"/>
                </a:solidFill>
                <a:latin typeface="Times New Roman" pitchFamily="18" charset="0"/>
                <a:ea typeface="楷体_GB2312" pitchFamily="49" charset="-122"/>
              </a:rPr>
              <a:t>路由选择与中继。</a:t>
            </a:r>
          </a:p>
          <a:p>
            <a:pPr marL="457200" indent="-457200" algn="just" latinLnBrk="1">
              <a:lnSpc>
                <a:spcPts val="2900"/>
              </a:lnSpc>
              <a:buClr>
                <a:srgbClr val="FF0000"/>
              </a:buClr>
              <a:buFont typeface="Wingdings" panose="05000000000000000000" pitchFamily="2" charset="2"/>
              <a:buChar char="ü"/>
              <a:defRPr/>
            </a:pPr>
            <a:r>
              <a:rPr kumimoji="1" lang="zh-CN" altLang="en-US" sz="2800" dirty="0">
                <a:solidFill>
                  <a:srgbClr val="000000"/>
                </a:solidFill>
                <a:latin typeface="Times New Roman" pitchFamily="18" charset="0"/>
                <a:ea typeface="楷体_GB2312" pitchFamily="49" charset="-122"/>
              </a:rPr>
              <a:t>流量控制。</a:t>
            </a:r>
          </a:p>
          <a:p>
            <a:pPr marL="457200" indent="-457200" algn="just" latinLnBrk="1">
              <a:lnSpc>
                <a:spcPts val="2900"/>
              </a:lnSpc>
              <a:buClr>
                <a:srgbClr val="FF0000"/>
              </a:buClr>
              <a:buFont typeface="Wingdings" panose="05000000000000000000" pitchFamily="2" charset="2"/>
              <a:buChar char="ü"/>
              <a:defRPr/>
            </a:pPr>
            <a:r>
              <a:rPr kumimoji="1" lang="zh-CN" altLang="en-US" sz="2800" dirty="0">
                <a:solidFill>
                  <a:srgbClr val="000000"/>
                </a:solidFill>
                <a:latin typeface="Times New Roman" pitchFamily="18" charset="0"/>
                <a:ea typeface="楷体_GB2312" pitchFamily="49" charset="-122"/>
              </a:rPr>
              <a:t>网络连接与管理。</a:t>
            </a:r>
          </a:p>
          <a:p>
            <a:pPr marL="457200" indent="-457200" algn="just" latinLnBrk="1">
              <a:lnSpc>
                <a:spcPts val="2900"/>
              </a:lnSpc>
              <a:buClr>
                <a:srgbClr val="FF0000"/>
              </a:buClr>
              <a:buFont typeface="Wingdings" panose="05000000000000000000" pitchFamily="2" charset="2"/>
              <a:buChar char="ü"/>
              <a:defRPr/>
            </a:pPr>
            <a:r>
              <a:rPr kumimoji="1" lang="zh-CN" altLang="en-US" sz="2800" dirty="0" smtClean="0">
                <a:solidFill>
                  <a:srgbClr val="000000"/>
                </a:solidFill>
                <a:latin typeface="Times New Roman" pitchFamily="18" charset="0"/>
                <a:ea typeface="楷体_GB2312" pitchFamily="49" charset="-122"/>
              </a:rPr>
              <a:t>地</a:t>
            </a:r>
            <a:r>
              <a:rPr kumimoji="1" lang="zh-CN" altLang="en-US" sz="2800" dirty="0">
                <a:solidFill>
                  <a:srgbClr val="000000"/>
                </a:solidFill>
                <a:latin typeface="Times New Roman" pitchFamily="18" charset="0"/>
                <a:ea typeface="楷体_GB2312" pitchFamily="49" charset="-122"/>
              </a:rPr>
              <a:t>址管理。网络层的地址有两种：逻辑地址和服务地址。</a:t>
            </a:r>
          </a:p>
        </p:txBody>
      </p:sp>
    </p:spTree>
  </p:cSld>
  <p:clrMapOvr>
    <a:masterClrMapping/>
  </p:clrMapOvr>
  <p:transition spd="slow">
    <p:push dir="u"/>
  </p:transition>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2" presetClass="entr" presetSubtype="4" fill="hold" grpId="0" nodeType="clickEffect">
                                  <p:stCondLst>
                                    <p:cond delay="0"/>
                                  </p:stCondLst>
                                  <p:childTnLst>
                                    <p:set>
                                      <p:cBhvr>
                                        <p:cTn id="6" dur="1" fill="hold">
                                          <p:stCondLst>
                                            <p:cond delay="0"/>
                                          </p:stCondLst>
                                        </p:cTn>
                                        <p:tgtEl>
                                          <p:spTgt spid="6"/>
                                        </p:tgtEl>
                                        <p:attrNameLst>
                                          <p:attrName>style.visibility</p:attrName>
                                        </p:attrNameLst>
                                      </p:cBhvr>
                                      <p:to>
                                        <p:strVal val="visible"/>
                                      </p:to>
                                    </p:set>
                                    <p:anim calcmode="lin" valueType="num">
                                      <p:cBhvr additive="base">
                                        <p:cTn id="7" dur="500" fill="hold"/>
                                        <p:tgtEl>
                                          <p:spTgt spid="6"/>
                                        </p:tgtEl>
                                        <p:attrNameLst>
                                          <p:attrName>ppt_x</p:attrName>
                                        </p:attrNameLst>
                                      </p:cBhvr>
                                      <p:tavLst>
                                        <p:tav tm="0">
                                          <p:val>
                                            <p:strVal val="#ppt_x"/>
                                          </p:val>
                                        </p:tav>
                                        <p:tav tm="100000">
                                          <p:val>
                                            <p:strVal val="#ppt_x"/>
                                          </p:val>
                                        </p:tav>
                                      </p:tavLst>
                                    </p:anim>
                                    <p:anim calcmode="lin" valueType="num">
                                      <p:cBhvr additive="base">
                                        <p:cTn id="8" dur="500" fill="hold"/>
                                        <p:tgtEl>
                                          <p:spTgt spid="6"/>
                                        </p:tgtEl>
                                        <p:attrNameLst>
                                          <p:attrName>ppt_y</p:attrName>
                                        </p:attrNameLst>
                                      </p:cBhvr>
                                      <p:tavLst>
                                        <p:tav tm="0">
                                          <p:val>
                                            <p:strVal val="1+#ppt_h/2"/>
                                          </p:val>
                                        </p:tav>
                                        <p:tav tm="100000">
                                          <p:val>
                                            <p:strVal val="#ppt_y"/>
                                          </p:val>
                                        </p:tav>
                                      </p:tavLst>
                                    </p:anim>
                                  </p:childTnLst>
                                </p:cTn>
                              </p:par>
                            </p:childTnLst>
                          </p:cTn>
                        </p:par>
                      </p:childTnLst>
                    </p:cTn>
                  </p:par>
                  <p:par>
                    <p:cTn id="9" fill="hold" nodeType="clickPar">
                      <p:stCondLst>
                        <p:cond delay="indefinite"/>
                      </p:stCondLst>
                      <p:childTnLst>
                        <p:par>
                          <p:cTn id="10" fill="hold" nodeType="withGroup">
                            <p:stCondLst>
                              <p:cond delay="0"/>
                            </p:stCondLst>
                            <p:childTnLst>
                              <p:par>
                                <p:cTn id="11" presetID="2" presetClass="entr" presetSubtype="4" fill="hold" grpId="0" nodeType="clickEffect">
                                  <p:stCondLst>
                                    <p:cond delay="0"/>
                                  </p:stCondLst>
                                  <p:childTnLst>
                                    <p:set>
                                      <p:cBhvr>
                                        <p:cTn id="12" dur="1" fill="hold">
                                          <p:stCondLst>
                                            <p:cond delay="0"/>
                                          </p:stCondLst>
                                        </p:cTn>
                                        <p:tgtEl>
                                          <p:spTgt spid="7"/>
                                        </p:tgtEl>
                                        <p:attrNameLst>
                                          <p:attrName>style.visibility</p:attrName>
                                        </p:attrNameLst>
                                      </p:cBhvr>
                                      <p:to>
                                        <p:strVal val="visible"/>
                                      </p:to>
                                    </p:set>
                                    <p:anim calcmode="lin" valueType="num">
                                      <p:cBhvr additive="base">
                                        <p:cTn id="13" dur="500" fill="hold"/>
                                        <p:tgtEl>
                                          <p:spTgt spid="7"/>
                                        </p:tgtEl>
                                        <p:attrNameLst>
                                          <p:attrName>ppt_x</p:attrName>
                                        </p:attrNameLst>
                                      </p:cBhvr>
                                      <p:tavLst>
                                        <p:tav tm="0">
                                          <p:val>
                                            <p:strVal val="#ppt_x"/>
                                          </p:val>
                                        </p:tav>
                                        <p:tav tm="100000">
                                          <p:val>
                                            <p:strVal val="#ppt_x"/>
                                          </p:val>
                                        </p:tav>
                                      </p:tavLst>
                                    </p:anim>
                                    <p:anim calcmode="lin" valueType="num">
                                      <p:cBhvr additive="base">
                                        <p:cTn id="14" dur="500" fill="hold"/>
                                        <p:tgtEl>
                                          <p:spTgt spid="7"/>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 grpId="0" animBg="1"/>
      <p:bldP spid="7" grpId="0" animBg="1"/>
    </p:bldLst>
  </p:timing>
</p:sld>
</file>

<file path=ppt/slides/slide6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4210" name="标题 1"/>
          <p:cNvSpPr>
            <a:spLocks noGrp="1"/>
          </p:cNvSpPr>
          <p:nvPr>
            <p:ph type="title"/>
          </p:nvPr>
        </p:nvSpPr>
        <p:spPr>
          <a:xfrm>
            <a:off x="107950" y="44450"/>
            <a:ext cx="7343775" cy="792163"/>
          </a:xfrm>
        </p:spPr>
        <p:txBody>
          <a:bodyPr/>
          <a:lstStyle/>
          <a:p>
            <a:r>
              <a:rPr lang="en-US" altLang="zh-CN" smtClean="0"/>
              <a:t>2.10 </a:t>
            </a:r>
            <a:r>
              <a:rPr lang="zh-CN" altLang="en-US" smtClean="0"/>
              <a:t>网络互连与通信参考模型</a:t>
            </a:r>
          </a:p>
        </p:txBody>
      </p:sp>
      <p:sp>
        <p:nvSpPr>
          <p:cNvPr id="4" name="灯片编号占位符 3"/>
          <p:cNvSpPr>
            <a:spLocks noGrp="1"/>
          </p:cNvSpPr>
          <p:nvPr>
            <p:ph type="sldNum" sz="quarter" idx="12"/>
          </p:nvPr>
        </p:nvSpPr>
        <p:spPr/>
        <p:txBody>
          <a:bodyPr/>
          <a:lstStyle/>
          <a:p>
            <a:pPr>
              <a:defRPr/>
            </a:pPr>
            <a:fld id="{36F19404-26FD-4543-9A72-32C88E25260B}" type="slidenum">
              <a:rPr lang="zh-CN" altLang="en-US" smtClean="0"/>
              <a:pPr>
                <a:defRPr/>
              </a:pPr>
              <a:t>69</a:t>
            </a:fld>
            <a:endParaRPr lang="zh-CN" altLang="en-US"/>
          </a:p>
        </p:txBody>
      </p:sp>
      <p:pic>
        <p:nvPicPr>
          <p:cNvPr id="94212" name="Picture 3"/>
          <p:cNvPicPr>
            <a:picLocks noChangeAspect="1" noChangeArrowheads="1"/>
          </p:cNvPicPr>
          <p:nvPr/>
        </p:nvPicPr>
        <p:blipFill>
          <a:blip r:embed="rId3">
            <a:extLst>
              <a:ext uri="{28A0092B-C50C-407E-A947-70E740481C1C}">
                <a14:useLocalDpi xmlns:a14="http://schemas.microsoft.com/office/drawing/2010/main" val="0"/>
              </a:ext>
            </a:extLst>
          </a:blip>
          <a:srcRect b="6395"/>
          <a:stretch>
            <a:fillRect/>
          </a:stretch>
        </p:blipFill>
        <p:spPr bwMode="auto">
          <a:xfrm>
            <a:off x="179388" y="908050"/>
            <a:ext cx="7620000" cy="54737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6" name="线形标注 1 5"/>
          <p:cNvSpPr/>
          <p:nvPr/>
        </p:nvSpPr>
        <p:spPr>
          <a:xfrm>
            <a:off x="1835150" y="908050"/>
            <a:ext cx="6948488" cy="2233613"/>
          </a:xfrm>
          <a:prstGeom prst="borderCallout1">
            <a:avLst>
              <a:gd name="adj1" fmla="val 100724"/>
              <a:gd name="adj2" fmla="val -234"/>
              <a:gd name="adj3" fmla="val 106310"/>
              <a:gd name="adj4" fmla="val -5349"/>
            </a:avLst>
          </a:prstGeom>
          <a:solidFill>
            <a:schemeClr val="accent6">
              <a:lumMod val="20000"/>
              <a:lumOff val="80000"/>
            </a:schemeClr>
          </a:solidFill>
        </p:spPr>
        <p:style>
          <a:lnRef idx="2">
            <a:schemeClr val="accent1">
              <a:shade val="50000"/>
            </a:schemeClr>
          </a:lnRef>
          <a:fillRef idx="1">
            <a:schemeClr val="accent1"/>
          </a:fillRef>
          <a:effectRef idx="0">
            <a:schemeClr val="accent1"/>
          </a:effectRef>
          <a:fontRef idx="minor">
            <a:schemeClr val="lt1"/>
          </a:fontRef>
        </p:style>
        <p:txBody>
          <a:bodyPr anchor="ctr"/>
          <a:lstStyle/>
          <a:p>
            <a:pPr algn="just" latinLnBrk="1">
              <a:spcBef>
                <a:spcPct val="55000"/>
              </a:spcBef>
              <a:buClr>
                <a:srgbClr val="FF0000"/>
              </a:buClr>
              <a:defRPr/>
            </a:pPr>
            <a:r>
              <a:rPr kumimoji="1" lang="zh-CN" altLang="en-US" sz="2400" dirty="0">
                <a:solidFill>
                  <a:srgbClr val="FF0000"/>
                </a:solidFill>
                <a:latin typeface="Times New Roman" pitchFamily="18" charset="0"/>
                <a:ea typeface="楷体_GB2312" pitchFamily="49" charset="-122"/>
              </a:rPr>
              <a:t>传输层</a:t>
            </a:r>
            <a:r>
              <a:rPr kumimoji="1" lang="zh-CN" altLang="en-US" sz="2400" dirty="0">
                <a:solidFill>
                  <a:srgbClr val="000000"/>
                </a:solidFill>
                <a:latin typeface="Times New Roman" pitchFamily="18" charset="0"/>
                <a:ea typeface="楷体_GB2312" pitchFamily="49" charset="-122"/>
              </a:rPr>
              <a:t>从会话层接收数据，并且在必要时把它分成较小的单元，传递给网络层，并确保到达对方的各段信息正确无误，而且，这些任务都必须高效率地完成。从某种意义上讲，传输层使会话层不受硬件技术变化的影响。</a:t>
            </a:r>
          </a:p>
        </p:txBody>
      </p:sp>
      <p:sp>
        <p:nvSpPr>
          <p:cNvPr id="7" name="圆角矩形标注 6"/>
          <p:cNvSpPr/>
          <p:nvPr/>
        </p:nvSpPr>
        <p:spPr>
          <a:xfrm>
            <a:off x="1835150" y="3623547"/>
            <a:ext cx="6948488" cy="2520950"/>
          </a:xfrm>
          <a:prstGeom prst="wedgeRoundRectCallout">
            <a:avLst>
              <a:gd name="adj1" fmla="val -19794"/>
              <a:gd name="adj2" fmla="val 49231"/>
              <a:gd name="adj3" fmla="val 16667"/>
            </a:avLst>
          </a:prstGeom>
          <a:solidFill>
            <a:schemeClr val="accent5">
              <a:lumMod val="20000"/>
              <a:lumOff val="80000"/>
            </a:schemeClr>
          </a:solidFill>
        </p:spPr>
        <p:style>
          <a:lnRef idx="2">
            <a:schemeClr val="accent1">
              <a:shade val="50000"/>
            </a:schemeClr>
          </a:lnRef>
          <a:fillRef idx="1">
            <a:schemeClr val="accent1"/>
          </a:fillRef>
          <a:effectRef idx="0">
            <a:schemeClr val="accent1"/>
          </a:effectRef>
          <a:fontRef idx="minor">
            <a:schemeClr val="lt1"/>
          </a:fontRef>
        </p:style>
        <p:txBody>
          <a:bodyPr anchor="ctr"/>
          <a:lstStyle/>
          <a:p>
            <a:pPr algn="just" latinLnBrk="1">
              <a:lnSpc>
                <a:spcPts val="2900"/>
              </a:lnSpc>
              <a:buClr>
                <a:schemeClr val="accent2"/>
              </a:buClr>
              <a:buFont typeface="Wingdings" pitchFamily="2" charset="2"/>
              <a:buNone/>
              <a:defRPr/>
            </a:pPr>
            <a:r>
              <a:rPr kumimoji="1" lang="zh-CN" altLang="en-US" sz="2800" dirty="0">
                <a:solidFill>
                  <a:srgbClr val="000000"/>
                </a:solidFill>
                <a:latin typeface="Times New Roman" pitchFamily="18" charset="0"/>
                <a:ea typeface="楷体_GB2312" pitchFamily="49" charset="-122"/>
              </a:rPr>
              <a:t>主要功能：</a:t>
            </a:r>
          </a:p>
          <a:p>
            <a:pPr marL="457200" indent="-457200" algn="just" latinLnBrk="1">
              <a:lnSpc>
                <a:spcPts val="2900"/>
              </a:lnSpc>
              <a:buClr>
                <a:srgbClr val="FF0000"/>
              </a:buClr>
              <a:buFont typeface="Wingdings" panose="05000000000000000000" pitchFamily="2" charset="2"/>
              <a:buChar char="ü"/>
              <a:defRPr/>
            </a:pPr>
            <a:r>
              <a:rPr kumimoji="1" lang="zh-CN" altLang="en-US" sz="2400" dirty="0">
                <a:solidFill>
                  <a:srgbClr val="000000"/>
                </a:solidFill>
                <a:latin typeface="Times New Roman" pitchFamily="18" charset="0"/>
                <a:ea typeface="楷体_GB2312" pitchFamily="49" charset="-122"/>
              </a:rPr>
              <a:t>为数据传输提供服务，对上层屏蔽传输细节</a:t>
            </a:r>
          </a:p>
          <a:p>
            <a:pPr marL="457200" indent="-457200" algn="just" latinLnBrk="1">
              <a:lnSpc>
                <a:spcPts val="2900"/>
              </a:lnSpc>
              <a:buClr>
                <a:srgbClr val="FF0000"/>
              </a:buClr>
              <a:buFont typeface="Wingdings" panose="05000000000000000000" pitchFamily="2" charset="2"/>
              <a:buChar char="ü"/>
              <a:defRPr/>
            </a:pPr>
            <a:r>
              <a:rPr kumimoji="1" lang="zh-CN" altLang="en-US" sz="2400" dirty="0">
                <a:solidFill>
                  <a:srgbClr val="000000"/>
                </a:solidFill>
                <a:latin typeface="Times New Roman" pitchFamily="18" charset="0"/>
                <a:ea typeface="楷体_GB2312" pitchFamily="49" charset="-122"/>
              </a:rPr>
              <a:t>把数据分段并组装成数据流</a:t>
            </a:r>
          </a:p>
          <a:p>
            <a:pPr marL="457200" indent="-457200" algn="just" latinLnBrk="1">
              <a:lnSpc>
                <a:spcPts val="2900"/>
              </a:lnSpc>
              <a:buClr>
                <a:srgbClr val="FF0000"/>
              </a:buClr>
              <a:buFont typeface="Wingdings" panose="05000000000000000000" pitchFamily="2" charset="2"/>
              <a:buChar char="ü"/>
              <a:defRPr/>
            </a:pPr>
            <a:r>
              <a:rPr kumimoji="1" lang="zh-CN" altLang="en-US" sz="2400" dirty="0">
                <a:solidFill>
                  <a:srgbClr val="000000"/>
                </a:solidFill>
                <a:latin typeface="Times New Roman" pitchFamily="18" charset="0"/>
                <a:ea typeface="楷体_GB2312" pitchFamily="49" charset="-122"/>
              </a:rPr>
              <a:t>数据的可靠传</a:t>
            </a:r>
            <a:r>
              <a:rPr kumimoji="1" lang="zh-CN" altLang="en-US" sz="2400" dirty="0" smtClean="0">
                <a:solidFill>
                  <a:srgbClr val="000000"/>
                </a:solidFill>
                <a:latin typeface="Times New Roman" pitchFamily="18" charset="0"/>
                <a:ea typeface="楷体_GB2312" pitchFamily="49" charset="-122"/>
              </a:rPr>
              <a:t>输</a:t>
            </a:r>
            <a:endParaRPr kumimoji="1" lang="zh-CN" altLang="en-US" sz="2400" dirty="0">
              <a:solidFill>
                <a:srgbClr val="000000"/>
              </a:solidFill>
              <a:latin typeface="Times New Roman" pitchFamily="18" charset="0"/>
              <a:ea typeface="楷体_GB2312" pitchFamily="49" charset="-122"/>
            </a:endParaRPr>
          </a:p>
        </p:txBody>
      </p:sp>
      <p:sp>
        <p:nvSpPr>
          <p:cNvPr id="8" name="圆角矩形标注 7"/>
          <p:cNvSpPr/>
          <p:nvPr/>
        </p:nvSpPr>
        <p:spPr>
          <a:xfrm>
            <a:off x="1987550" y="3652838"/>
            <a:ext cx="6948488" cy="2520950"/>
          </a:xfrm>
          <a:prstGeom prst="wedgeRoundRectCallout">
            <a:avLst>
              <a:gd name="adj1" fmla="val -19794"/>
              <a:gd name="adj2" fmla="val 49231"/>
              <a:gd name="adj3" fmla="val 16667"/>
            </a:avLst>
          </a:prstGeom>
          <a:solidFill>
            <a:schemeClr val="accent5">
              <a:lumMod val="20000"/>
              <a:lumOff val="80000"/>
            </a:schemeClr>
          </a:solidFill>
        </p:spPr>
        <p:style>
          <a:lnRef idx="2">
            <a:schemeClr val="accent1">
              <a:shade val="50000"/>
            </a:schemeClr>
          </a:lnRef>
          <a:fillRef idx="1">
            <a:schemeClr val="accent1"/>
          </a:fillRef>
          <a:effectRef idx="0">
            <a:schemeClr val="accent1"/>
          </a:effectRef>
          <a:fontRef idx="minor">
            <a:schemeClr val="lt1"/>
          </a:fontRef>
        </p:style>
        <p:txBody>
          <a:bodyPr anchor="ctr"/>
          <a:lstStyle/>
          <a:p>
            <a:pPr algn="just" latinLnBrk="1">
              <a:lnSpc>
                <a:spcPts val="2900"/>
              </a:lnSpc>
              <a:buClr>
                <a:schemeClr val="accent2"/>
              </a:buClr>
              <a:buFont typeface="Wingdings" pitchFamily="2" charset="2"/>
              <a:buNone/>
              <a:defRPr/>
            </a:pPr>
            <a:r>
              <a:rPr kumimoji="1" lang="zh-CN" altLang="en-US" sz="2400" dirty="0">
                <a:solidFill>
                  <a:srgbClr val="000000"/>
                </a:solidFill>
                <a:latin typeface="Times New Roman" pitchFamily="18" charset="0"/>
                <a:ea typeface="楷体_GB2312" pitchFamily="49" charset="-122"/>
              </a:rPr>
              <a:t>从源到目标真正的“端到端”层，即源端机上的某个程序，利用报文头和控制报文与目标机上的类似程序直接进行对话。在传输层以下的各层中，协议是每台机器和它直接相邻的机器间的协议，而不是源端机与目标机之间的协议，在其之间可能还有路由器等。</a:t>
            </a:r>
          </a:p>
        </p:txBody>
      </p:sp>
    </p:spTree>
  </p:cSld>
  <p:clrMapOvr>
    <a:masterClrMapping/>
  </p:clrMapOvr>
  <p:transition spd="slow">
    <p:push dir="u"/>
  </p:transition>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2" presetClass="entr" presetSubtype="4" fill="hold" grpId="0" nodeType="clickEffect">
                                  <p:stCondLst>
                                    <p:cond delay="0"/>
                                  </p:stCondLst>
                                  <p:childTnLst>
                                    <p:set>
                                      <p:cBhvr>
                                        <p:cTn id="6" dur="1" fill="hold">
                                          <p:stCondLst>
                                            <p:cond delay="0"/>
                                          </p:stCondLst>
                                        </p:cTn>
                                        <p:tgtEl>
                                          <p:spTgt spid="6"/>
                                        </p:tgtEl>
                                        <p:attrNameLst>
                                          <p:attrName>style.visibility</p:attrName>
                                        </p:attrNameLst>
                                      </p:cBhvr>
                                      <p:to>
                                        <p:strVal val="visible"/>
                                      </p:to>
                                    </p:set>
                                    <p:anim calcmode="lin" valueType="num">
                                      <p:cBhvr additive="base">
                                        <p:cTn id="7" dur="500" fill="hold"/>
                                        <p:tgtEl>
                                          <p:spTgt spid="6"/>
                                        </p:tgtEl>
                                        <p:attrNameLst>
                                          <p:attrName>ppt_x</p:attrName>
                                        </p:attrNameLst>
                                      </p:cBhvr>
                                      <p:tavLst>
                                        <p:tav tm="0">
                                          <p:val>
                                            <p:strVal val="#ppt_x"/>
                                          </p:val>
                                        </p:tav>
                                        <p:tav tm="100000">
                                          <p:val>
                                            <p:strVal val="#ppt_x"/>
                                          </p:val>
                                        </p:tav>
                                      </p:tavLst>
                                    </p:anim>
                                    <p:anim calcmode="lin" valueType="num">
                                      <p:cBhvr additive="base">
                                        <p:cTn id="8" dur="500" fill="hold"/>
                                        <p:tgtEl>
                                          <p:spTgt spid="6"/>
                                        </p:tgtEl>
                                        <p:attrNameLst>
                                          <p:attrName>ppt_y</p:attrName>
                                        </p:attrNameLst>
                                      </p:cBhvr>
                                      <p:tavLst>
                                        <p:tav tm="0">
                                          <p:val>
                                            <p:strVal val="1+#ppt_h/2"/>
                                          </p:val>
                                        </p:tav>
                                        <p:tav tm="100000">
                                          <p:val>
                                            <p:strVal val="#ppt_y"/>
                                          </p:val>
                                        </p:tav>
                                      </p:tavLst>
                                    </p:anim>
                                  </p:childTnLst>
                                </p:cTn>
                              </p:par>
                            </p:childTnLst>
                          </p:cTn>
                        </p:par>
                      </p:childTnLst>
                    </p:cTn>
                  </p:par>
                  <p:par>
                    <p:cTn id="9" fill="hold" nodeType="clickPar">
                      <p:stCondLst>
                        <p:cond delay="indefinite"/>
                      </p:stCondLst>
                      <p:childTnLst>
                        <p:par>
                          <p:cTn id="10" fill="hold" nodeType="withGroup">
                            <p:stCondLst>
                              <p:cond delay="0"/>
                            </p:stCondLst>
                            <p:childTnLst>
                              <p:par>
                                <p:cTn id="11" presetID="2" presetClass="entr" presetSubtype="4" fill="hold" grpId="0" nodeType="clickEffect">
                                  <p:stCondLst>
                                    <p:cond delay="0"/>
                                  </p:stCondLst>
                                  <p:childTnLst>
                                    <p:set>
                                      <p:cBhvr>
                                        <p:cTn id="12" dur="1" fill="hold">
                                          <p:stCondLst>
                                            <p:cond delay="0"/>
                                          </p:stCondLst>
                                        </p:cTn>
                                        <p:tgtEl>
                                          <p:spTgt spid="7"/>
                                        </p:tgtEl>
                                        <p:attrNameLst>
                                          <p:attrName>style.visibility</p:attrName>
                                        </p:attrNameLst>
                                      </p:cBhvr>
                                      <p:to>
                                        <p:strVal val="visible"/>
                                      </p:to>
                                    </p:set>
                                    <p:anim calcmode="lin" valueType="num">
                                      <p:cBhvr additive="base">
                                        <p:cTn id="13" dur="500" fill="hold"/>
                                        <p:tgtEl>
                                          <p:spTgt spid="7"/>
                                        </p:tgtEl>
                                        <p:attrNameLst>
                                          <p:attrName>ppt_x</p:attrName>
                                        </p:attrNameLst>
                                      </p:cBhvr>
                                      <p:tavLst>
                                        <p:tav tm="0">
                                          <p:val>
                                            <p:strVal val="#ppt_x"/>
                                          </p:val>
                                        </p:tav>
                                        <p:tav tm="100000">
                                          <p:val>
                                            <p:strVal val="#ppt_x"/>
                                          </p:val>
                                        </p:tav>
                                      </p:tavLst>
                                    </p:anim>
                                    <p:anim calcmode="lin" valueType="num">
                                      <p:cBhvr additive="base">
                                        <p:cTn id="14" dur="500" fill="hold"/>
                                        <p:tgtEl>
                                          <p:spTgt spid="7"/>
                                        </p:tgtEl>
                                        <p:attrNameLst>
                                          <p:attrName>ppt_y</p:attrName>
                                        </p:attrNameLst>
                                      </p:cBhvr>
                                      <p:tavLst>
                                        <p:tav tm="0">
                                          <p:val>
                                            <p:strVal val="1+#ppt_h/2"/>
                                          </p:val>
                                        </p:tav>
                                        <p:tav tm="100000">
                                          <p:val>
                                            <p:strVal val="#ppt_y"/>
                                          </p:val>
                                        </p:tav>
                                      </p:tavLst>
                                    </p:anim>
                                  </p:childTnLst>
                                </p:cTn>
                              </p:par>
                            </p:childTnLst>
                          </p:cTn>
                        </p:par>
                      </p:childTnLst>
                    </p:cTn>
                  </p:par>
                  <p:par>
                    <p:cTn id="15" fill="hold" nodeType="clickPar">
                      <p:stCondLst>
                        <p:cond delay="indefinite"/>
                      </p:stCondLst>
                      <p:childTnLst>
                        <p:par>
                          <p:cTn id="16" fill="hold" nodeType="withGroup">
                            <p:stCondLst>
                              <p:cond delay="0"/>
                            </p:stCondLst>
                            <p:childTnLst>
                              <p:par>
                                <p:cTn id="17" presetID="2" presetClass="exit" presetSubtype="4" fill="hold" grpId="1" nodeType="clickEffect">
                                  <p:stCondLst>
                                    <p:cond delay="0"/>
                                  </p:stCondLst>
                                  <p:childTnLst>
                                    <p:anim calcmode="lin" valueType="num">
                                      <p:cBhvr additive="base">
                                        <p:cTn id="18" dur="500"/>
                                        <p:tgtEl>
                                          <p:spTgt spid="7"/>
                                        </p:tgtEl>
                                        <p:attrNameLst>
                                          <p:attrName>ppt_x</p:attrName>
                                        </p:attrNameLst>
                                      </p:cBhvr>
                                      <p:tavLst>
                                        <p:tav tm="0">
                                          <p:val>
                                            <p:strVal val="ppt_x"/>
                                          </p:val>
                                        </p:tav>
                                        <p:tav tm="100000">
                                          <p:val>
                                            <p:strVal val="ppt_x"/>
                                          </p:val>
                                        </p:tav>
                                      </p:tavLst>
                                    </p:anim>
                                    <p:anim calcmode="lin" valueType="num">
                                      <p:cBhvr additive="base">
                                        <p:cTn id="19" dur="500"/>
                                        <p:tgtEl>
                                          <p:spTgt spid="7"/>
                                        </p:tgtEl>
                                        <p:attrNameLst>
                                          <p:attrName>ppt_y</p:attrName>
                                        </p:attrNameLst>
                                      </p:cBhvr>
                                      <p:tavLst>
                                        <p:tav tm="0">
                                          <p:val>
                                            <p:strVal val="ppt_y"/>
                                          </p:val>
                                        </p:tav>
                                        <p:tav tm="100000">
                                          <p:val>
                                            <p:strVal val="1+ppt_h/2"/>
                                          </p:val>
                                        </p:tav>
                                      </p:tavLst>
                                    </p:anim>
                                    <p:set>
                                      <p:cBhvr>
                                        <p:cTn id="20" dur="1" fill="hold">
                                          <p:stCondLst>
                                            <p:cond delay="499"/>
                                          </p:stCondLst>
                                        </p:cTn>
                                        <p:tgtEl>
                                          <p:spTgt spid="7"/>
                                        </p:tgtEl>
                                        <p:attrNameLst>
                                          <p:attrName>style.visibility</p:attrName>
                                        </p:attrNameLst>
                                      </p:cBhvr>
                                      <p:to>
                                        <p:strVal val="hidden"/>
                                      </p:to>
                                    </p:set>
                                  </p:childTnLst>
                                </p:cTn>
                              </p:par>
                              <p:par>
                                <p:cTn id="21" presetID="42" presetClass="entr" presetSubtype="0" fill="hold" grpId="0" nodeType="withEffect">
                                  <p:stCondLst>
                                    <p:cond delay="0"/>
                                  </p:stCondLst>
                                  <p:childTnLst>
                                    <p:set>
                                      <p:cBhvr>
                                        <p:cTn id="22" dur="1" fill="hold">
                                          <p:stCondLst>
                                            <p:cond delay="0"/>
                                          </p:stCondLst>
                                        </p:cTn>
                                        <p:tgtEl>
                                          <p:spTgt spid="8"/>
                                        </p:tgtEl>
                                        <p:attrNameLst>
                                          <p:attrName>style.visibility</p:attrName>
                                        </p:attrNameLst>
                                      </p:cBhvr>
                                      <p:to>
                                        <p:strVal val="visible"/>
                                      </p:to>
                                    </p:set>
                                    <p:animEffect transition="in" filter="fade">
                                      <p:cBhvr>
                                        <p:cTn id="23" dur="1000"/>
                                        <p:tgtEl>
                                          <p:spTgt spid="8"/>
                                        </p:tgtEl>
                                      </p:cBhvr>
                                    </p:animEffect>
                                    <p:anim calcmode="lin" valueType="num">
                                      <p:cBhvr>
                                        <p:cTn id="24" dur="1000" fill="hold"/>
                                        <p:tgtEl>
                                          <p:spTgt spid="8"/>
                                        </p:tgtEl>
                                        <p:attrNameLst>
                                          <p:attrName>ppt_x</p:attrName>
                                        </p:attrNameLst>
                                      </p:cBhvr>
                                      <p:tavLst>
                                        <p:tav tm="0">
                                          <p:val>
                                            <p:strVal val="#ppt_x"/>
                                          </p:val>
                                        </p:tav>
                                        <p:tav tm="100000">
                                          <p:val>
                                            <p:strVal val="#ppt_x"/>
                                          </p:val>
                                        </p:tav>
                                      </p:tavLst>
                                    </p:anim>
                                    <p:anim calcmode="lin" valueType="num">
                                      <p:cBhvr>
                                        <p:cTn id="25" dur="1000" fill="hold"/>
                                        <p:tgtEl>
                                          <p:spTgt spid="8"/>
                                        </p:tgtEl>
                                        <p:attrNameLst>
                                          <p:attrName>ppt_y</p:attrName>
                                        </p:attrNameLst>
                                      </p:cBhvr>
                                      <p:tavLst>
                                        <p:tav tm="0">
                                          <p:val>
                                            <p:strVal val="#ppt_y+.1"/>
                                          </p:val>
                                        </p:tav>
                                        <p:tav tm="100000">
                                          <p:val>
                                            <p:strVal val="#ppt_y"/>
                                          </p:val>
                                        </p:tav>
                                      </p:tavLst>
                                    </p:anim>
                                  </p:childTnLst>
                                </p:cTn>
                              </p:par>
                            </p:childTnLst>
                          </p:cTn>
                        </p:par>
                      </p:childTnLst>
                    </p:cTn>
                  </p:par>
                  <p:par>
                    <p:cTn id="26" fill="hold" nodeType="clickPar">
                      <p:stCondLst>
                        <p:cond delay="indefinite"/>
                      </p:stCondLst>
                      <p:childTnLst>
                        <p:par>
                          <p:cTn id="27" fill="hold" nodeType="withGroup">
                            <p:stCondLst>
                              <p:cond delay="0"/>
                            </p:stCondLst>
                            <p:childTnLst>
                              <p:par>
                                <p:cTn id="28" presetID="42" presetClass="exit" presetSubtype="0" fill="hold" grpId="1" nodeType="clickEffect">
                                  <p:stCondLst>
                                    <p:cond delay="0"/>
                                  </p:stCondLst>
                                  <p:childTnLst>
                                    <p:animEffect transition="out" filter="fade">
                                      <p:cBhvr>
                                        <p:cTn id="29" dur="1000"/>
                                        <p:tgtEl>
                                          <p:spTgt spid="8"/>
                                        </p:tgtEl>
                                      </p:cBhvr>
                                    </p:animEffect>
                                    <p:anim calcmode="lin" valueType="num">
                                      <p:cBhvr>
                                        <p:cTn id="30" dur="1000"/>
                                        <p:tgtEl>
                                          <p:spTgt spid="8"/>
                                        </p:tgtEl>
                                        <p:attrNameLst>
                                          <p:attrName>ppt_x</p:attrName>
                                        </p:attrNameLst>
                                      </p:cBhvr>
                                      <p:tavLst>
                                        <p:tav tm="0">
                                          <p:val>
                                            <p:strVal val="ppt_x"/>
                                          </p:val>
                                        </p:tav>
                                        <p:tav tm="100000">
                                          <p:val>
                                            <p:strVal val="ppt_x"/>
                                          </p:val>
                                        </p:tav>
                                      </p:tavLst>
                                    </p:anim>
                                    <p:anim calcmode="lin" valueType="num">
                                      <p:cBhvr>
                                        <p:cTn id="31" dur="1000"/>
                                        <p:tgtEl>
                                          <p:spTgt spid="8"/>
                                        </p:tgtEl>
                                        <p:attrNameLst>
                                          <p:attrName>ppt_y</p:attrName>
                                        </p:attrNameLst>
                                      </p:cBhvr>
                                      <p:tavLst>
                                        <p:tav tm="0">
                                          <p:val>
                                            <p:strVal val="ppt_y"/>
                                          </p:val>
                                        </p:tav>
                                        <p:tav tm="100000">
                                          <p:val>
                                            <p:strVal val="ppt_y+.1"/>
                                          </p:val>
                                        </p:tav>
                                      </p:tavLst>
                                    </p:anim>
                                    <p:set>
                                      <p:cBhvr>
                                        <p:cTn id="32" dur="1" fill="hold">
                                          <p:stCondLst>
                                            <p:cond delay="999"/>
                                          </p:stCondLst>
                                        </p:cTn>
                                        <p:tgtEl>
                                          <p:spTgt spid="8"/>
                                        </p:tgtEl>
                                        <p:attrNameLst>
                                          <p:attrName>style.visibility</p:attrName>
                                        </p:attrNameLst>
                                      </p:cBhvr>
                                      <p:to>
                                        <p:strVal val="hidden"/>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 grpId="0" animBg="1"/>
      <p:bldP spid="7" grpId="0" animBg="1"/>
      <p:bldP spid="7" grpId="1" animBg="1"/>
      <p:bldP spid="8" grpId="0" animBg="1"/>
      <p:bldP spid="8" grpId="1" animBg="1"/>
    </p:bldLst>
  </p:timing>
</p:sld>
</file>

<file path=ppt/slides/slide7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5234" name="标题 1"/>
          <p:cNvSpPr>
            <a:spLocks noGrp="1"/>
          </p:cNvSpPr>
          <p:nvPr>
            <p:ph type="title"/>
          </p:nvPr>
        </p:nvSpPr>
        <p:spPr>
          <a:xfrm>
            <a:off x="107950" y="44450"/>
            <a:ext cx="7343775" cy="792163"/>
          </a:xfrm>
        </p:spPr>
        <p:txBody>
          <a:bodyPr/>
          <a:lstStyle/>
          <a:p>
            <a:r>
              <a:rPr lang="en-US" altLang="zh-CN" smtClean="0"/>
              <a:t>2.10 </a:t>
            </a:r>
            <a:r>
              <a:rPr lang="zh-CN" altLang="en-US" smtClean="0"/>
              <a:t>网络互连与通信参考模型</a:t>
            </a:r>
          </a:p>
        </p:txBody>
      </p:sp>
      <p:sp>
        <p:nvSpPr>
          <p:cNvPr id="4" name="灯片编号占位符 3"/>
          <p:cNvSpPr>
            <a:spLocks noGrp="1"/>
          </p:cNvSpPr>
          <p:nvPr>
            <p:ph type="sldNum" sz="quarter" idx="12"/>
          </p:nvPr>
        </p:nvSpPr>
        <p:spPr/>
        <p:txBody>
          <a:bodyPr/>
          <a:lstStyle/>
          <a:p>
            <a:pPr>
              <a:defRPr/>
            </a:pPr>
            <a:fld id="{E503A795-3C12-4483-9FB6-64C1C17833FD}" type="slidenum">
              <a:rPr lang="zh-CN" altLang="en-US" smtClean="0"/>
              <a:pPr>
                <a:defRPr/>
              </a:pPr>
              <a:t>70</a:t>
            </a:fld>
            <a:endParaRPr lang="zh-CN" altLang="en-US"/>
          </a:p>
        </p:txBody>
      </p:sp>
      <p:pic>
        <p:nvPicPr>
          <p:cNvPr id="95236" name="Picture 3"/>
          <p:cNvPicPr>
            <a:picLocks noChangeAspect="1" noChangeArrowheads="1"/>
          </p:cNvPicPr>
          <p:nvPr/>
        </p:nvPicPr>
        <p:blipFill>
          <a:blip r:embed="rId2">
            <a:extLst>
              <a:ext uri="{28A0092B-C50C-407E-A947-70E740481C1C}">
                <a14:useLocalDpi xmlns:a14="http://schemas.microsoft.com/office/drawing/2010/main" val="0"/>
              </a:ext>
            </a:extLst>
          </a:blip>
          <a:srcRect b="6395"/>
          <a:stretch>
            <a:fillRect/>
          </a:stretch>
        </p:blipFill>
        <p:spPr bwMode="auto">
          <a:xfrm>
            <a:off x="179388" y="908050"/>
            <a:ext cx="7620000" cy="54737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6" name="线形标注 1 5"/>
          <p:cNvSpPr/>
          <p:nvPr/>
        </p:nvSpPr>
        <p:spPr>
          <a:xfrm>
            <a:off x="1835150" y="908050"/>
            <a:ext cx="6948488" cy="4033838"/>
          </a:xfrm>
          <a:prstGeom prst="borderCallout1">
            <a:avLst>
              <a:gd name="adj1" fmla="val 49106"/>
              <a:gd name="adj2" fmla="val -234"/>
              <a:gd name="adj3" fmla="val 38580"/>
              <a:gd name="adj4" fmla="val -7081"/>
            </a:avLst>
          </a:prstGeom>
          <a:solidFill>
            <a:schemeClr val="accent6">
              <a:lumMod val="20000"/>
              <a:lumOff val="80000"/>
            </a:schemeClr>
          </a:solidFill>
        </p:spPr>
        <p:style>
          <a:lnRef idx="2">
            <a:schemeClr val="accent1">
              <a:shade val="50000"/>
            </a:schemeClr>
          </a:lnRef>
          <a:fillRef idx="1">
            <a:schemeClr val="accent1"/>
          </a:fillRef>
          <a:effectRef idx="0">
            <a:schemeClr val="accent1"/>
          </a:effectRef>
          <a:fontRef idx="minor">
            <a:schemeClr val="lt1"/>
          </a:fontRef>
        </p:style>
        <p:txBody>
          <a:bodyPr anchor="ctr"/>
          <a:lstStyle/>
          <a:p>
            <a:pPr algn="just" latinLnBrk="1">
              <a:spcBef>
                <a:spcPct val="55000"/>
              </a:spcBef>
              <a:buClr>
                <a:srgbClr val="002060"/>
              </a:buClr>
              <a:defRPr/>
            </a:pPr>
            <a:r>
              <a:rPr kumimoji="1" lang="zh-CN" altLang="en-US" sz="2400" dirty="0">
                <a:solidFill>
                  <a:srgbClr val="FF0000"/>
                </a:solidFill>
                <a:ea typeface="楷体_GB2312" pitchFamily="49" charset="-122"/>
              </a:rPr>
              <a:t>会话层</a:t>
            </a:r>
            <a:r>
              <a:rPr kumimoji="1" lang="zh-CN" altLang="en-US" sz="2400" dirty="0">
                <a:solidFill>
                  <a:srgbClr val="002060"/>
                </a:solidFill>
                <a:ea typeface="楷体_GB2312" pitchFamily="49" charset="-122"/>
              </a:rPr>
              <a:t>建立、管理和终止应用程序之间的会话。</a:t>
            </a:r>
            <a:endParaRPr kumimoji="1" lang="en-US" altLang="zh-CN" sz="2400" dirty="0">
              <a:solidFill>
                <a:srgbClr val="002060"/>
              </a:solidFill>
              <a:ea typeface="楷体_GB2312" pitchFamily="49" charset="-122"/>
            </a:endParaRPr>
          </a:p>
          <a:p>
            <a:pPr marL="342900" indent="-342900" algn="just" latinLnBrk="1">
              <a:spcBef>
                <a:spcPct val="55000"/>
              </a:spcBef>
              <a:buClr>
                <a:srgbClr val="002060"/>
              </a:buClr>
              <a:buFont typeface="Wingdings" panose="05000000000000000000" pitchFamily="2" charset="2"/>
              <a:buChar char="ü"/>
              <a:defRPr/>
            </a:pPr>
            <a:r>
              <a:rPr kumimoji="1" lang="zh-CN" altLang="en-US" sz="2400" dirty="0">
                <a:solidFill>
                  <a:srgbClr val="002060"/>
                </a:solidFill>
                <a:ea typeface="楷体_GB2312" pitchFamily="49" charset="-122"/>
              </a:rPr>
              <a:t>为表示层服务，管理表示层之间的数据交换、会话间的同步。</a:t>
            </a:r>
          </a:p>
          <a:p>
            <a:pPr marL="342900" indent="-342900" algn="just" latinLnBrk="1">
              <a:spcBef>
                <a:spcPct val="55000"/>
              </a:spcBef>
              <a:buClr>
                <a:srgbClr val="002060"/>
              </a:buClr>
              <a:buFont typeface="Wingdings" panose="05000000000000000000" pitchFamily="2" charset="2"/>
              <a:buChar char="ü"/>
              <a:defRPr/>
            </a:pPr>
            <a:r>
              <a:rPr kumimoji="1" lang="zh-CN" altLang="en-US" sz="2400" dirty="0">
                <a:solidFill>
                  <a:srgbClr val="002060"/>
                </a:solidFill>
                <a:ea typeface="楷体_GB2312" pitchFamily="49" charset="-122"/>
              </a:rPr>
              <a:t>报告会话层、表示层和应用层中产生的错误。</a:t>
            </a:r>
          </a:p>
          <a:p>
            <a:pPr marL="342900" indent="-342900" algn="just" latinLnBrk="1">
              <a:spcBef>
                <a:spcPct val="55000"/>
              </a:spcBef>
              <a:buClr>
                <a:srgbClr val="002060"/>
              </a:buClr>
              <a:buFont typeface="Wingdings" panose="05000000000000000000" pitchFamily="2" charset="2"/>
              <a:buChar char="ü"/>
              <a:defRPr/>
            </a:pPr>
            <a:r>
              <a:rPr kumimoji="1" lang="zh-CN" altLang="en-US" sz="2400" dirty="0">
                <a:solidFill>
                  <a:srgbClr val="002060"/>
                </a:solidFill>
                <a:ea typeface="楷体_GB2312" pitchFamily="49" charset="-122"/>
              </a:rPr>
              <a:t>会话层的服务之一是管理对话，另一种会话服务是同</a:t>
            </a:r>
            <a:r>
              <a:rPr kumimoji="1" lang="zh-CN" altLang="en-US" sz="2400" dirty="0" smtClean="0">
                <a:solidFill>
                  <a:srgbClr val="002060"/>
                </a:solidFill>
                <a:ea typeface="楷体_GB2312" pitchFamily="49" charset="-122"/>
              </a:rPr>
              <a:t>步</a:t>
            </a:r>
            <a:endParaRPr kumimoji="1" lang="zh-CN" altLang="en-US" sz="2400" dirty="0">
              <a:solidFill>
                <a:srgbClr val="002060"/>
              </a:solidFill>
              <a:ea typeface="楷体_GB2312" pitchFamily="49" charset="-122"/>
            </a:endParaRPr>
          </a:p>
        </p:txBody>
      </p:sp>
    </p:spTree>
  </p:cSld>
  <p:clrMapOvr>
    <a:masterClrMapping/>
  </p:clrMapOvr>
  <p:transition spd="slow">
    <p:push dir="u"/>
  </p:transition>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2" presetClass="entr" presetSubtype="4" fill="hold" grpId="0" nodeType="clickEffect">
                                  <p:stCondLst>
                                    <p:cond delay="0"/>
                                  </p:stCondLst>
                                  <p:childTnLst>
                                    <p:set>
                                      <p:cBhvr>
                                        <p:cTn id="6" dur="1" fill="hold">
                                          <p:stCondLst>
                                            <p:cond delay="0"/>
                                          </p:stCondLst>
                                        </p:cTn>
                                        <p:tgtEl>
                                          <p:spTgt spid="6"/>
                                        </p:tgtEl>
                                        <p:attrNameLst>
                                          <p:attrName>style.visibility</p:attrName>
                                        </p:attrNameLst>
                                      </p:cBhvr>
                                      <p:to>
                                        <p:strVal val="visible"/>
                                      </p:to>
                                    </p:set>
                                    <p:anim calcmode="lin" valueType="num">
                                      <p:cBhvr additive="base">
                                        <p:cTn id="7" dur="500" fill="hold"/>
                                        <p:tgtEl>
                                          <p:spTgt spid="6"/>
                                        </p:tgtEl>
                                        <p:attrNameLst>
                                          <p:attrName>ppt_x</p:attrName>
                                        </p:attrNameLst>
                                      </p:cBhvr>
                                      <p:tavLst>
                                        <p:tav tm="0">
                                          <p:val>
                                            <p:strVal val="#ppt_x"/>
                                          </p:val>
                                        </p:tav>
                                        <p:tav tm="100000">
                                          <p:val>
                                            <p:strVal val="#ppt_x"/>
                                          </p:val>
                                        </p:tav>
                                      </p:tavLst>
                                    </p:anim>
                                    <p:anim calcmode="lin" valueType="num">
                                      <p:cBhvr additive="base">
                                        <p:cTn id="8" dur="500" fill="hold"/>
                                        <p:tgtEl>
                                          <p:spTgt spid="6"/>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 grpId="0" animBg="1"/>
    </p:bldLst>
  </p:timing>
</p:sld>
</file>

<file path=ppt/slides/slide7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6258" name="标题 1"/>
          <p:cNvSpPr>
            <a:spLocks noGrp="1"/>
          </p:cNvSpPr>
          <p:nvPr>
            <p:ph type="title"/>
          </p:nvPr>
        </p:nvSpPr>
        <p:spPr>
          <a:xfrm>
            <a:off x="107950" y="44450"/>
            <a:ext cx="7343775" cy="792163"/>
          </a:xfrm>
        </p:spPr>
        <p:txBody>
          <a:bodyPr/>
          <a:lstStyle/>
          <a:p>
            <a:r>
              <a:rPr lang="en-US" altLang="zh-CN" smtClean="0"/>
              <a:t>2.10 </a:t>
            </a:r>
            <a:r>
              <a:rPr lang="zh-CN" altLang="en-US" smtClean="0"/>
              <a:t>网络互连与通信参考模型</a:t>
            </a:r>
          </a:p>
        </p:txBody>
      </p:sp>
      <p:sp>
        <p:nvSpPr>
          <p:cNvPr id="4" name="灯片编号占位符 3"/>
          <p:cNvSpPr>
            <a:spLocks noGrp="1"/>
          </p:cNvSpPr>
          <p:nvPr>
            <p:ph type="sldNum" sz="quarter" idx="12"/>
          </p:nvPr>
        </p:nvSpPr>
        <p:spPr/>
        <p:txBody>
          <a:bodyPr/>
          <a:lstStyle/>
          <a:p>
            <a:pPr>
              <a:defRPr/>
            </a:pPr>
            <a:fld id="{74431B46-BB37-466A-8A85-9C272D105E1D}" type="slidenum">
              <a:rPr lang="zh-CN" altLang="en-US" smtClean="0"/>
              <a:pPr>
                <a:defRPr/>
              </a:pPr>
              <a:t>71</a:t>
            </a:fld>
            <a:endParaRPr lang="zh-CN" altLang="en-US"/>
          </a:p>
        </p:txBody>
      </p:sp>
      <p:pic>
        <p:nvPicPr>
          <p:cNvPr id="96260" name="Picture 3"/>
          <p:cNvPicPr>
            <a:picLocks noChangeAspect="1" noChangeArrowheads="1"/>
          </p:cNvPicPr>
          <p:nvPr/>
        </p:nvPicPr>
        <p:blipFill>
          <a:blip r:embed="rId2">
            <a:extLst>
              <a:ext uri="{28A0092B-C50C-407E-A947-70E740481C1C}">
                <a14:useLocalDpi xmlns:a14="http://schemas.microsoft.com/office/drawing/2010/main" val="0"/>
              </a:ext>
            </a:extLst>
          </a:blip>
          <a:srcRect b="6395"/>
          <a:stretch>
            <a:fillRect/>
          </a:stretch>
        </p:blipFill>
        <p:spPr bwMode="auto">
          <a:xfrm>
            <a:off x="179388" y="908050"/>
            <a:ext cx="7620000" cy="54737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6" name="线形标注 1 5"/>
          <p:cNvSpPr/>
          <p:nvPr/>
        </p:nvSpPr>
        <p:spPr>
          <a:xfrm>
            <a:off x="1835150" y="979338"/>
            <a:ext cx="6948488" cy="4033838"/>
          </a:xfrm>
          <a:prstGeom prst="borderCallout1">
            <a:avLst>
              <a:gd name="adj1" fmla="val 49106"/>
              <a:gd name="adj2" fmla="val -234"/>
              <a:gd name="adj3" fmla="val 24557"/>
              <a:gd name="adj4" fmla="val -6215"/>
            </a:avLst>
          </a:prstGeom>
          <a:solidFill>
            <a:schemeClr val="accent6">
              <a:lumMod val="20000"/>
              <a:lumOff val="80000"/>
            </a:schemeClr>
          </a:solidFill>
        </p:spPr>
        <p:style>
          <a:lnRef idx="2">
            <a:schemeClr val="accent1">
              <a:shade val="50000"/>
            </a:schemeClr>
          </a:lnRef>
          <a:fillRef idx="1">
            <a:schemeClr val="accent1"/>
          </a:fillRef>
          <a:effectRef idx="0">
            <a:schemeClr val="accent1"/>
          </a:effectRef>
          <a:fontRef idx="minor">
            <a:schemeClr val="lt1"/>
          </a:fontRef>
        </p:style>
        <p:txBody>
          <a:bodyPr anchor="ctr"/>
          <a:lstStyle/>
          <a:p>
            <a:pPr marL="342900" indent="-342900" algn="just" latinLnBrk="1">
              <a:spcBef>
                <a:spcPct val="55000"/>
              </a:spcBef>
              <a:buClr>
                <a:srgbClr val="002060"/>
              </a:buClr>
              <a:buFont typeface="Wingdings" panose="05000000000000000000" pitchFamily="2" charset="2"/>
              <a:buChar char="ü"/>
              <a:defRPr/>
            </a:pPr>
            <a:r>
              <a:rPr kumimoji="1" lang="zh-CN" altLang="en-US" sz="2400" dirty="0">
                <a:solidFill>
                  <a:srgbClr val="FF0000"/>
                </a:solidFill>
                <a:ea typeface="楷体_GB2312" pitchFamily="49" charset="-122"/>
              </a:rPr>
              <a:t>表示层</a:t>
            </a:r>
            <a:r>
              <a:rPr kumimoji="1" lang="zh-CN" altLang="en-US" sz="2400" dirty="0">
                <a:solidFill>
                  <a:srgbClr val="002060"/>
                </a:solidFill>
                <a:ea typeface="楷体_GB2312" pitchFamily="49" charset="-122"/>
              </a:rPr>
              <a:t>用于处理两个网络系统中交换数据的表示方式，包括数据格式变换、数据加密与解密、数据压缩与解压缩等功能。</a:t>
            </a:r>
          </a:p>
          <a:p>
            <a:pPr marL="342900" indent="-342900" algn="just" latinLnBrk="1">
              <a:spcBef>
                <a:spcPct val="55000"/>
              </a:spcBef>
              <a:buClr>
                <a:srgbClr val="002060"/>
              </a:buClr>
              <a:buFont typeface="Wingdings" panose="05000000000000000000" pitchFamily="2" charset="2"/>
              <a:buChar char="ü"/>
              <a:defRPr/>
            </a:pPr>
            <a:r>
              <a:rPr lang="zh-CN" altLang="en-US" sz="2400" dirty="0">
                <a:solidFill>
                  <a:srgbClr val="FF0000"/>
                </a:solidFill>
                <a:latin typeface="楷体_GB2312" panose="02010609030101010101" pitchFamily="49" charset="-122"/>
                <a:ea typeface="楷体_GB2312" panose="02010609030101010101" pitchFamily="49" charset="-122"/>
              </a:rPr>
              <a:t>表示层</a:t>
            </a:r>
            <a:r>
              <a:rPr lang="zh-CN" altLang="en-US" sz="2400" dirty="0">
                <a:solidFill>
                  <a:srgbClr val="002060"/>
                </a:solidFill>
                <a:latin typeface="楷体_GB2312" panose="02010609030101010101" pitchFamily="49" charset="-122"/>
                <a:ea typeface="楷体_GB2312" panose="02010609030101010101" pitchFamily="49" charset="-122"/>
              </a:rPr>
              <a:t>以下的各层只关心可靠地传输比特流，而表示层关心的是所传输的信息的语法和语义</a:t>
            </a:r>
            <a:r>
              <a:rPr lang="zh-CN" altLang="en-US" sz="2400" dirty="0" smtClean="0">
                <a:solidFill>
                  <a:srgbClr val="002060"/>
                </a:solidFill>
                <a:latin typeface="楷体_GB2312" panose="02010609030101010101" pitchFamily="49" charset="-122"/>
                <a:ea typeface="楷体_GB2312" panose="02010609030101010101" pitchFamily="49" charset="-122"/>
              </a:rPr>
              <a:t>。（例如，用</a:t>
            </a:r>
            <a:r>
              <a:rPr lang="zh-CN" altLang="en-US" sz="2400" dirty="0">
                <a:solidFill>
                  <a:srgbClr val="002060"/>
                </a:solidFill>
                <a:latin typeface="楷体_GB2312" panose="02010609030101010101" pitchFamily="49" charset="-122"/>
                <a:ea typeface="楷体_GB2312" panose="02010609030101010101" pitchFamily="49" charset="-122"/>
              </a:rPr>
              <a:t>一</a:t>
            </a:r>
            <a:r>
              <a:rPr lang="zh-CN" altLang="en-US" sz="2400" dirty="0" smtClean="0">
                <a:solidFill>
                  <a:srgbClr val="002060"/>
                </a:solidFill>
                <a:latin typeface="楷体_GB2312" panose="02010609030101010101" pitchFamily="49" charset="-122"/>
                <a:ea typeface="楷体_GB2312" panose="02010609030101010101" pitchFamily="49" charset="-122"/>
              </a:rPr>
              <a:t>种一</a:t>
            </a:r>
            <a:r>
              <a:rPr lang="zh-CN" altLang="en-US" sz="2400" dirty="0">
                <a:solidFill>
                  <a:srgbClr val="002060"/>
                </a:solidFill>
                <a:latin typeface="楷体_GB2312" panose="02010609030101010101" pitchFamily="49" charset="-122"/>
                <a:ea typeface="楷体_GB2312" panose="02010609030101010101" pitchFamily="49" charset="-122"/>
              </a:rPr>
              <a:t>致同意的标准方法对数据编码</a:t>
            </a:r>
            <a:r>
              <a:rPr lang="zh-CN" altLang="en-US" sz="2400" dirty="0" smtClean="0">
                <a:solidFill>
                  <a:srgbClr val="002060"/>
                </a:solidFill>
                <a:latin typeface="楷体_GB2312" panose="02010609030101010101" pitchFamily="49" charset="-122"/>
                <a:ea typeface="楷体_GB2312" panose="02010609030101010101" pitchFamily="49" charset="-122"/>
              </a:rPr>
              <a:t>。）</a:t>
            </a:r>
            <a:endParaRPr lang="en-US" altLang="zh-CN" sz="2400" dirty="0">
              <a:solidFill>
                <a:srgbClr val="002060"/>
              </a:solidFill>
              <a:latin typeface="楷体_GB2312" panose="02010609030101010101" pitchFamily="49" charset="-122"/>
              <a:ea typeface="楷体_GB2312" panose="02010609030101010101" pitchFamily="49" charset="-122"/>
            </a:endParaRPr>
          </a:p>
          <a:p>
            <a:pPr marL="342900" indent="-342900" algn="just" latinLnBrk="1">
              <a:spcBef>
                <a:spcPct val="55000"/>
              </a:spcBef>
              <a:buClr>
                <a:srgbClr val="002060"/>
              </a:buClr>
              <a:buFont typeface="Wingdings" panose="05000000000000000000" pitchFamily="2" charset="2"/>
              <a:buChar char="ü"/>
              <a:defRPr/>
            </a:pPr>
            <a:r>
              <a:rPr kumimoji="1" lang="zh-CN" altLang="en-US" sz="2400" dirty="0">
                <a:solidFill>
                  <a:srgbClr val="FF0000"/>
                </a:solidFill>
                <a:ea typeface="楷体_GB2312" pitchFamily="49" charset="-122"/>
              </a:rPr>
              <a:t>表示层</a:t>
            </a:r>
            <a:r>
              <a:rPr kumimoji="1" lang="zh-CN" altLang="en-US" sz="2400" dirty="0">
                <a:solidFill>
                  <a:srgbClr val="002060"/>
                </a:solidFill>
                <a:ea typeface="楷体_GB2312" pitchFamily="49" charset="-122"/>
              </a:rPr>
              <a:t>保证一个系统应用层发出的信息能被另一个系统的应用层</a:t>
            </a:r>
            <a:r>
              <a:rPr kumimoji="1" lang="zh-CN" altLang="en-US" sz="2400" dirty="0" smtClean="0">
                <a:solidFill>
                  <a:srgbClr val="002060"/>
                </a:solidFill>
                <a:ea typeface="楷体_GB2312" pitchFamily="49" charset="-122"/>
              </a:rPr>
              <a:t>读入，即执行形式变换而无内容变换。 </a:t>
            </a:r>
            <a:endParaRPr kumimoji="1" lang="zh-CN" altLang="en-US" sz="2400" dirty="0">
              <a:solidFill>
                <a:srgbClr val="0070C0"/>
              </a:solidFill>
              <a:ea typeface="楷体_GB2312" pitchFamily="49" charset="-122"/>
            </a:endParaRPr>
          </a:p>
        </p:txBody>
      </p:sp>
    </p:spTree>
  </p:cSld>
  <p:clrMapOvr>
    <a:masterClrMapping/>
  </p:clrMapOvr>
  <p:transition spd="slow">
    <p:push dir="u"/>
  </p:transition>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2" presetClass="entr" presetSubtype="4" fill="hold" grpId="0" nodeType="clickEffect">
                                  <p:stCondLst>
                                    <p:cond delay="0"/>
                                  </p:stCondLst>
                                  <p:childTnLst>
                                    <p:set>
                                      <p:cBhvr>
                                        <p:cTn id="6" dur="1" fill="hold">
                                          <p:stCondLst>
                                            <p:cond delay="0"/>
                                          </p:stCondLst>
                                        </p:cTn>
                                        <p:tgtEl>
                                          <p:spTgt spid="6"/>
                                        </p:tgtEl>
                                        <p:attrNameLst>
                                          <p:attrName>style.visibility</p:attrName>
                                        </p:attrNameLst>
                                      </p:cBhvr>
                                      <p:to>
                                        <p:strVal val="visible"/>
                                      </p:to>
                                    </p:set>
                                    <p:anim calcmode="lin" valueType="num">
                                      <p:cBhvr additive="base">
                                        <p:cTn id="7" dur="500" fill="hold"/>
                                        <p:tgtEl>
                                          <p:spTgt spid="6"/>
                                        </p:tgtEl>
                                        <p:attrNameLst>
                                          <p:attrName>ppt_x</p:attrName>
                                        </p:attrNameLst>
                                      </p:cBhvr>
                                      <p:tavLst>
                                        <p:tav tm="0">
                                          <p:val>
                                            <p:strVal val="#ppt_x"/>
                                          </p:val>
                                        </p:tav>
                                        <p:tav tm="100000">
                                          <p:val>
                                            <p:strVal val="#ppt_x"/>
                                          </p:val>
                                        </p:tav>
                                      </p:tavLst>
                                    </p:anim>
                                    <p:anim calcmode="lin" valueType="num">
                                      <p:cBhvr additive="base">
                                        <p:cTn id="8" dur="500" fill="hold"/>
                                        <p:tgtEl>
                                          <p:spTgt spid="6"/>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 grpId="0" animBg="1"/>
    </p:bldLst>
  </p:timing>
</p:sld>
</file>

<file path=ppt/slides/slide7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7282" name="标题 1"/>
          <p:cNvSpPr>
            <a:spLocks noGrp="1"/>
          </p:cNvSpPr>
          <p:nvPr>
            <p:ph type="title"/>
          </p:nvPr>
        </p:nvSpPr>
        <p:spPr>
          <a:xfrm>
            <a:off x="107950" y="44450"/>
            <a:ext cx="7343775" cy="792163"/>
          </a:xfrm>
        </p:spPr>
        <p:txBody>
          <a:bodyPr/>
          <a:lstStyle/>
          <a:p>
            <a:r>
              <a:rPr lang="en-US" altLang="zh-CN" smtClean="0"/>
              <a:t>2.10 </a:t>
            </a:r>
            <a:r>
              <a:rPr lang="zh-CN" altLang="en-US" smtClean="0"/>
              <a:t>网络互连与通信参考模型</a:t>
            </a:r>
          </a:p>
        </p:txBody>
      </p:sp>
      <p:sp>
        <p:nvSpPr>
          <p:cNvPr id="4" name="灯片编号占位符 3"/>
          <p:cNvSpPr>
            <a:spLocks noGrp="1"/>
          </p:cNvSpPr>
          <p:nvPr>
            <p:ph type="sldNum" sz="quarter" idx="12"/>
          </p:nvPr>
        </p:nvSpPr>
        <p:spPr/>
        <p:txBody>
          <a:bodyPr/>
          <a:lstStyle/>
          <a:p>
            <a:pPr>
              <a:defRPr/>
            </a:pPr>
            <a:fld id="{FFA8AF18-6DD7-4ABE-96F9-6100249033BC}" type="slidenum">
              <a:rPr lang="zh-CN" altLang="en-US" smtClean="0"/>
              <a:pPr>
                <a:defRPr/>
              </a:pPr>
              <a:t>72</a:t>
            </a:fld>
            <a:endParaRPr lang="zh-CN" altLang="en-US"/>
          </a:p>
        </p:txBody>
      </p:sp>
      <p:pic>
        <p:nvPicPr>
          <p:cNvPr id="97284" name="Picture 3"/>
          <p:cNvPicPr>
            <a:picLocks noChangeAspect="1" noChangeArrowheads="1"/>
          </p:cNvPicPr>
          <p:nvPr/>
        </p:nvPicPr>
        <p:blipFill>
          <a:blip r:embed="rId2">
            <a:extLst>
              <a:ext uri="{28A0092B-C50C-407E-A947-70E740481C1C}">
                <a14:useLocalDpi xmlns:a14="http://schemas.microsoft.com/office/drawing/2010/main" val="0"/>
              </a:ext>
            </a:extLst>
          </a:blip>
          <a:srcRect b="6395"/>
          <a:stretch>
            <a:fillRect/>
          </a:stretch>
        </p:blipFill>
        <p:spPr bwMode="auto">
          <a:xfrm>
            <a:off x="179388" y="908050"/>
            <a:ext cx="7620000" cy="54737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6" name="线形标注 1 5"/>
          <p:cNvSpPr/>
          <p:nvPr/>
        </p:nvSpPr>
        <p:spPr>
          <a:xfrm>
            <a:off x="1835150" y="908050"/>
            <a:ext cx="6948488" cy="1657350"/>
          </a:xfrm>
          <a:prstGeom prst="borderCallout1">
            <a:avLst>
              <a:gd name="adj1" fmla="val 49106"/>
              <a:gd name="adj2" fmla="val -234"/>
              <a:gd name="adj3" fmla="val 15917"/>
              <a:gd name="adj4" fmla="val -7254"/>
            </a:avLst>
          </a:prstGeom>
          <a:solidFill>
            <a:schemeClr val="accent6">
              <a:lumMod val="20000"/>
              <a:lumOff val="80000"/>
            </a:schemeClr>
          </a:solidFill>
        </p:spPr>
        <p:style>
          <a:lnRef idx="2">
            <a:schemeClr val="accent1">
              <a:shade val="50000"/>
            </a:schemeClr>
          </a:lnRef>
          <a:fillRef idx="1">
            <a:schemeClr val="accent1"/>
          </a:fillRef>
          <a:effectRef idx="0">
            <a:schemeClr val="accent1"/>
          </a:effectRef>
          <a:fontRef idx="minor">
            <a:schemeClr val="lt1"/>
          </a:fontRef>
        </p:style>
        <p:txBody>
          <a:bodyPr anchor="ctr"/>
          <a:lstStyle/>
          <a:p>
            <a:pPr marL="342900" indent="-342900" algn="just" latinLnBrk="1">
              <a:spcBef>
                <a:spcPct val="55000"/>
              </a:spcBef>
              <a:buClr>
                <a:srgbClr val="002060"/>
              </a:buClr>
              <a:buFont typeface="Wingdings" panose="05000000000000000000" pitchFamily="2" charset="2"/>
              <a:buChar char="ü"/>
              <a:defRPr/>
            </a:pPr>
            <a:r>
              <a:rPr kumimoji="1" lang="zh-CN" altLang="en-US" sz="2400" dirty="0">
                <a:solidFill>
                  <a:srgbClr val="FF0000"/>
                </a:solidFill>
                <a:latin typeface="Times New Roman" pitchFamily="18" charset="0"/>
                <a:ea typeface="楷体_GB2312" pitchFamily="49" charset="-122"/>
              </a:rPr>
              <a:t>应用层</a:t>
            </a:r>
            <a:r>
              <a:rPr kumimoji="1" lang="zh-CN" altLang="en-US" sz="2400" dirty="0">
                <a:solidFill>
                  <a:srgbClr val="000000"/>
                </a:solidFill>
                <a:latin typeface="Times New Roman" pitchFamily="18" charset="0"/>
                <a:ea typeface="楷体_GB2312" pitchFamily="49" charset="-122"/>
              </a:rPr>
              <a:t>是</a:t>
            </a:r>
            <a:r>
              <a:rPr kumimoji="1" lang="en-US" altLang="zh-CN" sz="2400" dirty="0">
                <a:solidFill>
                  <a:srgbClr val="000000"/>
                </a:solidFill>
                <a:latin typeface="Times New Roman" pitchFamily="18" charset="0"/>
                <a:ea typeface="楷体_GB2312" pitchFamily="49" charset="-122"/>
              </a:rPr>
              <a:t>OSI</a:t>
            </a:r>
            <a:r>
              <a:rPr kumimoji="1" lang="zh-CN" altLang="en-US" sz="2400" dirty="0">
                <a:solidFill>
                  <a:srgbClr val="000000"/>
                </a:solidFill>
                <a:latin typeface="Times New Roman" pitchFamily="18" charset="0"/>
                <a:ea typeface="楷体_GB2312" pitchFamily="49" charset="-122"/>
              </a:rPr>
              <a:t>参考模型中的最高层。直接面向用</a:t>
            </a:r>
            <a:r>
              <a:rPr kumimoji="1" lang="zh-CN" altLang="en-US" sz="2400" dirty="0" smtClean="0">
                <a:solidFill>
                  <a:srgbClr val="000000"/>
                </a:solidFill>
                <a:latin typeface="Times New Roman" pitchFamily="18" charset="0"/>
                <a:ea typeface="楷体_GB2312" pitchFamily="49" charset="-122"/>
              </a:rPr>
              <a:t>户，以</a:t>
            </a:r>
            <a:r>
              <a:rPr kumimoji="1" lang="zh-CN" altLang="en-US" sz="2400" dirty="0">
                <a:solidFill>
                  <a:srgbClr val="000000"/>
                </a:solidFill>
                <a:latin typeface="Times New Roman" pitchFamily="18" charset="0"/>
                <a:ea typeface="楷体_GB2312" pitchFamily="49" charset="-122"/>
              </a:rPr>
              <a:t>满</a:t>
            </a:r>
            <a:r>
              <a:rPr kumimoji="1" lang="zh-CN" altLang="en-US" sz="2400" dirty="0" smtClean="0">
                <a:solidFill>
                  <a:srgbClr val="000000"/>
                </a:solidFill>
                <a:latin typeface="Times New Roman" pitchFamily="18" charset="0"/>
                <a:ea typeface="楷体_GB2312" pitchFamily="49" charset="-122"/>
              </a:rPr>
              <a:t>足不同</a:t>
            </a:r>
            <a:r>
              <a:rPr kumimoji="1" lang="zh-CN" altLang="en-US" sz="2400" dirty="0">
                <a:solidFill>
                  <a:srgbClr val="000000"/>
                </a:solidFill>
                <a:latin typeface="Times New Roman" pitchFamily="18" charset="0"/>
                <a:ea typeface="楷体_GB2312" pitchFamily="49" charset="-122"/>
              </a:rPr>
              <a:t>需</a:t>
            </a:r>
            <a:r>
              <a:rPr kumimoji="1" lang="zh-CN" altLang="en-US" sz="2400" dirty="0" smtClean="0">
                <a:solidFill>
                  <a:srgbClr val="000000"/>
                </a:solidFill>
                <a:latin typeface="Times New Roman" pitchFamily="18" charset="0"/>
                <a:ea typeface="楷体_GB2312" pitchFamily="49" charset="-122"/>
              </a:rPr>
              <a:t>求，</a:t>
            </a:r>
            <a:r>
              <a:rPr kumimoji="1" lang="zh-CN" altLang="en-US" sz="2400" dirty="0">
                <a:solidFill>
                  <a:srgbClr val="000000"/>
                </a:solidFill>
                <a:latin typeface="Times New Roman" pitchFamily="18" charset="0"/>
                <a:ea typeface="楷体_GB2312" pitchFamily="49" charset="-122"/>
              </a:rPr>
              <a:t>是运用网络资源向应用程序直接提供服务的层次</a:t>
            </a:r>
            <a:r>
              <a:rPr kumimoji="1" lang="zh-CN" altLang="en-US" sz="2400" dirty="0" smtClean="0">
                <a:solidFill>
                  <a:srgbClr val="000000"/>
                </a:solidFill>
                <a:latin typeface="Times New Roman" pitchFamily="18" charset="0"/>
                <a:ea typeface="楷体_GB2312" pitchFamily="49" charset="-122"/>
              </a:rPr>
              <a:t>。</a:t>
            </a:r>
            <a:endParaRPr kumimoji="1" lang="zh-CN" altLang="en-US" sz="2400" dirty="0">
              <a:solidFill>
                <a:srgbClr val="0070C0"/>
              </a:solidFill>
              <a:ea typeface="楷体_GB2312" pitchFamily="49" charset="-122"/>
            </a:endParaRPr>
          </a:p>
        </p:txBody>
      </p:sp>
    </p:spTree>
  </p:cSld>
  <p:clrMapOvr>
    <a:masterClrMapping/>
  </p:clrMapOvr>
  <p:transition spd="slow">
    <p:push dir="u"/>
  </p:transition>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2" presetClass="entr" presetSubtype="4" fill="hold" grpId="0" nodeType="clickEffect">
                                  <p:stCondLst>
                                    <p:cond delay="0"/>
                                  </p:stCondLst>
                                  <p:childTnLst>
                                    <p:set>
                                      <p:cBhvr>
                                        <p:cTn id="6" dur="1" fill="hold">
                                          <p:stCondLst>
                                            <p:cond delay="0"/>
                                          </p:stCondLst>
                                        </p:cTn>
                                        <p:tgtEl>
                                          <p:spTgt spid="6"/>
                                        </p:tgtEl>
                                        <p:attrNameLst>
                                          <p:attrName>style.visibility</p:attrName>
                                        </p:attrNameLst>
                                      </p:cBhvr>
                                      <p:to>
                                        <p:strVal val="visible"/>
                                      </p:to>
                                    </p:set>
                                    <p:anim calcmode="lin" valueType="num">
                                      <p:cBhvr additive="base">
                                        <p:cTn id="7" dur="500" fill="hold"/>
                                        <p:tgtEl>
                                          <p:spTgt spid="6"/>
                                        </p:tgtEl>
                                        <p:attrNameLst>
                                          <p:attrName>ppt_x</p:attrName>
                                        </p:attrNameLst>
                                      </p:cBhvr>
                                      <p:tavLst>
                                        <p:tav tm="0">
                                          <p:val>
                                            <p:strVal val="#ppt_x"/>
                                          </p:val>
                                        </p:tav>
                                        <p:tav tm="100000">
                                          <p:val>
                                            <p:strVal val="#ppt_x"/>
                                          </p:val>
                                        </p:tav>
                                      </p:tavLst>
                                    </p:anim>
                                    <p:anim calcmode="lin" valueType="num">
                                      <p:cBhvr additive="base">
                                        <p:cTn id="8" dur="500" fill="hold"/>
                                        <p:tgtEl>
                                          <p:spTgt spid="6"/>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 grpId="0" animBg="1"/>
    </p:bldLst>
  </p:timing>
</p:sld>
</file>

<file path=ppt/slides/slide7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9330" name="标题 1"/>
          <p:cNvSpPr>
            <a:spLocks noGrp="1"/>
          </p:cNvSpPr>
          <p:nvPr>
            <p:ph type="title"/>
          </p:nvPr>
        </p:nvSpPr>
        <p:spPr>
          <a:xfrm>
            <a:off x="107950" y="44450"/>
            <a:ext cx="7343775" cy="792163"/>
          </a:xfrm>
        </p:spPr>
        <p:txBody>
          <a:bodyPr/>
          <a:lstStyle/>
          <a:p>
            <a:r>
              <a:rPr lang="en-US" altLang="zh-CN" smtClean="0"/>
              <a:t>2.10 </a:t>
            </a:r>
            <a:r>
              <a:rPr lang="zh-CN" altLang="en-US" smtClean="0"/>
              <a:t>网络互连与通信参考模型</a:t>
            </a:r>
          </a:p>
        </p:txBody>
      </p:sp>
      <p:sp>
        <p:nvSpPr>
          <p:cNvPr id="4" name="灯片编号占位符 3"/>
          <p:cNvSpPr>
            <a:spLocks noGrp="1"/>
          </p:cNvSpPr>
          <p:nvPr>
            <p:ph type="sldNum" sz="quarter" idx="12"/>
          </p:nvPr>
        </p:nvSpPr>
        <p:spPr/>
        <p:txBody>
          <a:bodyPr/>
          <a:lstStyle/>
          <a:p>
            <a:pPr>
              <a:defRPr/>
            </a:pPr>
            <a:fld id="{0023BA89-F23F-47D0-A233-537F542F8D05}" type="slidenum">
              <a:rPr lang="zh-CN" altLang="en-US" smtClean="0"/>
              <a:pPr>
                <a:defRPr/>
              </a:pPr>
              <a:t>73</a:t>
            </a:fld>
            <a:endParaRPr lang="zh-CN" altLang="en-US"/>
          </a:p>
        </p:txBody>
      </p:sp>
      <p:pic>
        <p:nvPicPr>
          <p:cNvPr id="99332" name="Picture 3"/>
          <p:cNvPicPr>
            <a:picLocks noChangeAspect="1" noChangeArrowheads="1"/>
          </p:cNvPicPr>
          <p:nvPr/>
        </p:nvPicPr>
        <p:blipFill>
          <a:blip r:embed="rId2">
            <a:extLst>
              <a:ext uri="{28A0092B-C50C-407E-A947-70E740481C1C}">
                <a14:useLocalDpi xmlns:a14="http://schemas.microsoft.com/office/drawing/2010/main" val="0"/>
              </a:ext>
            </a:extLst>
          </a:blip>
          <a:srcRect b="6395"/>
          <a:stretch>
            <a:fillRect/>
          </a:stretch>
        </p:blipFill>
        <p:spPr bwMode="auto">
          <a:xfrm>
            <a:off x="179388" y="908050"/>
            <a:ext cx="7620000" cy="54737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7" name="圆角矩形标注 6"/>
          <p:cNvSpPr/>
          <p:nvPr/>
        </p:nvSpPr>
        <p:spPr>
          <a:xfrm>
            <a:off x="7310438" y="1196975"/>
            <a:ext cx="1800225" cy="4248150"/>
          </a:xfrm>
          <a:prstGeom prst="wedgeRoundRectCallout">
            <a:avLst>
              <a:gd name="adj1" fmla="val -82105"/>
              <a:gd name="adj2" fmla="val -10868"/>
              <a:gd name="adj3" fmla="val 16667"/>
            </a:avLst>
          </a:prstGeom>
          <a:solidFill>
            <a:schemeClr val="accent5">
              <a:lumMod val="20000"/>
              <a:lumOff val="80000"/>
            </a:schemeClr>
          </a:solidFill>
        </p:spPr>
        <p:style>
          <a:lnRef idx="2">
            <a:schemeClr val="accent1">
              <a:shade val="50000"/>
            </a:schemeClr>
          </a:lnRef>
          <a:fillRef idx="1">
            <a:schemeClr val="accent1"/>
          </a:fillRef>
          <a:effectRef idx="0">
            <a:schemeClr val="accent1"/>
          </a:effectRef>
          <a:fontRef idx="minor">
            <a:schemeClr val="lt1"/>
          </a:fontRef>
        </p:style>
        <p:txBody>
          <a:bodyPr anchor="ctr"/>
          <a:lstStyle/>
          <a:p>
            <a:pPr algn="just" latinLnBrk="1">
              <a:lnSpc>
                <a:spcPts val="2900"/>
              </a:lnSpc>
              <a:buClr>
                <a:schemeClr val="accent2"/>
              </a:buClr>
              <a:buFont typeface="Wingdings" pitchFamily="2" charset="2"/>
              <a:buNone/>
              <a:defRPr/>
            </a:pPr>
            <a:r>
              <a:rPr kumimoji="1" lang="zh-CN" altLang="en-US" sz="2400" dirty="0">
                <a:solidFill>
                  <a:srgbClr val="000000"/>
                </a:solidFill>
                <a:latin typeface="Times New Roman" pitchFamily="18" charset="0"/>
                <a:ea typeface="楷体_GB2312" pitchFamily="49" charset="-122"/>
              </a:rPr>
              <a:t>层次越靠上，其与信息处理的关系越密切，越靠下，其与通信的关系越密切。</a:t>
            </a:r>
          </a:p>
        </p:txBody>
      </p:sp>
    </p:spTree>
  </p:cSld>
  <p:clrMapOvr>
    <a:masterClrMapping/>
  </p:clrMapOvr>
  <p:transition spd="slow">
    <p:push dir="u"/>
  </p:transition>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2" presetClass="entr" presetSubtype="4" fill="hold" grpId="0" nodeType="clickEffect">
                                  <p:stCondLst>
                                    <p:cond delay="0"/>
                                  </p:stCondLst>
                                  <p:childTnLst>
                                    <p:set>
                                      <p:cBhvr>
                                        <p:cTn id="6" dur="1" fill="hold">
                                          <p:stCondLst>
                                            <p:cond delay="0"/>
                                          </p:stCondLst>
                                        </p:cTn>
                                        <p:tgtEl>
                                          <p:spTgt spid="7"/>
                                        </p:tgtEl>
                                        <p:attrNameLst>
                                          <p:attrName>style.visibility</p:attrName>
                                        </p:attrNameLst>
                                      </p:cBhvr>
                                      <p:to>
                                        <p:strVal val="visible"/>
                                      </p:to>
                                    </p:set>
                                    <p:anim calcmode="lin" valueType="num">
                                      <p:cBhvr additive="base">
                                        <p:cTn id="7" dur="500" fill="hold"/>
                                        <p:tgtEl>
                                          <p:spTgt spid="7"/>
                                        </p:tgtEl>
                                        <p:attrNameLst>
                                          <p:attrName>ppt_x</p:attrName>
                                        </p:attrNameLst>
                                      </p:cBhvr>
                                      <p:tavLst>
                                        <p:tav tm="0">
                                          <p:val>
                                            <p:strVal val="#ppt_x"/>
                                          </p:val>
                                        </p:tav>
                                        <p:tav tm="100000">
                                          <p:val>
                                            <p:strVal val="#ppt_x"/>
                                          </p:val>
                                        </p:tav>
                                      </p:tavLst>
                                    </p:anim>
                                    <p:anim calcmode="lin" valueType="num">
                                      <p:cBhvr additive="base">
                                        <p:cTn id="8" dur="500" fill="hold"/>
                                        <p:tgtEl>
                                          <p:spTgt spid="7"/>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 grpId="0" animBg="1"/>
    </p:bldLst>
  </p:timing>
</p:sld>
</file>

<file path=ppt/slides/slide7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0354" name="标题 1"/>
          <p:cNvSpPr>
            <a:spLocks noGrp="1"/>
          </p:cNvSpPr>
          <p:nvPr>
            <p:ph type="title"/>
          </p:nvPr>
        </p:nvSpPr>
        <p:spPr>
          <a:xfrm>
            <a:off x="107950" y="44450"/>
            <a:ext cx="7343775" cy="792163"/>
          </a:xfrm>
        </p:spPr>
        <p:txBody>
          <a:bodyPr/>
          <a:lstStyle/>
          <a:p>
            <a:r>
              <a:rPr lang="en-US" altLang="zh-CN" smtClean="0"/>
              <a:t>2.10 </a:t>
            </a:r>
            <a:r>
              <a:rPr lang="zh-CN" altLang="en-US" smtClean="0"/>
              <a:t>网络互连与通信参考模型</a:t>
            </a:r>
          </a:p>
        </p:txBody>
      </p:sp>
      <p:sp>
        <p:nvSpPr>
          <p:cNvPr id="4" name="灯片编号占位符 3"/>
          <p:cNvSpPr>
            <a:spLocks noGrp="1"/>
          </p:cNvSpPr>
          <p:nvPr>
            <p:ph type="sldNum" sz="quarter" idx="12"/>
          </p:nvPr>
        </p:nvSpPr>
        <p:spPr/>
        <p:txBody>
          <a:bodyPr/>
          <a:lstStyle/>
          <a:p>
            <a:pPr>
              <a:defRPr/>
            </a:pPr>
            <a:fld id="{681AB365-2C1D-49A6-9EB9-63251E021881}" type="slidenum">
              <a:rPr lang="zh-CN" altLang="en-US" smtClean="0"/>
              <a:pPr>
                <a:defRPr/>
              </a:pPr>
              <a:t>74</a:t>
            </a:fld>
            <a:endParaRPr lang="zh-CN" altLang="en-US"/>
          </a:p>
        </p:txBody>
      </p:sp>
      <p:pic>
        <p:nvPicPr>
          <p:cNvPr id="100356" name="Picture 3"/>
          <p:cNvPicPr>
            <a:picLocks noChangeAspect="1" noChangeArrowheads="1"/>
          </p:cNvPicPr>
          <p:nvPr/>
        </p:nvPicPr>
        <p:blipFill>
          <a:blip r:embed="rId2">
            <a:extLst>
              <a:ext uri="{28A0092B-C50C-407E-A947-70E740481C1C}">
                <a14:useLocalDpi xmlns:a14="http://schemas.microsoft.com/office/drawing/2010/main" val="0"/>
              </a:ext>
            </a:extLst>
          </a:blip>
          <a:srcRect b="8086"/>
          <a:stretch>
            <a:fillRect/>
          </a:stretch>
        </p:blipFill>
        <p:spPr bwMode="auto">
          <a:xfrm>
            <a:off x="179388" y="908050"/>
            <a:ext cx="8064500" cy="46021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100357" name="TextBox 5"/>
          <p:cNvSpPr txBox="1">
            <a:spLocks noChangeArrowheads="1"/>
          </p:cNvSpPr>
          <p:nvPr/>
        </p:nvSpPr>
        <p:spPr bwMode="auto">
          <a:xfrm>
            <a:off x="611188" y="5654675"/>
            <a:ext cx="6769100" cy="4619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spcBef>
                <a:spcPct val="20000"/>
              </a:spcBef>
              <a:buFont typeface="Wingdings" pitchFamily="2" charset="2"/>
              <a:buChar char="Ø"/>
              <a:defRPr sz="3200">
                <a:solidFill>
                  <a:srgbClr val="4F6228"/>
                </a:solidFill>
                <a:latin typeface="Calibri" pitchFamily="34" charset="0"/>
                <a:ea typeface="楷体_GB2312" pitchFamily="49" charset="-122"/>
              </a:defRPr>
            </a:lvl1pPr>
            <a:lvl2pPr marL="742950" indent="-285750" eaLnBrk="0" hangingPunct="0">
              <a:spcBef>
                <a:spcPct val="20000"/>
              </a:spcBef>
              <a:buFont typeface="Wingdings" pitchFamily="2" charset="2"/>
              <a:buChar char="ü"/>
              <a:defRPr sz="2800">
                <a:solidFill>
                  <a:srgbClr val="4F6228"/>
                </a:solidFill>
                <a:latin typeface="Calibri" pitchFamily="34" charset="0"/>
                <a:ea typeface="楷体_GB2312" pitchFamily="49" charset="-122"/>
              </a:defRPr>
            </a:lvl2pPr>
            <a:lvl3pPr marL="1143000" indent="-228600" eaLnBrk="0" hangingPunct="0">
              <a:spcBef>
                <a:spcPct val="20000"/>
              </a:spcBef>
              <a:buFont typeface="Arial" charset="0"/>
              <a:buChar char="•"/>
              <a:defRPr sz="2400">
                <a:solidFill>
                  <a:srgbClr val="4F6228"/>
                </a:solidFill>
                <a:latin typeface="Calibri" pitchFamily="34" charset="0"/>
                <a:ea typeface="楷体_GB2312" pitchFamily="49" charset="-122"/>
              </a:defRPr>
            </a:lvl3pPr>
            <a:lvl4pPr marL="1600200" indent="-228600" eaLnBrk="0" hangingPunct="0">
              <a:spcBef>
                <a:spcPct val="20000"/>
              </a:spcBef>
              <a:buFont typeface="Arial" charset="0"/>
              <a:buChar char="–"/>
              <a:defRPr sz="2000">
                <a:solidFill>
                  <a:schemeClr val="tx1"/>
                </a:solidFill>
                <a:latin typeface="Calibri" pitchFamily="34" charset="0"/>
                <a:ea typeface="宋体" pitchFamily="2" charset="-122"/>
              </a:defRPr>
            </a:lvl4pPr>
            <a:lvl5pPr marL="2057400" indent="-228600" eaLnBrk="0" hangingPunct="0">
              <a:spcBef>
                <a:spcPct val="20000"/>
              </a:spcBef>
              <a:buFont typeface="Arial" charset="0"/>
              <a:buChar char="»"/>
              <a:defRPr sz="2000">
                <a:solidFill>
                  <a:schemeClr val="tx1"/>
                </a:solidFill>
                <a:latin typeface="Calibri" pitchFamily="34" charset="0"/>
                <a:ea typeface="宋体" pitchFamily="2" charset="-122"/>
              </a:defRPr>
            </a:lvl5pPr>
            <a:lvl6pPr marL="2514600" indent="-228600" eaLnBrk="0" fontAlgn="base" hangingPunct="0">
              <a:spcBef>
                <a:spcPct val="20000"/>
              </a:spcBef>
              <a:spcAft>
                <a:spcPct val="0"/>
              </a:spcAft>
              <a:buFont typeface="Arial" charset="0"/>
              <a:buChar char="»"/>
              <a:defRPr sz="2000">
                <a:solidFill>
                  <a:schemeClr val="tx1"/>
                </a:solidFill>
                <a:latin typeface="Calibri" pitchFamily="34" charset="0"/>
                <a:ea typeface="宋体" pitchFamily="2" charset="-122"/>
              </a:defRPr>
            </a:lvl6pPr>
            <a:lvl7pPr marL="2971800" indent="-228600" eaLnBrk="0" fontAlgn="base" hangingPunct="0">
              <a:spcBef>
                <a:spcPct val="20000"/>
              </a:spcBef>
              <a:spcAft>
                <a:spcPct val="0"/>
              </a:spcAft>
              <a:buFont typeface="Arial" charset="0"/>
              <a:buChar char="»"/>
              <a:defRPr sz="2000">
                <a:solidFill>
                  <a:schemeClr val="tx1"/>
                </a:solidFill>
                <a:latin typeface="Calibri" pitchFamily="34" charset="0"/>
                <a:ea typeface="宋体" pitchFamily="2" charset="-122"/>
              </a:defRPr>
            </a:lvl7pPr>
            <a:lvl8pPr marL="3429000" indent="-228600" eaLnBrk="0" fontAlgn="base" hangingPunct="0">
              <a:spcBef>
                <a:spcPct val="20000"/>
              </a:spcBef>
              <a:spcAft>
                <a:spcPct val="0"/>
              </a:spcAft>
              <a:buFont typeface="Arial" charset="0"/>
              <a:buChar char="»"/>
              <a:defRPr sz="2000">
                <a:solidFill>
                  <a:schemeClr val="tx1"/>
                </a:solidFill>
                <a:latin typeface="Calibri" pitchFamily="34" charset="0"/>
                <a:ea typeface="宋体" pitchFamily="2" charset="-122"/>
              </a:defRPr>
            </a:lvl8pPr>
            <a:lvl9pPr marL="3886200" indent="-228600" eaLnBrk="0" fontAlgn="base" hangingPunct="0">
              <a:spcBef>
                <a:spcPct val="20000"/>
              </a:spcBef>
              <a:spcAft>
                <a:spcPct val="0"/>
              </a:spcAft>
              <a:buFont typeface="Arial" charset="0"/>
              <a:buChar char="»"/>
              <a:defRPr sz="2000">
                <a:solidFill>
                  <a:schemeClr val="tx1"/>
                </a:solidFill>
                <a:latin typeface="Calibri" pitchFamily="34" charset="0"/>
                <a:ea typeface="宋体" pitchFamily="2" charset="-122"/>
              </a:defRPr>
            </a:lvl9pPr>
          </a:lstStyle>
          <a:p>
            <a:pPr algn="ctr" eaLnBrk="1" hangingPunct="1">
              <a:spcBef>
                <a:spcPct val="0"/>
              </a:spcBef>
              <a:buFontTx/>
              <a:buNone/>
            </a:pPr>
            <a:r>
              <a:rPr lang="en-US" altLang="zh-CN" sz="2400">
                <a:solidFill>
                  <a:schemeClr val="tx1"/>
                </a:solidFill>
              </a:rPr>
              <a:t>OSI</a:t>
            </a:r>
            <a:r>
              <a:rPr lang="zh-CN" altLang="en-US" sz="2400">
                <a:solidFill>
                  <a:schemeClr val="tx1"/>
                </a:solidFill>
              </a:rPr>
              <a:t>模型使用举例</a:t>
            </a:r>
          </a:p>
        </p:txBody>
      </p:sp>
      <p:sp>
        <p:nvSpPr>
          <p:cNvPr id="9" name="圆角矩形标注 8"/>
          <p:cNvSpPr/>
          <p:nvPr/>
        </p:nvSpPr>
        <p:spPr>
          <a:xfrm>
            <a:off x="468313" y="5165725"/>
            <a:ext cx="8353425" cy="1439863"/>
          </a:xfrm>
          <a:prstGeom prst="wedgeRoundRectCallout">
            <a:avLst>
              <a:gd name="adj1" fmla="val -47567"/>
              <a:gd name="adj2" fmla="val -148520"/>
              <a:gd name="adj3" fmla="val 16667"/>
            </a:avLst>
          </a:prstGeom>
          <a:solidFill>
            <a:schemeClr val="accent5">
              <a:lumMod val="20000"/>
              <a:lumOff val="80000"/>
            </a:schemeClr>
          </a:solidFill>
        </p:spPr>
        <p:style>
          <a:lnRef idx="2">
            <a:schemeClr val="accent1">
              <a:shade val="50000"/>
            </a:schemeClr>
          </a:lnRef>
          <a:fillRef idx="1">
            <a:schemeClr val="accent1"/>
          </a:fillRef>
          <a:effectRef idx="0">
            <a:schemeClr val="accent1"/>
          </a:effectRef>
          <a:fontRef idx="minor">
            <a:schemeClr val="lt1"/>
          </a:fontRef>
        </p:style>
        <p:txBody>
          <a:bodyPr anchor="ctr"/>
          <a:lstStyle/>
          <a:p>
            <a:pPr algn="just" latinLnBrk="1">
              <a:lnSpc>
                <a:spcPts val="2900"/>
              </a:lnSpc>
              <a:buClr>
                <a:schemeClr val="accent2"/>
              </a:buClr>
              <a:buFont typeface="Wingdings" pitchFamily="2" charset="2"/>
              <a:buNone/>
              <a:defRPr/>
            </a:pPr>
            <a:r>
              <a:rPr kumimoji="1" lang="zh-CN" altLang="en-US" sz="2400" dirty="0">
                <a:solidFill>
                  <a:srgbClr val="000000"/>
                </a:solidFill>
                <a:latin typeface="Times New Roman" pitchFamily="18" charset="0"/>
                <a:ea typeface="楷体_GB2312" pitchFamily="49" charset="-122"/>
              </a:rPr>
              <a:t>发送进程发送数据时，每一层都把从上层收到的报文看做要发送的数据，在该数据上加上该层的报头和必要的报尾；接收进程接收数据时，每一层去掉属于该层的报头和报尾后再把报文传给上一层。</a:t>
            </a:r>
          </a:p>
        </p:txBody>
      </p:sp>
      <p:sp>
        <p:nvSpPr>
          <p:cNvPr id="10" name="圆角矩形标注 9"/>
          <p:cNvSpPr/>
          <p:nvPr/>
        </p:nvSpPr>
        <p:spPr>
          <a:xfrm>
            <a:off x="323850" y="5013325"/>
            <a:ext cx="8355013" cy="1439863"/>
          </a:xfrm>
          <a:prstGeom prst="wedgeRoundRectCallout">
            <a:avLst>
              <a:gd name="adj1" fmla="val -26110"/>
              <a:gd name="adj2" fmla="val -49103"/>
              <a:gd name="adj3" fmla="val 16667"/>
            </a:avLst>
          </a:prstGeom>
          <a:solidFill>
            <a:schemeClr val="accent5">
              <a:lumMod val="20000"/>
              <a:lumOff val="80000"/>
            </a:schemeClr>
          </a:solidFill>
        </p:spPr>
        <p:style>
          <a:lnRef idx="2">
            <a:schemeClr val="accent1">
              <a:shade val="50000"/>
            </a:schemeClr>
          </a:lnRef>
          <a:fillRef idx="1">
            <a:schemeClr val="accent1"/>
          </a:fillRef>
          <a:effectRef idx="0">
            <a:schemeClr val="accent1"/>
          </a:effectRef>
          <a:fontRef idx="minor">
            <a:schemeClr val="lt1"/>
          </a:fontRef>
        </p:style>
        <p:txBody>
          <a:bodyPr anchor="ctr"/>
          <a:lstStyle/>
          <a:p>
            <a:pPr algn="just" latinLnBrk="1">
              <a:lnSpc>
                <a:spcPts val="2900"/>
              </a:lnSpc>
              <a:buClr>
                <a:schemeClr val="accent2"/>
              </a:buClr>
              <a:buFont typeface="Wingdings" pitchFamily="2" charset="2"/>
              <a:buNone/>
              <a:defRPr/>
            </a:pPr>
            <a:r>
              <a:rPr kumimoji="1" lang="zh-CN" altLang="en-US" sz="2400" dirty="0">
                <a:solidFill>
                  <a:srgbClr val="000000"/>
                </a:solidFill>
                <a:latin typeface="Times New Roman" pitchFamily="18" charset="0"/>
                <a:ea typeface="楷体_GB2312" pitchFamily="49" charset="-122"/>
              </a:rPr>
              <a:t>整个过程中最关键的概念是：虽然数据的实际传输方向是垂直的，但每一层在编程时却好像数据一直是水平传输的。</a:t>
            </a:r>
          </a:p>
        </p:txBody>
      </p:sp>
      <p:sp>
        <p:nvSpPr>
          <p:cNvPr id="11" name="圆角矩形标注 10"/>
          <p:cNvSpPr/>
          <p:nvPr/>
        </p:nvSpPr>
        <p:spPr>
          <a:xfrm>
            <a:off x="2700338" y="2174875"/>
            <a:ext cx="4535487" cy="3736975"/>
          </a:xfrm>
          <a:prstGeom prst="wedgeRoundRectCallout">
            <a:avLst>
              <a:gd name="adj1" fmla="val -26110"/>
              <a:gd name="adj2" fmla="val -49103"/>
              <a:gd name="adj3" fmla="val 16667"/>
            </a:avLst>
          </a:prstGeom>
          <a:solidFill>
            <a:schemeClr val="accent5">
              <a:lumMod val="20000"/>
              <a:lumOff val="80000"/>
            </a:schemeClr>
          </a:solidFill>
        </p:spPr>
        <p:style>
          <a:lnRef idx="2">
            <a:schemeClr val="accent1">
              <a:shade val="50000"/>
            </a:schemeClr>
          </a:lnRef>
          <a:fillRef idx="1">
            <a:schemeClr val="accent1"/>
          </a:fillRef>
          <a:effectRef idx="0">
            <a:schemeClr val="accent1"/>
          </a:effectRef>
          <a:fontRef idx="minor">
            <a:schemeClr val="lt1"/>
          </a:fontRef>
        </p:style>
        <p:txBody>
          <a:bodyPr anchor="ctr"/>
          <a:lstStyle/>
          <a:p>
            <a:pPr algn="just" latinLnBrk="1">
              <a:lnSpc>
                <a:spcPts val="2900"/>
              </a:lnSpc>
              <a:buClr>
                <a:schemeClr val="accent2"/>
              </a:buClr>
              <a:buFont typeface="Wingdings" pitchFamily="2" charset="2"/>
              <a:buNone/>
              <a:defRPr/>
            </a:pPr>
            <a:r>
              <a:rPr kumimoji="1" lang="zh-CN" altLang="en-US" sz="2400" dirty="0">
                <a:solidFill>
                  <a:srgbClr val="000000"/>
                </a:solidFill>
                <a:latin typeface="Times New Roman" pitchFamily="18" charset="0"/>
                <a:ea typeface="楷体_GB2312" pitchFamily="49" charset="-122"/>
              </a:rPr>
              <a:t>数据单元在不同的层次中名称也不相同。</a:t>
            </a:r>
            <a:endParaRPr kumimoji="1" lang="en-US" altLang="zh-CN" sz="2400" dirty="0">
              <a:solidFill>
                <a:srgbClr val="000000"/>
              </a:solidFill>
              <a:latin typeface="Times New Roman" pitchFamily="18" charset="0"/>
              <a:ea typeface="楷体_GB2312" pitchFamily="49" charset="-122"/>
            </a:endParaRPr>
          </a:p>
          <a:p>
            <a:pPr algn="just" latinLnBrk="1">
              <a:lnSpc>
                <a:spcPts val="2900"/>
              </a:lnSpc>
              <a:buClr>
                <a:schemeClr val="accent2"/>
              </a:buClr>
              <a:buFont typeface="Wingdings" pitchFamily="2" charset="2"/>
              <a:buNone/>
              <a:defRPr/>
            </a:pPr>
            <a:r>
              <a:rPr kumimoji="1" lang="zh-CN" altLang="en-US" sz="2400" dirty="0">
                <a:solidFill>
                  <a:srgbClr val="000000"/>
                </a:solidFill>
                <a:latin typeface="Times New Roman" pitchFamily="18" charset="0"/>
                <a:ea typeface="楷体_GB2312" pitchFamily="49" charset="-122"/>
              </a:rPr>
              <a:t>物理层以比特流方式传输；</a:t>
            </a:r>
            <a:endParaRPr kumimoji="1" lang="en-US" altLang="zh-CN" sz="2400" dirty="0">
              <a:solidFill>
                <a:srgbClr val="000000"/>
              </a:solidFill>
              <a:latin typeface="Times New Roman" pitchFamily="18" charset="0"/>
              <a:ea typeface="楷体_GB2312" pitchFamily="49" charset="-122"/>
            </a:endParaRPr>
          </a:p>
          <a:p>
            <a:pPr algn="just" latinLnBrk="1">
              <a:lnSpc>
                <a:spcPts val="2900"/>
              </a:lnSpc>
              <a:buClr>
                <a:schemeClr val="accent2"/>
              </a:buClr>
              <a:buFont typeface="Wingdings" pitchFamily="2" charset="2"/>
              <a:buNone/>
              <a:defRPr/>
            </a:pPr>
            <a:r>
              <a:rPr kumimoji="1" lang="zh-CN" altLang="en-US" sz="2400" dirty="0">
                <a:solidFill>
                  <a:srgbClr val="000000"/>
                </a:solidFill>
                <a:latin typeface="Times New Roman" pitchFamily="18" charset="0"/>
                <a:ea typeface="楷体_GB2312" pitchFamily="49" charset="-122"/>
              </a:rPr>
              <a:t>数据链路层的数据单元称为帧；网络层的数据单元称为分组数据报</a:t>
            </a:r>
            <a:r>
              <a:rPr kumimoji="1" lang="zh-CN" altLang="en-US" sz="2400" dirty="0" smtClean="0">
                <a:solidFill>
                  <a:srgbClr val="000000"/>
                </a:solidFill>
                <a:latin typeface="Times New Roman" pitchFamily="18" charset="0"/>
                <a:ea typeface="楷体_GB2312" pitchFamily="49" charset="-122"/>
              </a:rPr>
              <a:t>文；</a:t>
            </a:r>
            <a:endParaRPr kumimoji="1" lang="en-US" altLang="zh-CN" sz="2400" dirty="0">
              <a:solidFill>
                <a:srgbClr val="000000"/>
              </a:solidFill>
              <a:latin typeface="Times New Roman" pitchFamily="18" charset="0"/>
              <a:ea typeface="楷体_GB2312" pitchFamily="49" charset="-122"/>
            </a:endParaRPr>
          </a:p>
          <a:p>
            <a:pPr algn="just" latinLnBrk="1">
              <a:lnSpc>
                <a:spcPts val="2900"/>
              </a:lnSpc>
              <a:buClr>
                <a:schemeClr val="accent2"/>
              </a:buClr>
              <a:buFont typeface="Wingdings" pitchFamily="2" charset="2"/>
              <a:buNone/>
              <a:defRPr/>
            </a:pPr>
            <a:r>
              <a:rPr kumimoji="1" lang="zh-CN" altLang="en-US" sz="2400" dirty="0">
                <a:solidFill>
                  <a:srgbClr val="000000"/>
                </a:solidFill>
                <a:latin typeface="Times New Roman" pitchFamily="18" charset="0"/>
                <a:ea typeface="楷体_GB2312" pitchFamily="49" charset="-122"/>
              </a:rPr>
              <a:t>传输层的数据单元称为报文；会话层、表示层、应用层的数据单元都统称为数据包。</a:t>
            </a:r>
          </a:p>
        </p:txBody>
      </p:sp>
    </p:spTree>
  </p:cSld>
  <p:clrMapOvr>
    <a:masterClrMapping/>
  </p:clrMapOvr>
  <p:transition spd="slow">
    <p:push dir="u"/>
  </p:transition>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2" presetClass="entr" presetSubtype="4" fill="hold" grpId="0" nodeType="clickEffect">
                                  <p:stCondLst>
                                    <p:cond delay="0"/>
                                  </p:stCondLst>
                                  <p:childTnLst>
                                    <p:set>
                                      <p:cBhvr>
                                        <p:cTn id="6" dur="1" fill="hold">
                                          <p:stCondLst>
                                            <p:cond delay="0"/>
                                          </p:stCondLst>
                                        </p:cTn>
                                        <p:tgtEl>
                                          <p:spTgt spid="9"/>
                                        </p:tgtEl>
                                        <p:attrNameLst>
                                          <p:attrName>style.visibility</p:attrName>
                                        </p:attrNameLst>
                                      </p:cBhvr>
                                      <p:to>
                                        <p:strVal val="visible"/>
                                      </p:to>
                                    </p:set>
                                    <p:anim calcmode="lin" valueType="num">
                                      <p:cBhvr additive="base">
                                        <p:cTn id="7" dur="500" fill="hold"/>
                                        <p:tgtEl>
                                          <p:spTgt spid="9"/>
                                        </p:tgtEl>
                                        <p:attrNameLst>
                                          <p:attrName>ppt_x</p:attrName>
                                        </p:attrNameLst>
                                      </p:cBhvr>
                                      <p:tavLst>
                                        <p:tav tm="0">
                                          <p:val>
                                            <p:strVal val="#ppt_x"/>
                                          </p:val>
                                        </p:tav>
                                        <p:tav tm="100000">
                                          <p:val>
                                            <p:strVal val="#ppt_x"/>
                                          </p:val>
                                        </p:tav>
                                      </p:tavLst>
                                    </p:anim>
                                    <p:anim calcmode="lin" valueType="num">
                                      <p:cBhvr additive="base">
                                        <p:cTn id="8" dur="500" fill="hold"/>
                                        <p:tgtEl>
                                          <p:spTgt spid="9"/>
                                        </p:tgtEl>
                                        <p:attrNameLst>
                                          <p:attrName>ppt_y</p:attrName>
                                        </p:attrNameLst>
                                      </p:cBhvr>
                                      <p:tavLst>
                                        <p:tav tm="0">
                                          <p:val>
                                            <p:strVal val="1+#ppt_h/2"/>
                                          </p:val>
                                        </p:tav>
                                        <p:tav tm="100000">
                                          <p:val>
                                            <p:strVal val="#ppt_y"/>
                                          </p:val>
                                        </p:tav>
                                      </p:tavLst>
                                    </p:anim>
                                  </p:childTnLst>
                                </p:cTn>
                              </p:par>
                            </p:childTnLst>
                          </p:cTn>
                        </p:par>
                      </p:childTnLst>
                    </p:cTn>
                  </p:par>
                  <p:par>
                    <p:cTn id="9" fill="hold" nodeType="clickPar">
                      <p:stCondLst>
                        <p:cond delay="indefinite"/>
                      </p:stCondLst>
                      <p:childTnLst>
                        <p:par>
                          <p:cTn id="10" fill="hold" nodeType="withGroup">
                            <p:stCondLst>
                              <p:cond delay="0"/>
                            </p:stCondLst>
                            <p:childTnLst>
                              <p:par>
                                <p:cTn id="11" presetID="2" presetClass="exit" presetSubtype="4" fill="hold" grpId="1" nodeType="clickEffect">
                                  <p:stCondLst>
                                    <p:cond delay="0"/>
                                  </p:stCondLst>
                                  <p:childTnLst>
                                    <p:anim calcmode="lin" valueType="num">
                                      <p:cBhvr additive="base">
                                        <p:cTn id="12" dur="500"/>
                                        <p:tgtEl>
                                          <p:spTgt spid="9"/>
                                        </p:tgtEl>
                                        <p:attrNameLst>
                                          <p:attrName>ppt_x</p:attrName>
                                        </p:attrNameLst>
                                      </p:cBhvr>
                                      <p:tavLst>
                                        <p:tav tm="0">
                                          <p:val>
                                            <p:strVal val="ppt_x"/>
                                          </p:val>
                                        </p:tav>
                                        <p:tav tm="100000">
                                          <p:val>
                                            <p:strVal val="ppt_x"/>
                                          </p:val>
                                        </p:tav>
                                      </p:tavLst>
                                    </p:anim>
                                    <p:anim calcmode="lin" valueType="num">
                                      <p:cBhvr additive="base">
                                        <p:cTn id="13" dur="500"/>
                                        <p:tgtEl>
                                          <p:spTgt spid="9"/>
                                        </p:tgtEl>
                                        <p:attrNameLst>
                                          <p:attrName>ppt_y</p:attrName>
                                        </p:attrNameLst>
                                      </p:cBhvr>
                                      <p:tavLst>
                                        <p:tav tm="0">
                                          <p:val>
                                            <p:strVal val="ppt_y"/>
                                          </p:val>
                                        </p:tav>
                                        <p:tav tm="100000">
                                          <p:val>
                                            <p:strVal val="1+ppt_h/2"/>
                                          </p:val>
                                        </p:tav>
                                      </p:tavLst>
                                    </p:anim>
                                    <p:set>
                                      <p:cBhvr>
                                        <p:cTn id="14" dur="1" fill="hold">
                                          <p:stCondLst>
                                            <p:cond delay="499"/>
                                          </p:stCondLst>
                                        </p:cTn>
                                        <p:tgtEl>
                                          <p:spTgt spid="9"/>
                                        </p:tgtEl>
                                        <p:attrNameLst>
                                          <p:attrName>style.visibility</p:attrName>
                                        </p:attrNameLst>
                                      </p:cBhvr>
                                      <p:to>
                                        <p:strVal val="hidden"/>
                                      </p:to>
                                    </p:set>
                                  </p:childTnLst>
                                </p:cTn>
                              </p:par>
                              <p:par>
                                <p:cTn id="15" presetID="2" presetClass="entr" presetSubtype="4" fill="hold" grpId="0" nodeType="withEffect">
                                  <p:stCondLst>
                                    <p:cond delay="0"/>
                                  </p:stCondLst>
                                  <p:childTnLst>
                                    <p:set>
                                      <p:cBhvr>
                                        <p:cTn id="16" dur="1" fill="hold">
                                          <p:stCondLst>
                                            <p:cond delay="0"/>
                                          </p:stCondLst>
                                        </p:cTn>
                                        <p:tgtEl>
                                          <p:spTgt spid="10"/>
                                        </p:tgtEl>
                                        <p:attrNameLst>
                                          <p:attrName>style.visibility</p:attrName>
                                        </p:attrNameLst>
                                      </p:cBhvr>
                                      <p:to>
                                        <p:strVal val="visible"/>
                                      </p:to>
                                    </p:set>
                                    <p:anim calcmode="lin" valueType="num">
                                      <p:cBhvr additive="base">
                                        <p:cTn id="17" dur="500" fill="hold"/>
                                        <p:tgtEl>
                                          <p:spTgt spid="10"/>
                                        </p:tgtEl>
                                        <p:attrNameLst>
                                          <p:attrName>ppt_x</p:attrName>
                                        </p:attrNameLst>
                                      </p:cBhvr>
                                      <p:tavLst>
                                        <p:tav tm="0">
                                          <p:val>
                                            <p:strVal val="#ppt_x"/>
                                          </p:val>
                                        </p:tav>
                                        <p:tav tm="100000">
                                          <p:val>
                                            <p:strVal val="#ppt_x"/>
                                          </p:val>
                                        </p:tav>
                                      </p:tavLst>
                                    </p:anim>
                                    <p:anim calcmode="lin" valueType="num">
                                      <p:cBhvr additive="base">
                                        <p:cTn id="18" dur="500" fill="hold"/>
                                        <p:tgtEl>
                                          <p:spTgt spid="10"/>
                                        </p:tgtEl>
                                        <p:attrNameLst>
                                          <p:attrName>ppt_y</p:attrName>
                                        </p:attrNameLst>
                                      </p:cBhvr>
                                      <p:tavLst>
                                        <p:tav tm="0">
                                          <p:val>
                                            <p:strVal val="1+#ppt_h/2"/>
                                          </p:val>
                                        </p:tav>
                                        <p:tav tm="100000">
                                          <p:val>
                                            <p:strVal val="#ppt_y"/>
                                          </p:val>
                                        </p:tav>
                                      </p:tavLst>
                                    </p:anim>
                                  </p:childTnLst>
                                </p:cTn>
                              </p:par>
                            </p:childTnLst>
                          </p:cTn>
                        </p:par>
                      </p:childTnLst>
                    </p:cTn>
                  </p:par>
                  <p:par>
                    <p:cTn id="19" fill="hold" nodeType="clickPar">
                      <p:stCondLst>
                        <p:cond delay="indefinite"/>
                      </p:stCondLst>
                      <p:childTnLst>
                        <p:par>
                          <p:cTn id="20" fill="hold" nodeType="withGroup">
                            <p:stCondLst>
                              <p:cond delay="0"/>
                            </p:stCondLst>
                            <p:childTnLst>
                              <p:par>
                                <p:cTn id="21" presetID="2" presetClass="exit" presetSubtype="4" fill="hold" grpId="1" nodeType="clickEffect">
                                  <p:stCondLst>
                                    <p:cond delay="0"/>
                                  </p:stCondLst>
                                  <p:childTnLst>
                                    <p:anim calcmode="lin" valueType="num">
                                      <p:cBhvr additive="base">
                                        <p:cTn id="22" dur="500"/>
                                        <p:tgtEl>
                                          <p:spTgt spid="10"/>
                                        </p:tgtEl>
                                        <p:attrNameLst>
                                          <p:attrName>ppt_x</p:attrName>
                                        </p:attrNameLst>
                                      </p:cBhvr>
                                      <p:tavLst>
                                        <p:tav tm="0">
                                          <p:val>
                                            <p:strVal val="ppt_x"/>
                                          </p:val>
                                        </p:tav>
                                        <p:tav tm="100000">
                                          <p:val>
                                            <p:strVal val="ppt_x"/>
                                          </p:val>
                                        </p:tav>
                                      </p:tavLst>
                                    </p:anim>
                                    <p:anim calcmode="lin" valueType="num">
                                      <p:cBhvr additive="base">
                                        <p:cTn id="23" dur="500"/>
                                        <p:tgtEl>
                                          <p:spTgt spid="10"/>
                                        </p:tgtEl>
                                        <p:attrNameLst>
                                          <p:attrName>ppt_y</p:attrName>
                                        </p:attrNameLst>
                                      </p:cBhvr>
                                      <p:tavLst>
                                        <p:tav tm="0">
                                          <p:val>
                                            <p:strVal val="ppt_y"/>
                                          </p:val>
                                        </p:tav>
                                        <p:tav tm="100000">
                                          <p:val>
                                            <p:strVal val="1+ppt_h/2"/>
                                          </p:val>
                                        </p:tav>
                                      </p:tavLst>
                                    </p:anim>
                                    <p:set>
                                      <p:cBhvr>
                                        <p:cTn id="24" dur="1" fill="hold">
                                          <p:stCondLst>
                                            <p:cond delay="499"/>
                                          </p:stCondLst>
                                        </p:cTn>
                                        <p:tgtEl>
                                          <p:spTgt spid="10"/>
                                        </p:tgtEl>
                                        <p:attrNameLst>
                                          <p:attrName>style.visibility</p:attrName>
                                        </p:attrNameLst>
                                      </p:cBhvr>
                                      <p:to>
                                        <p:strVal val="hidden"/>
                                      </p:to>
                                    </p:set>
                                  </p:childTnLst>
                                </p:cTn>
                              </p:par>
                              <p:par>
                                <p:cTn id="25" presetID="2" presetClass="entr" presetSubtype="4" fill="hold" grpId="0" nodeType="withEffect">
                                  <p:stCondLst>
                                    <p:cond delay="0"/>
                                  </p:stCondLst>
                                  <p:childTnLst>
                                    <p:set>
                                      <p:cBhvr>
                                        <p:cTn id="26" dur="1" fill="hold">
                                          <p:stCondLst>
                                            <p:cond delay="0"/>
                                          </p:stCondLst>
                                        </p:cTn>
                                        <p:tgtEl>
                                          <p:spTgt spid="11"/>
                                        </p:tgtEl>
                                        <p:attrNameLst>
                                          <p:attrName>style.visibility</p:attrName>
                                        </p:attrNameLst>
                                      </p:cBhvr>
                                      <p:to>
                                        <p:strVal val="visible"/>
                                      </p:to>
                                    </p:set>
                                    <p:anim calcmode="lin" valueType="num">
                                      <p:cBhvr additive="base">
                                        <p:cTn id="27" dur="500" fill="hold"/>
                                        <p:tgtEl>
                                          <p:spTgt spid="11"/>
                                        </p:tgtEl>
                                        <p:attrNameLst>
                                          <p:attrName>ppt_x</p:attrName>
                                        </p:attrNameLst>
                                      </p:cBhvr>
                                      <p:tavLst>
                                        <p:tav tm="0">
                                          <p:val>
                                            <p:strVal val="#ppt_x"/>
                                          </p:val>
                                        </p:tav>
                                        <p:tav tm="100000">
                                          <p:val>
                                            <p:strVal val="#ppt_x"/>
                                          </p:val>
                                        </p:tav>
                                      </p:tavLst>
                                    </p:anim>
                                    <p:anim calcmode="lin" valueType="num">
                                      <p:cBhvr additive="base">
                                        <p:cTn id="28" dur="500" fill="hold"/>
                                        <p:tgtEl>
                                          <p:spTgt spid="11"/>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9" grpId="0" animBg="1"/>
      <p:bldP spid="9" grpId="1" animBg="1"/>
      <p:bldP spid="10" grpId="0" animBg="1"/>
      <p:bldP spid="10" grpId="1" animBg="1"/>
      <p:bldP spid="11" grpId="0" animBg="1"/>
    </p:bldLst>
  </p:timing>
</p:sld>
</file>

<file path=ppt/slides/slide7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1378" name="标题 1"/>
          <p:cNvSpPr>
            <a:spLocks noGrp="1"/>
          </p:cNvSpPr>
          <p:nvPr>
            <p:ph type="title"/>
          </p:nvPr>
        </p:nvSpPr>
        <p:spPr>
          <a:xfrm>
            <a:off x="107950" y="44450"/>
            <a:ext cx="7343775" cy="792163"/>
          </a:xfrm>
        </p:spPr>
        <p:txBody>
          <a:bodyPr/>
          <a:lstStyle/>
          <a:p>
            <a:r>
              <a:rPr lang="en-US" altLang="zh-CN" smtClean="0"/>
              <a:t>2.10 </a:t>
            </a:r>
            <a:r>
              <a:rPr lang="zh-CN" altLang="en-US" smtClean="0"/>
              <a:t>网络互连与通信参考模型</a:t>
            </a:r>
          </a:p>
        </p:txBody>
      </p:sp>
      <p:sp>
        <p:nvSpPr>
          <p:cNvPr id="101379" name="内容占位符 2"/>
          <p:cNvSpPr>
            <a:spLocks noGrp="1"/>
          </p:cNvSpPr>
          <p:nvPr>
            <p:ph idx="1"/>
          </p:nvPr>
        </p:nvSpPr>
        <p:spPr>
          <a:xfrm>
            <a:off x="107950" y="981075"/>
            <a:ext cx="8928100" cy="5102225"/>
          </a:xfrm>
        </p:spPr>
        <p:txBody>
          <a:bodyPr/>
          <a:lstStyle/>
          <a:p>
            <a:r>
              <a:rPr lang="en-US" altLang="zh-CN" b="1" smtClean="0">
                <a:solidFill>
                  <a:srgbClr val="FF0000"/>
                </a:solidFill>
              </a:rPr>
              <a:t>TCP/IP</a:t>
            </a:r>
            <a:r>
              <a:rPr lang="zh-CN" altLang="en-US" b="1" smtClean="0">
                <a:solidFill>
                  <a:srgbClr val="FF0000"/>
                </a:solidFill>
              </a:rPr>
              <a:t>参考模型</a:t>
            </a:r>
            <a:endParaRPr lang="en-US" altLang="zh-CN" b="1" smtClean="0">
              <a:solidFill>
                <a:srgbClr val="FF0000"/>
              </a:solidFill>
            </a:endParaRPr>
          </a:p>
          <a:p>
            <a:pPr marL="857250" lvl="1" indent="-457200"/>
            <a:r>
              <a:rPr lang="en-US" altLang="zh-CN" smtClean="0">
                <a:latin typeface="楷体_GB2312" pitchFamily="49" charset="-122"/>
              </a:rPr>
              <a:t>TCP</a:t>
            </a:r>
            <a:r>
              <a:rPr lang="zh-CN" altLang="en-US" smtClean="0">
                <a:latin typeface="楷体_GB2312" pitchFamily="49" charset="-122"/>
              </a:rPr>
              <a:t>／</a:t>
            </a:r>
            <a:r>
              <a:rPr lang="en-US" altLang="zh-CN" smtClean="0">
                <a:latin typeface="楷体_GB2312" pitchFamily="49" charset="-122"/>
              </a:rPr>
              <a:t>IP</a:t>
            </a:r>
            <a:r>
              <a:rPr lang="zh-CN" altLang="en-US" smtClean="0">
                <a:latin typeface="楷体_GB2312" pitchFamily="49" charset="-122"/>
              </a:rPr>
              <a:t>协议是在互联网产生之后，在网络互连的工作实践和经验中经过抽象提取出来的。</a:t>
            </a:r>
          </a:p>
          <a:p>
            <a:pPr marL="857250" lvl="1" indent="-457200"/>
            <a:r>
              <a:rPr lang="en-US" altLang="zh-CN" smtClean="0">
                <a:latin typeface="楷体_GB2312" pitchFamily="49" charset="-122"/>
              </a:rPr>
              <a:t>TCP/IP</a:t>
            </a:r>
            <a:r>
              <a:rPr lang="zh-CN" altLang="en-US" smtClean="0">
                <a:latin typeface="楷体_GB2312" pitchFamily="49" charset="-122"/>
              </a:rPr>
              <a:t>参考模型的主要设计目标是能够无缝隙地连接多个网络，另一个主要的目标是网络不受子网硬件损失的影响，已经建立的会话不会被取消。</a:t>
            </a:r>
            <a:endParaRPr lang="zh-CN" altLang="en-US" smtClean="0"/>
          </a:p>
        </p:txBody>
      </p:sp>
      <p:sp>
        <p:nvSpPr>
          <p:cNvPr id="4" name="灯片编号占位符 3"/>
          <p:cNvSpPr>
            <a:spLocks noGrp="1"/>
          </p:cNvSpPr>
          <p:nvPr>
            <p:ph type="sldNum" sz="quarter" idx="12"/>
          </p:nvPr>
        </p:nvSpPr>
        <p:spPr/>
        <p:txBody>
          <a:bodyPr/>
          <a:lstStyle/>
          <a:p>
            <a:pPr>
              <a:defRPr/>
            </a:pPr>
            <a:fld id="{95CDF5E0-6D7F-4573-ADDE-621521A5595C}" type="slidenum">
              <a:rPr lang="zh-CN" altLang="en-US" smtClean="0"/>
              <a:pPr>
                <a:defRPr/>
              </a:pPr>
              <a:t>75</a:t>
            </a:fld>
            <a:endParaRPr lang="zh-CN" altLang="en-US"/>
          </a:p>
        </p:txBody>
      </p:sp>
    </p:spTree>
  </p:cSld>
  <p:clrMapOvr>
    <a:masterClrMapping/>
  </p:clrMapOvr>
  <p:transition spd="slow">
    <p:push dir="u"/>
  </p:transition>
  <p:timing>
    <p:tnLst>
      <p:par>
        <p:cTn id="1" dur="indefinite" restart="never" nodeType="tmRoot"/>
      </p:par>
    </p:tnLst>
  </p:timing>
</p:sld>
</file>

<file path=ppt/slides/slide7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2402" name="标题 1"/>
          <p:cNvSpPr>
            <a:spLocks noGrp="1"/>
          </p:cNvSpPr>
          <p:nvPr>
            <p:ph type="title"/>
          </p:nvPr>
        </p:nvSpPr>
        <p:spPr>
          <a:xfrm>
            <a:off x="107950" y="44450"/>
            <a:ext cx="7343775" cy="792163"/>
          </a:xfrm>
        </p:spPr>
        <p:txBody>
          <a:bodyPr/>
          <a:lstStyle/>
          <a:p>
            <a:r>
              <a:rPr lang="en-US" altLang="zh-CN" smtClean="0"/>
              <a:t>2.10 </a:t>
            </a:r>
            <a:r>
              <a:rPr lang="zh-CN" altLang="en-US" smtClean="0"/>
              <a:t>网络互连与通信参考模型</a:t>
            </a:r>
          </a:p>
        </p:txBody>
      </p:sp>
      <p:sp>
        <p:nvSpPr>
          <p:cNvPr id="4" name="灯片编号占位符 3"/>
          <p:cNvSpPr>
            <a:spLocks noGrp="1"/>
          </p:cNvSpPr>
          <p:nvPr>
            <p:ph type="sldNum" sz="quarter" idx="12"/>
          </p:nvPr>
        </p:nvSpPr>
        <p:spPr/>
        <p:txBody>
          <a:bodyPr/>
          <a:lstStyle/>
          <a:p>
            <a:pPr>
              <a:defRPr/>
            </a:pPr>
            <a:fld id="{822FD70C-2CFE-40B4-A46B-139433D9BF85}" type="slidenum">
              <a:rPr lang="zh-CN" altLang="en-US" smtClean="0"/>
              <a:pPr>
                <a:defRPr/>
              </a:pPr>
              <a:t>76</a:t>
            </a:fld>
            <a:endParaRPr lang="zh-CN" altLang="en-US"/>
          </a:p>
        </p:txBody>
      </p:sp>
      <p:pic>
        <p:nvPicPr>
          <p:cNvPr id="102404" name="Picture 3"/>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468313" y="1268413"/>
            <a:ext cx="7954962" cy="33686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102405" name="矩形 5"/>
          <p:cNvSpPr>
            <a:spLocks noChangeArrowheads="1"/>
          </p:cNvSpPr>
          <p:nvPr/>
        </p:nvSpPr>
        <p:spPr bwMode="auto">
          <a:xfrm>
            <a:off x="2506663" y="5300663"/>
            <a:ext cx="4130675" cy="5238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spcBef>
                <a:spcPct val="20000"/>
              </a:spcBef>
              <a:buFont typeface="Wingdings" pitchFamily="2" charset="2"/>
              <a:buChar char="Ø"/>
              <a:defRPr sz="3200">
                <a:solidFill>
                  <a:srgbClr val="4F6228"/>
                </a:solidFill>
                <a:latin typeface="Calibri" pitchFamily="34" charset="0"/>
                <a:ea typeface="楷体_GB2312" pitchFamily="49" charset="-122"/>
              </a:defRPr>
            </a:lvl1pPr>
            <a:lvl2pPr marL="742950" indent="-285750" eaLnBrk="0" hangingPunct="0">
              <a:spcBef>
                <a:spcPct val="20000"/>
              </a:spcBef>
              <a:buFont typeface="Wingdings" pitchFamily="2" charset="2"/>
              <a:buChar char="ü"/>
              <a:defRPr sz="2800">
                <a:solidFill>
                  <a:srgbClr val="4F6228"/>
                </a:solidFill>
                <a:latin typeface="Calibri" pitchFamily="34" charset="0"/>
                <a:ea typeface="楷体_GB2312" pitchFamily="49" charset="-122"/>
              </a:defRPr>
            </a:lvl2pPr>
            <a:lvl3pPr marL="1143000" indent="-228600" eaLnBrk="0" hangingPunct="0">
              <a:spcBef>
                <a:spcPct val="20000"/>
              </a:spcBef>
              <a:buFont typeface="Arial" charset="0"/>
              <a:buChar char="•"/>
              <a:defRPr sz="2400">
                <a:solidFill>
                  <a:srgbClr val="4F6228"/>
                </a:solidFill>
                <a:latin typeface="Calibri" pitchFamily="34" charset="0"/>
                <a:ea typeface="楷体_GB2312" pitchFamily="49" charset="-122"/>
              </a:defRPr>
            </a:lvl3pPr>
            <a:lvl4pPr marL="1600200" indent="-228600" eaLnBrk="0" hangingPunct="0">
              <a:spcBef>
                <a:spcPct val="20000"/>
              </a:spcBef>
              <a:buFont typeface="Arial" charset="0"/>
              <a:buChar char="–"/>
              <a:defRPr sz="2000">
                <a:solidFill>
                  <a:schemeClr val="tx1"/>
                </a:solidFill>
                <a:latin typeface="Calibri" pitchFamily="34" charset="0"/>
                <a:ea typeface="宋体" pitchFamily="2" charset="-122"/>
              </a:defRPr>
            </a:lvl4pPr>
            <a:lvl5pPr marL="2057400" indent="-228600" eaLnBrk="0" hangingPunct="0">
              <a:spcBef>
                <a:spcPct val="20000"/>
              </a:spcBef>
              <a:buFont typeface="Arial" charset="0"/>
              <a:buChar char="»"/>
              <a:defRPr sz="2000">
                <a:solidFill>
                  <a:schemeClr val="tx1"/>
                </a:solidFill>
                <a:latin typeface="Calibri" pitchFamily="34" charset="0"/>
                <a:ea typeface="宋体" pitchFamily="2" charset="-122"/>
              </a:defRPr>
            </a:lvl5pPr>
            <a:lvl6pPr marL="2514600" indent="-228600" eaLnBrk="0" fontAlgn="base" hangingPunct="0">
              <a:spcBef>
                <a:spcPct val="20000"/>
              </a:spcBef>
              <a:spcAft>
                <a:spcPct val="0"/>
              </a:spcAft>
              <a:buFont typeface="Arial" charset="0"/>
              <a:buChar char="»"/>
              <a:defRPr sz="2000">
                <a:solidFill>
                  <a:schemeClr val="tx1"/>
                </a:solidFill>
                <a:latin typeface="Calibri" pitchFamily="34" charset="0"/>
                <a:ea typeface="宋体" pitchFamily="2" charset="-122"/>
              </a:defRPr>
            </a:lvl6pPr>
            <a:lvl7pPr marL="2971800" indent="-228600" eaLnBrk="0" fontAlgn="base" hangingPunct="0">
              <a:spcBef>
                <a:spcPct val="20000"/>
              </a:spcBef>
              <a:spcAft>
                <a:spcPct val="0"/>
              </a:spcAft>
              <a:buFont typeface="Arial" charset="0"/>
              <a:buChar char="»"/>
              <a:defRPr sz="2000">
                <a:solidFill>
                  <a:schemeClr val="tx1"/>
                </a:solidFill>
                <a:latin typeface="Calibri" pitchFamily="34" charset="0"/>
                <a:ea typeface="宋体" pitchFamily="2" charset="-122"/>
              </a:defRPr>
            </a:lvl7pPr>
            <a:lvl8pPr marL="3429000" indent="-228600" eaLnBrk="0" fontAlgn="base" hangingPunct="0">
              <a:spcBef>
                <a:spcPct val="20000"/>
              </a:spcBef>
              <a:spcAft>
                <a:spcPct val="0"/>
              </a:spcAft>
              <a:buFont typeface="Arial" charset="0"/>
              <a:buChar char="»"/>
              <a:defRPr sz="2000">
                <a:solidFill>
                  <a:schemeClr val="tx1"/>
                </a:solidFill>
                <a:latin typeface="Calibri" pitchFamily="34" charset="0"/>
                <a:ea typeface="宋体" pitchFamily="2" charset="-122"/>
              </a:defRPr>
            </a:lvl8pPr>
            <a:lvl9pPr marL="3886200" indent="-228600" eaLnBrk="0" fontAlgn="base" hangingPunct="0">
              <a:spcBef>
                <a:spcPct val="20000"/>
              </a:spcBef>
              <a:spcAft>
                <a:spcPct val="0"/>
              </a:spcAft>
              <a:buFont typeface="Arial" charset="0"/>
              <a:buChar char="»"/>
              <a:defRPr sz="2000">
                <a:solidFill>
                  <a:schemeClr val="tx1"/>
                </a:solidFill>
                <a:latin typeface="Calibri" pitchFamily="34" charset="0"/>
                <a:ea typeface="宋体" pitchFamily="2" charset="-122"/>
              </a:defRPr>
            </a:lvl9pPr>
          </a:lstStyle>
          <a:p>
            <a:pPr eaLnBrk="1" hangingPunct="1">
              <a:spcBef>
                <a:spcPct val="0"/>
              </a:spcBef>
              <a:buFontTx/>
              <a:buNone/>
            </a:pPr>
            <a:r>
              <a:rPr lang="en-US" altLang="zh-CN" sz="2800">
                <a:solidFill>
                  <a:schemeClr val="tx1"/>
                </a:solidFill>
              </a:rPr>
              <a:t>TCP/IP</a:t>
            </a:r>
            <a:r>
              <a:rPr lang="zh-CN" altLang="en-US" sz="2800">
                <a:solidFill>
                  <a:schemeClr val="tx1"/>
                </a:solidFill>
              </a:rPr>
              <a:t>与</a:t>
            </a:r>
            <a:r>
              <a:rPr lang="en-US" altLang="zh-CN" sz="2800">
                <a:solidFill>
                  <a:schemeClr val="tx1"/>
                </a:solidFill>
              </a:rPr>
              <a:t>OSI</a:t>
            </a:r>
            <a:r>
              <a:rPr lang="zh-CN" altLang="en-US" sz="2800">
                <a:solidFill>
                  <a:schemeClr val="tx1"/>
                </a:solidFill>
              </a:rPr>
              <a:t>参考模型对比</a:t>
            </a:r>
          </a:p>
        </p:txBody>
      </p:sp>
    </p:spTree>
  </p:cSld>
  <p:clrMapOvr>
    <a:masterClrMapping/>
  </p:clrMapOvr>
  <p:transition spd="slow">
    <p:push dir="u"/>
  </p:transition>
  <p:timing>
    <p:tnLst>
      <p:par>
        <p:cTn id="1" dur="indefinite" restart="never" nodeType="tmRoot"/>
      </p:par>
    </p:tnLst>
  </p:timing>
</p:sld>
</file>

<file path=ppt/slides/slide7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3426" name="标题 1"/>
          <p:cNvSpPr>
            <a:spLocks noGrp="1"/>
          </p:cNvSpPr>
          <p:nvPr>
            <p:ph type="title"/>
          </p:nvPr>
        </p:nvSpPr>
        <p:spPr>
          <a:xfrm>
            <a:off x="107950" y="44450"/>
            <a:ext cx="7343775" cy="792163"/>
          </a:xfrm>
        </p:spPr>
        <p:txBody>
          <a:bodyPr/>
          <a:lstStyle/>
          <a:p>
            <a:r>
              <a:rPr lang="en-US" altLang="zh-CN" smtClean="0"/>
              <a:t>2.10 </a:t>
            </a:r>
            <a:r>
              <a:rPr lang="zh-CN" altLang="en-US" smtClean="0"/>
              <a:t>网络互连与通信参考模型</a:t>
            </a:r>
          </a:p>
        </p:txBody>
      </p:sp>
      <p:sp>
        <p:nvSpPr>
          <p:cNvPr id="103427" name="内容占位符 2"/>
          <p:cNvSpPr>
            <a:spLocks noGrp="1"/>
          </p:cNvSpPr>
          <p:nvPr>
            <p:ph idx="1"/>
          </p:nvPr>
        </p:nvSpPr>
        <p:spPr>
          <a:xfrm>
            <a:off x="107950" y="981075"/>
            <a:ext cx="8928100" cy="5102225"/>
          </a:xfrm>
        </p:spPr>
        <p:txBody>
          <a:bodyPr/>
          <a:lstStyle/>
          <a:p>
            <a:pPr>
              <a:buFont typeface="Wingdings" pitchFamily="2" charset="2"/>
              <a:buChar char="ü"/>
            </a:pPr>
            <a:r>
              <a:rPr lang="zh-CN" altLang="en-US" sz="2800" b="1" smtClean="0">
                <a:solidFill>
                  <a:srgbClr val="C00000"/>
                </a:solidFill>
              </a:rPr>
              <a:t>主机至网络层</a:t>
            </a:r>
            <a:r>
              <a:rPr lang="zh-CN" altLang="en-US" sz="2800" smtClean="0">
                <a:solidFill>
                  <a:srgbClr val="C00000"/>
                </a:solidFill>
              </a:rPr>
              <a:t>：</a:t>
            </a:r>
            <a:r>
              <a:rPr lang="zh-CN" altLang="en-US" sz="2800" smtClean="0"/>
              <a:t>对应</a:t>
            </a:r>
            <a:r>
              <a:rPr lang="en-US" altLang="zh-CN" sz="2800" smtClean="0"/>
              <a:t>ISO</a:t>
            </a:r>
            <a:r>
              <a:rPr lang="zh-CN" altLang="en-US" sz="2800" smtClean="0"/>
              <a:t>参考模型中的物理层和数据链路层。该层协议未被定义，并且随主机和网络的不同而不同。</a:t>
            </a:r>
            <a:endParaRPr lang="en-US" altLang="zh-CN" sz="2800" smtClean="0"/>
          </a:p>
          <a:p>
            <a:pPr>
              <a:buFont typeface="Wingdings" pitchFamily="2" charset="2"/>
              <a:buChar char="ü"/>
            </a:pPr>
            <a:r>
              <a:rPr lang="zh-CN" altLang="en-US" sz="2800" b="1" smtClean="0">
                <a:solidFill>
                  <a:srgbClr val="C00000"/>
                </a:solidFill>
              </a:rPr>
              <a:t>互联网层</a:t>
            </a:r>
            <a:r>
              <a:rPr lang="en-US" altLang="zh-CN" sz="2800" b="1" smtClean="0">
                <a:solidFill>
                  <a:srgbClr val="C00000"/>
                </a:solidFill>
              </a:rPr>
              <a:t>/</a:t>
            </a:r>
            <a:r>
              <a:rPr lang="zh-CN" altLang="en-US" sz="2800" b="1" smtClean="0">
                <a:solidFill>
                  <a:srgbClr val="C00000"/>
                </a:solidFill>
              </a:rPr>
              <a:t>网络层</a:t>
            </a:r>
            <a:endParaRPr lang="zh-CN" altLang="en-US" sz="2800" smtClean="0"/>
          </a:p>
          <a:p>
            <a:pPr lvl="1" indent="-342900" algn="just">
              <a:buClr>
                <a:schemeClr val="tx1"/>
              </a:buClr>
              <a:buFont typeface="Wingdings" pitchFamily="2" charset="2"/>
              <a:buChar char="u"/>
            </a:pPr>
            <a:r>
              <a:rPr lang="zh-CN" altLang="en-US" sz="2400" smtClean="0"/>
              <a:t>功能：使主机可以把分组发往任何网络并使分组独立地传向目标（可能经由不同的网络）。</a:t>
            </a:r>
          </a:p>
          <a:p>
            <a:pPr lvl="1" indent="-342900" algn="just">
              <a:buClr>
                <a:schemeClr val="tx1"/>
              </a:buClr>
              <a:buFont typeface="Wingdings" pitchFamily="2" charset="2"/>
              <a:buChar char="u"/>
            </a:pPr>
            <a:r>
              <a:rPr lang="zh-CN" altLang="en-US" sz="2400" smtClean="0"/>
              <a:t>定义了分组格式和协议，即</a:t>
            </a:r>
            <a:r>
              <a:rPr lang="en-US" altLang="zh-CN" sz="2400" smtClean="0"/>
              <a:t>IP</a:t>
            </a:r>
            <a:r>
              <a:rPr lang="zh-CN" altLang="en-US" sz="2400" smtClean="0"/>
              <a:t>协议（</a:t>
            </a:r>
            <a:r>
              <a:rPr lang="en-US" altLang="zh-CN" sz="2400" smtClean="0"/>
              <a:t>internet protocol</a:t>
            </a:r>
            <a:r>
              <a:rPr lang="zh-CN" altLang="en-US" sz="2400" smtClean="0"/>
              <a:t>）。</a:t>
            </a:r>
          </a:p>
          <a:p>
            <a:pPr lvl="1" indent="-342900" algn="just">
              <a:buClr>
                <a:schemeClr val="tx1"/>
              </a:buClr>
              <a:buFont typeface="Wingdings" pitchFamily="2" charset="2"/>
              <a:buChar char="u"/>
            </a:pPr>
            <a:r>
              <a:rPr lang="zh-CN" altLang="en-US" sz="2400" smtClean="0"/>
              <a:t> 分组路由和避免阻塞是这里主要的设计问题。 </a:t>
            </a:r>
            <a:endParaRPr lang="zh-CN" altLang="en-US" smtClean="0"/>
          </a:p>
        </p:txBody>
      </p:sp>
      <p:sp>
        <p:nvSpPr>
          <p:cNvPr id="4" name="灯片编号占位符 3"/>
          <p:cNvSpPr>
            <a:spLocks noGrp="1"/>
          </p:cNvSpPr>
          <p:nvPr>
            <p:ph type="sldNum" sz="quarter" idx="12"/>
          </p:nvPr>
        </p:nvSpPr>
        <p:spPr/>
        <p:txBody>
          <a:bodyPr/>
          <a:lstStyle/>
          <a:p>
            <a:pPr>
              <a:defRPr/>
            </a:pPr>
            <a:fld id="{9FBF13F5-C1E3-408E-8A8B-4C4FC01FF72A}" type="slidenum">
              <a:rPr lang="zh-CN" altLang="en-US" smtClean="0"/>
              <a:pPr>
                <a:defRPr/>
              </a:pPr>
              <a:t>77</a:t>
            </a:fld>
            <a:endParaRPr lang="zh-CN" altLang="en-US"/>
          </a:p>
        </p:txBody>
      </p:sp>
    </p:spTree>
  </p:cSld>
  <p:clrMapOvr>
    <a:masterClrMapping/>
  </p:clrMapOvr>
  <p:transition spd="slow">
    <p:push dir="u"/>
  </p:transition>
  <p:timing>
    <p:tnLst>
      <p:par>
        <p:cTn id="1" dur="indefinite" restart="never" nodeType="tmRoot"/>
      </p:par>
    </p:tnLst>
  </p:timing>
</p:sld>
</file>

<file path=ppt/slides/slide7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4450" name="标题 1"/>
          <p:cNvSpPr>
            <a:spLocks noGrp="1"/>
          </p:cNvSpPr>
          <p:nvPr>
            <p:ph type="title"/>
          </p:nvPr>
        </p:nvSpPr>
        <p:spPr>
          <a:xfrm>
            <a:off x="107950" y="44450"/>
            <a:ext cx="7343775" cy="792163"/>
          </a:xfrm>
        </p:spPr>
        <p:txBody>
          <a:bodyPr/>
          <a:lstStyle/>
          <a:p>
            <a:r>
              <a:rPr lang="en-US" altLang="zh-CN" smtClean="0"/>
              <a:t>2.10 </a:t>
            </a:r>
            <a:r>
              <a:rPr lang="zh-CN" altLang="en-US" smtClean="0"/>
              <a:t>网络互连与通信参考模型</a:t>
            </a:r>
          </a:p>
        </p:txBody>
      </p:sp>
      <p:sp>
        <p:nvSpPr>
          <p:cNvPr id="3" name="内容占位符 2"/>
          <p:cNvSpPr>
            <a:spLocks noGrp="1"/>
          </p:cNvSpPr>
          <p:nvPr>
            <p:ph idx="1"/>
          </p:nvPr>
        </p:nvSpPr>
        <p:spPr>
          <a:xfrm>
            <a:off x="107950" y="981075"/>
            <a:ext cx="8928100" cy="5102225"/>
          </a:xfrm>
        </p:spPr>
        <p:txBody>
          <a:bodyPr/>
          <a:lstStyle/>
          <a:p>
            <a:pPr algn="just">
              <a:buClr>
                <a:schemeClr val="tx1"/>
              </a:buClr>
              <a:buFont typeface="Wingdings" pitchFamily="2" charset="2"/>
              <a:buChar char="ü"/>
              <a:defRPr/>
            </a:pPr>
            <a:r>
              <a:rPr lang="zh-CN" altLang="en-US" sz="2800" b="1" dirty="0">
                <a:solidFill>
                  <a:srgbClr val="C00000"/>
                </a:solidFill>
              </a:rPr>
              <a:t>传输</a:t>
            </a:r>
            <a:r>
              <a:rPr lang="zh-CN" altLang="en-US" sz="2800" b="1" dirty="0" smtClean="0">
                <a:solidFill>
                  <a:srgbClr val="C00000"/>
                </a:solidFill>
              </a:rPr>
              <a:t>层：</a:t>
            </a:r>
            <a:r>
              <a:rPr lang="zh-CN" altLang="en-US" sz="2800" dirty="0"/>
              <a:t>该层包含两个端到端的协议。</a:t>
            </a:r>
          </a:p>
          <a:p>
            <a:pPr lvl="1" indent="-342900" algn="just">
              <a:buClr>
                <a:schemeClr val="accent3">
                  <a:lumMod val="50000"/>
                </a:schemeClr>
              </a:buClr>
              <a:buFont typeface="Wingdings" pitchFamily="2" charset="2"/>
              <a:buChar char="u"/>
              <a:defRPr/>
            </a:pPr>
            <a:r>
              <a:rPr lang="zh-CN" altLang="en-US" sz="2400" b="1" dirty="0" smtClean="0"/>
              <a:t>传输控制协议</a:t>
            </a:r>
            <a:r>
              <a:rPr lang="en-US" altLang="zh-CN" sz="2400" b="1" dirty="0"/>
              <a:t>TCP</a:t>
            </a:r>
            <a:r>
              <a:rPr lang="zh-CN" altLang="en-US" sz="2400" dirty="0"/>
              <a:t>（</a:t>
            </a:r>
            <a:r>
              <a:rPr lang="en-US" altLang="zh-CN" sz="2400" dirty="0"/>
              <a:t>transmission control protocol</a:t>
            </a:r>
            <a:r>
              <a:rPr lang="zh-CN" altLang="en-US" sz="2400" dirty="0"/>
              <a:t>）：一个面向连接的协议，允许从一台机器发出的字节流无差错地发往互联网上的其它机器。 </a:t>
            </a:r>
          </a:p>
          <a:p>
            <a:pPr lvl="1" indent="-342900" algn="just">
              <a:buClr>
                <a:schemeClr val="accent3">
                  <a:lumMod val="50000"/>
                </a:schemeClr>
              </a:buClr>
              <a:buFont typeface="Wingdings" pitchFamily="2" charset="2"/>
              <a:buChar char="u"/>
              <a:defRPr/>
            </a:pPr>
            <a:r>
              <a:rPr lang="zh-CN" altLang="en-US" sz="2400" b="1" dirty="0" smtClean="0"/>
              <a:t>用户</a:t>
            </a:r>
            <a:r>
              <a:rPr lang="zh-CN" altLang="en-US" sz="2400" b="1" dirty="0"/>
              <a:t>数据报协议</a:t>
            </a:r>
            <a:r>
              <a:rPr lang="en-US" altLang="zh-CN" sz="2400" b="1" dirty="0"/>
              <a:t>UDP</a:t>
            </a:r>
            <a:r>
              <a:rPr lang="zh-CN" altLang="en-US" sz="2400" dirty="0"/>
              <a:t>（</a:t>
            </a:r>
            <a:r>
              <a:rPr lang="en-US" altLang="zh-CN" sz="2400" dirty="0"/>
              <a:t>user datagram protocol</a:t>
            </a:r>
            <a:r>
              <a:rPr lang="zh-CN" altLang="en-US" sz="2400" dirty="0"/>
              <a:t>）：一个不可靠的、无连接协议，用于不需要</a:t>
            </a:r>
            <a:r>
              <a:rPr lang="en-US" altLang="zh-CN" sz="2400" dirty="0"/>
              <a:t>TCP</a:t>
            </a:r>
            <a:r>
              <a:rPr lang="zh-CN" altLang="en-US" sz="2400" dirty="0"/>
              <a:t>的排序和流量控制能力而是自己完成这些功能的应用程序</a:t>
            </a:r>
            <a:r>
              <a:rPr lang="zh-CN" altLang="en-US" sz="2400" dirty="0" smtClean="0"/>
              <a:t>。</a:t>
            </a:r>
            <a:endParaRPr lang="en-US" altLang="zh-CN" sz="2400" dirty="0" smtClean="0"/>
          </a:p>
          <a:p>
            <a:pPr algn="just">
              <a:buClr>
                <a:schemeClr val="accent3">
                  <a:lumMod val="50000"/>
                </a:schemeClr>
              </a:buClr>
              <a:buFont typeface="Wingdings" pitchFamily="2" charset="2"/>
              <a:buChar char="ü"/>
              <a:defRPr/>
            </a:pPr>
            <a:r>
              <a:rPr lang="zh-CN" altLang="en-US" sz="2800" b="1" dirty="0" smtClean="0">
                <a:solidFill>
                  <a:srgbClr val="C00000"/>
                </a:solidFill>
              </a:rPr>
              <a:t>应用层：</a:t>
            </a:r>
            <a:r>
              <a:rPr lang="zh-CN" altLang="en-US" sz="2800" dirty="0" smtClean="0"/>
              <a:t>负责</a:t>
            </a:r>
            <a:r>
              <a:rPr lang="zh-CN" altLang="en-US" sz="2800" dirty="0"/>
              <a:t>处理用户访问网络的接口问题，即向用户提供一套常用的</a:t>
            </a:r>
            <a:r>
              <a:rPr lang="zh-CN" altLang="en-US" sz="2800" dirty="0" smtClean="0"/>
              <a:t>应用程序</a:t>
            </a:r>
            <a:endParaRPr lang="zh-CN" altLang="en-US" sz="2800" dirty="0"/>
          </a:p>
          <a:p>
            <a:pPr lvl="1" indent="-342900" algn="just">
              <a:buClr>
                <a:schemeClr val="tx1"/>
              </a:buClr>
              <a:buFont typeface="Wingdings" pitchFamily="2" charset="2"/>
              <a:buChar char="u"/>
              <a:defRPr/>
            </a:pPr>
            <a:r>
              <a:rPr lang="zh-CN" altLang="en-US" sz="2400" dirty="0"/>
              <a:t>最早引入的是虚拟终端协议（</a:t>
            </a:r>
            <a:r>
              <a:rPr lang="en-US" altLang="zh-CN" sz="2400" dirty="0"/>
              <a:t>TELNET</a:t>
            </a:r>
            <a:r>
              <a:rPr lang="zh-CN" altLang="en-US" sz="2400" dirty="0"/>
              <a:t>）、文件传输协议（</a:t>
            </a:r>
            <a:r>
              <a:rPr lang="en-US" altLang="zh-CN" sz="2400" dirty="0"/>
              <a:t>FTP</a:t>
            </a:r>
            <a:r>
              <a:rPr lang="zh-CN" altLang="en-US" sz="2400" dirty="0"/>
              <a:t>）和电子邮件协议（</a:t>
            </a:r>
            <a:r>
              <a:rPr lang="en-US" altLang="zh-CN" sz="2400" dirty="0"/>
              <a:t>SMTP</a:t>
            </a:r>
            <a:r>
              <a:rPr lang="zh-CN" altLang="en-US" sz="2400" dirty="0"/>
              <a:t>）；</a:t>
            </a:r>
          </a:p>
          <a:p>
            <a:pPr lvl="1" indent="-342900" algn="just">
              <a:buClr>
                <a:schemeClr val="tx1"/>
              </a:buClr>
              <a:buFont typeface="Wingdings" pitchFamily="2" charset="2"/>
              <a:buChar char="u"/>
              <a:defRPr/>
            </a:pPr>
            <a:r>
              <a:rPr lang="zh-CN" altLang="en-US" sz="2400" dirty="0"/>
              <a:t>后</a:t>
            </a:r>
            <a:r>
              <a:rPr lang="zh-CN" altLang="en-US" sz="2400" dirty="0" smtClean="0"/>
              <a:t>来</a:t>
            </a:r>
            <a:r>
              <a:rPr lang="zh-CN" altLang="en-US" sz="2400" dirty="0"/>
              <a:t>增加的有域名系统服务</a:t>
            </a:r>
            <a:r>
              <a:rPr lang="en-US" altLang="zh-CN" sz="2400" dirty="0"/>
              <a:t>DNS</a:t>
            </a:r>
            <a:r>
              <a:rPr lang="zh-CN" altLang="en-US" sz="2400" dirty="0"/>
              <a:t>（</a:t>
            </a:r>
            <a:r>
              <a:rPr lang="en-US" altLang="zh-CN" sz="2400" dirty="0"/>
              <a:t>domain name service</a:t>
            </a:r>
            <a:r>
              <a:rPr lang="zh-CN" altLang="en-US" sz="2400" dirty="0"/>
              <a:t>），</a:t>
            </a:r>
            <a:r>
              <a:rPr lang="en-US" altLang="zh-CN" sz="2400" dirty="0"/>
              <a:t>NNTP</a:t>
            </a:r>
            <a:r>
              <a:rPr lang="zh-CN" altLang="en-US" sz="2400" dirty="0"/>
              <a:t>协议 ，</a:t>
            </a:r>
            <a:r>
              <a:rPr lang="en-US" altLang="zh-CN" sz="2400" dirty="0"/>
              <a:t>HTTP</a:t>
            </a:r>
            <a:r>
              <a:rPr lang="zh-CN" altLang="en-US" sz="2400" dirty="0"/>
              <a:t>协议</a:t>
            </a:r>
            <a:r>
              <a:rPr lang="zh-CN" altLang="en-US" sz="2400" dirty="0" smtClean="0"/>
              <a:t>。</a:t>
            </a:r>
            <a:endParaRPr lang="zh-CN" altLang="en-US" sz="2400" dirty="0"/>
          </a:p>
        </p:txBody>
      </p:sp>
      <p:sp>
        <p:nvSpPr>
          <p:cNvPr id="4" name="灯片编号占位符 3"/>
          <p:cNvSpPr>
            <a:spLocks noGrp="1"/>
          </p:cNvSpPr>
          <p:nvPr>
            <p:ph type="sldNum" sz="quarter" idx="12"/>
          </p:nvPr>
        </p:nvSpPr>
        <p:spPr/>
        <p:txBody>
          <a:bodyPr/>
          <a:lstStyle/>
          <a:p>
            <a:pPr>
              <a:defRPr/>
            </a:pPr>
            <a:fld id="{66E72391-FE17-4A53-9F07-A3A0AB84E139}" type="slidenum">
              <a:rPr lang="zh-CN" altLang="en-US" smtClean="0"/>
              <a:pPr>
                <a:defRPr/>
              </a:pPr>
              <a:t>78</a:t>
            </a:fld>
            <a:endParaRPr lang="zh-CN" altLang="en-US"/>
          </a:p>
        </p:txBody>
      </p:sp>
    </p:spTree>
  </p:cSld>
  <p:clrMapOvr>
    <a:masterClrMapping/>
  </p:clrMapOvr>
  <p:transition spd="slow">
    <p:push dir="u"/>
  </p:transition>
  <p:timing>
    <p:tnLst>
      <p:par>
        <p:cTn id="1" dur="indefinite" restart="never" nodeType="tmRoot"/>
      </p:par>
    </p:tnLst>
  </p:timing>
</p:sld>
</file>

<file path=ppt/slides/slide7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5474" name="标题 1"/>
          <p:cNvSpPr>
            <a:spLocks noGrp="1"/>
          </p:cNvSpPr>
          <p:nvPr>
            <p:ph type="title"/>
          </p:nvPr>
        </p:nvSpPr>
        <p:spPr>
          <a:xfrm>
            <a:off x="107950" y="44450"/>
            <a:ext cx="7343775" cy="792163"/>
          </a:xfrm>
        </p:spPr>
        <p:txBody>
          <a:bodyPr/>
          <a:lstStyle/>
          <a:p>
            <a:r>
              <a:rPr lang="en-US" altLang="zh-CN" smtClean="0"/>
              <a:t>2.10 </a:t>
            </a:r>
            <a:r>
              <a:rPr lang="zh-CN" altLang="en-US" smtClean="0"/>
              <a:t>网络互连与通信参考模型</a:t>
            </a:r>
          </a:p>
        </p:txBody>
      </p:sp>
      <p:sp>
        <p:nvSpPr>
          <p:cNvPr id="4" name="灯片编号占位符 3"/>
          <p:cNvSpPr>
            <a:spLocks noGrp="1"/>
          </p:cNvSpPr>
          <p:nvPr>
            <p:ph type="sldNum" sz="quarter" idx="12"/>
          </p:nvPr>
        </p:nvSpPr>
        <p:spPr/>
        <p:txBody>
          <a:bodyPr/>
          <a:lstStyle/>
          <a:p>
            <a:pPr>
              <a:defRPr/>
            </a:pPr>
            <a:fld id="{03BB2946-EA25-41FC-BC12-B661952FBE2E}" type="slidenum">
              <a:rPr lang="zh-CN" altLang="en-US" smtClean="0"/>
              <a:pPr>
                <a:defRPr/>
              </a:pPr>
              <a:t>79</a:t>
            </a:fld>
            <a:endParaRPr lang="zh-CN" altLang="en-US"/>
          </a:p>
        </p:txBody>
      </p:sp>
      <p:pic>
        <p:nvPicPr>
          <p:cNvPr id="105476" name="Picture 2"/>
          <p:cNvPicPr>
            <a:picLocks noChangeAspect="1" noChangeArrowheads="1"/>
          </p:cNvPicPr>
          <p:nvPr/>
        </p:nvPicPr>
        <p:blipFill>
          <a:blip r:embed="rId2">
            <a:extLst>
              <a:ext uri="{28A0092B-C50C-407E-A947-70E740481C1C}">
                <a14:useLocalDpi xmlns:a14="http://schemas.microsoft.com/office/drawing/2010/main" val="0"/>
              </a:ext>
            </a:extLst>
          </a:blip>
          <a:srcRect b="13792"/>
          <a:stretch>
            <a:fillRect/>
          </a:stretch>
        </p:blipFill>
        <p:spPr bwMode="auto">
          <a:xfrm>
            <a:off x="293688" y="1484313"/>
            <a:ext cx="8229600" cy="319563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
        <p:nvSpPr>
          <p:cNvPr id="105477" name="TextBox 5"/>
          <p:cNvSpPr txBox="1">
            <a:spLocks noChangeArrowheads="1"/>
          </p:cNvSpPr>
          <p:nvPr/>
        </p:nvSpPr>
        <p:spPr bwMode="auto">
          <a:xfrm>
            <a:off x="2627313" y="4679950"/>
            <a:ext cx="4537075" cy="5238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spcBef>
                <a:spcPct val="20000"/>
              </a:spcBef>
              <a:buFont typeface="Wingdings" pitchFamily="2" charset="2"/>
              <a:buChar char="Ø"/>
              <a:defRPr sz="3200">
                <a:solidFill>
                  <a:srgbClr val="4F6228"/>
                </a:solidFill>
                <a:latin typeface="Calibri" pitchFamily="34" charset="0"/>
                <a:ea typeface="楷体_GB2312" pitchFamily="49" charset="-122"/>
              </a:defRPr>
            </a:lvl1pPr>
            <a:lvl2pPr marL="742950" indent="-285750" eaLnBrk="0" hangingPunct="0">
              <a:spcBef>
                <a:spcPct val="20000"/>
              </a:spcBef>
              <a:buFont typeface="Wingdings" pitchFamily="2" charset="2"/>
              <a:buChar char="ü"/>
              <a:defRPr sz="2800">
                <a:solidFill>
                  <a:srgbClr val="4F6228"/>
                </a:solidFill>
                <a:latin typeface="Calibri" pitchFamily="34" charset="0"/>
                <a:ea typeface="楷体_GB2312" pitchFamily="49" charset="-122"/>
              </a:defRPr>
            </a:lvl2pPr>
            <a:lvl3pPr marL="1143000" indent="-228600" eaLnBrk="0" hangingPunct="0">
              <a:spcBef>
                <a:spcPct val="20000"/>
              </a:spcBef>
              <a:buFont typeface="Arial" charset="0"/>
              <a:buChar char="•"/>
              <a:defRPr sz="2400">
                <a:solidFill>
                  <a:srgbClr val="4F6228"/>
                </a:solidFill>
                <a:latin typeface="Calibri" pitchFamily="34" charset="0"/>
                <a:ea typeface="楷体_GB2312" pitchFamily="49" charset="-122"/>
              </a:defRPr>
            </a:lvl3pPr>
            <a:lvl4pPr marL="1600200" indent="-228600" eaLnBrk="0" hangingPunct="0">
              <a:spcBef>
                <a:spcPct val="20000"/>
              </a:spcBef>
              <a:buFont typeface="Arial" charset="0"/>
              <a:buChar char="–"/>
              <a:defRPr sz="2000">
                <a:solidFill>
                  <a:schemeClr val="tx1"/>
                </a:solidFill>
                <a:latin typeface="Calibri" pitchFamily="34" charset="0"/>
                <a:ea typeface="宋体" pitchFamily="2" charset="-122"/>
              </a:defRPr>
            </a:lvl4pPr>
            <a:lvl5pPr marL="2057400" indent="-228600" eaLnBrk="0" hangingPunct="0">
              <a:spcBef>
                <a:spcPct val="20000"/>
              </a:spcBef>
              <a:buFont typeface="Arial" charset="0"/>
              <a:buChar char="»"/>
              <a:defRPr sz="2000">
                <a:solidFill>
                  <a:schemeClr val="tx1"/>
                </a:solidFill>
                <a:latin typeface="Calibri" pitchFamily="34" charset="0"/>
                <a:ea typeface="宋体" pitchFamily="2" charset="-122"/>
              </a:defRPr>
            </a:lvl5pPr>
            <a:lvl6pPr marL="2514600" indent="-228600" eaLnBrk="0" fontAlgn="base" hangingPunct="0">
              <a:spcBef>
                <a:spcPct val="20000"/>
              </a:spcBef>
              <a:spcAft>
                <a:spcPct val="0"/>
              </a:spcAft>
              <a:buFont typeface="Arial" charset="0"/>
              <a:buChar char="»"/>
              <a:defRPr sz="2000">
                <a:solidFill>
                  <a:schemeClr val="tx1"/>
                </a:solidFill>
                <a:latin typeface="Calibri" pitchFamily="34" charset="0"/>
                <a:ea typeface="宋体" pitchFamily="2" charset="-122"/>
              </a:defRPr>
            </a:lvl6pPr>
            <a:lvl7pPr marL="2971800" indent="-228600" eaLnBrk="0" fontAlgn="base" hangingPunct="0">
              <a:spcBef>
                <a:spcPct val="20000"/>
              </a:spcBef>
              <a:spcAft>
                <a:spcPct val="0"/>
              </a:spcAft>
              <a:buFont typeface="Arial" charset="0"/>
              <a:buChar char="»"/>
              <a:defRPr sz="2000">
                <a:solidFill>
                  <a:schemeClr val="tx1"/>
                </a:solidFill>
                <a:latin typeface="Calibri" pitchFamily="34" charset="0"/>
                <a:ea typeface="宋体" pitchFamily="2" charset="-122"/>
              </a:defRPr>
            </a:lvl7pPr>
            <a:lvl8pPr marL="3429000" indent="-228600" eaLnBrk="0" fontAlgn="base" hangingPunct="0">
              <a:spcBef>
                <a:spcPct val="20000"/>
              </a:spcBef>
              <a:spcAft>
                <a:spcPct val="0"/>
              </a:spcAft>
              <a:buFont typeface="Arial" charset="0"/>
              <a:buChar char="»"/>
              <a:defRPr sz="2000">
                <a:solidFill>
                  <a:schemeClr val="tx1"/>
                </a:solidFill>
                <a:latin typeface="Calibri" pitchFamily="34" charset="0"/>
                <a:ea typeface="宋体" pitchFamily="2" charset="-122"/>
              </a:defRPr>
            </a:lvl8pPr>
            <a:lvl9pPr marL="3886200" indent="-228600" eaLnBrk="0" fontAlgn="base" hangingPunct="0">
              <a:spcBef>
                <a:spcPct val="20000"/>
              </a:spcBef>
              <a:spcAft>
                <a:spcPct val="0"/>
              </a:spcAft>
              <a:buFont typeface="Arial" charset="0"/>
              <a:buChar char="»"/>
              <a:defRPr sz="2000">
                <a:solidFill>
                  <a:schemeClr val="tx1"/>
                </a:solidFill>
                <a:latin typeface="Calibri" pitchFamily="34" charset="0"/>
                <a:ea typeface="宋体" pitchFamily="2" charset="-122"/>
              </a:defRPr>
            </a:lvl9pPr>
          </a:lstStyle>
          <a:p>
            <a:pPr algn="ctr" eaLnBrk="1" hangingPunct="1">
              <a:spcBef>
                <a:spcPct val="0"/>
              </a:spcBef>
              <a:buFontTx/>
              <a:buNone/>
            </a:pPr>
            <a:r>
              <a:rPr lang="en-US" altLang="zh-CN" sz="2800">
                <a:solidFill>
                  <a:schemeClr val="tx1"/>
                </a:solidFill>
              </a:rPr>
              <a:t>TCP/IP</a:t>
            </a:r>
            <a:r>
              <a:rPr lang="zh-CN" altLang="en-US" sz="2800">
                <a:solidFill>
                  <a:schemeClr val="tx1"/>
                </a:solidFill>
              </a:rPr>
              <a:t>模型中的协议与网络</a:t>
            </a:r>
          </a:p>
        </p:txBody>
      </p:sp>
    </p:spTree>
  </p:cSld>
  <p:clrMapOvr>
    <a:masterClrMapping/>
  </p:clrMapOvr>
  <p:transition spd="slow">
    <p:push dir="u"/>
  </p:transition>
  <p:timing>
    <p:tnLst>
      <p:par>
        <p:cTn id="1" dur="indefinite" restart="never" nodeType="tmRoot"/>
      </p:par>
    </p:tnLst>
  </p:timing>
</p:sld>
</file>

<file path=ppt/slides/slide8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6498" name="标题 1"/>
          <p:cNvSpPr>
            <a:spLocks noGrp="1"/>
          </p:cNvSpPr>
          <p:nvPr>
            <p:ph type="title"/>
          </p:nvPr>
        </p:nvSpPr>
        <p:spPr>
          <a:xfrm>
            <a:off x="107950" y="44450"/>
            <a:ext cx="7343775" cy="792163"/>
          </a:xfrm>
        </p:spPr>
        <p:txBody>
          <a:bodyPr/>
          <a:lstStyle/>
          <a:p>
            <a:r>
              <a:rPr lang="en-US" altLang="zh-CN" smtClean="0"/>
              <a:t>2.10 </a:t>
            </a:r>
            <a:r>
              <a:rPr lang="zh-CN" altLang="en-US" smtClean="0"/>
              <a:t>网络互连与通信参考模型</a:t>
            </a:r>
          </a:p>
        </p:txBody>
      </p:sp>
      <p:sp>
        <p:nvSpPr>
          <p:cNvPr id="3" name="内容占位符 2"/>
          <p:cNvSpPr>
            <a:spLocks noGrp="1"/>
          </p:cNvSpPr>
          <p:nvPr>
            <p:ph idx="1"/>
          </p:nvPr>
        </p:nvSpPr>
        <p:spPr>
          <a:xfrm>
            <a:off x="107950" y="981075"/>
            <a:ext cx="8928100" cy="5102225"/>
          </a:xfrm>
        </p:spPr>
        <p:txBody>
          <a:bodyPr/>
          <a:lstStyle/>
          <a:p>
            <a:pPr algn="just">
              <a:defRPr/>
            </a:pPr>
            <a:r>
              <a:rPr lang="en-US" altLang="zh-CN" dirty="0" smtClean="0">
                <a:solidFill>
                  <a:srgbClr val="FF0000"/>
                </a:solidFill>
              </a:rPr>
              <a:t>TCP/IP</a:t>
            </a:r>
            <a:r>
              <a:rPr lang="zh-CN" altLang="en-US" dirty="0"/>
              <a:t>与</a:t>
            </a:r>
            <a:r>
              <a:rPr lang="en-US" altLang="zh-CN" dirty="0">
                <a:solidFill>
                  <a:srgbClr val="FF0000"/>
                </a:solidFill>
              </a:rPr>
              <a:t>OSI</a:t>
            </a:r>
            <a:r>
              <a:rPr lang="zh-CN" altLang="en-US" dirty="0"/>
              <a:t>参考模型</a:t>
            </a:r>
            <a:r>
              <a:rPr lang="zh-CN" altLang="en-US" dirty="0" smtClean="0">
                <a:solidFill>
                  <a:srgbClr val="FF0000"/>
                </a:solidFill>
              </a:rPr>
              <a:t>比较</a:t>
            </a:r>
            <a:endParaRPr lang="en-US" altLang="zh-CN" dirty="0" smtClean="0">
              <a:solidFill>
                <a:srgbClr val="FF0000"/>
              </a:solidFill>
            </a:endParaRPr>
          </a:p>
          <a:p>
            <a:pPr algn="just">
              <a:buClr>
                <a:schemeClr val="tx1"/>
              </a:buClr>
              <a:buFont typeface="Wingdings" pitchFamily="2" charset="2"/>
              <a:buChar char="p"/>
              <a:defRPr/>
            </a:pPr>
            <a:r>
              <a:rPr lang="zh-CN" altLang="en-US" sz="2800" b="1" dirty="0">
                <a:solidFill>
                  <a:srgbClr val="C00000"/>
                </a:solidFill>
              </a:rPr>
              <a:t>相同点：</a:t>
            </a:r>
          </a:p>
          <a:p>
            <a:pPr marL="400050" lvl="1" indent="0" algn="just">
              <a:buClr>
                <a:schemeClr val="tx1"/>
              </a:buClr>
              <a:defRPr/>
            </a:pPr>
            <a:r>
              <a:rPr lang="en-US" altLang="zh-CN" sz="2400" dirty="0">
                <a:solidFill>
                  <a:srgbClr val="7030A0"/>
                </a:solidFill>
              </a:rPr>
              <a:t>TCP/IP</a:t>
            </a:r>
            <a:r>
              <a:rPr lang="zh-CN" altLang="en-US" sz="2400" dirty="0">
                <a:solidFill>
                  <a:srgbClr val="7030A0"/>
                </a:solidFill>
              </a:rPr>
              <a:t>和</a:t>
            </a:r>
            <a:r>
              <a:rPr lang="en-US" altLang="zh-CN" sz="2400" dirty="0">
                <a:solidFill>
                  <a:srgbClr val="7030A0"/>
                </a:solidFill>
              </a:rPr>
              <a:t>OSI</a:t>
            </a:r>
            <a:r>
              <a:rPr lang="zh-CN" altLang="en-US" sz="2400" dirty="0">
                <a:solidFill>
                  <a:srgbClr val="7030A0"/>
                </a:solidFill>
              </a:rPr>
              <a:t>参考模型都是基于独立的协议</a:t>
            </a:r>
            <a:r>
              <a:rPr lang="zh-CN" altLang="en-US" sz="2400" dirty="0" smtClean="0">
                <a:solidFill>
                  <a:srgbClr val="7030A0"/>
                </a:solidFill>
              </a:rPr>
              <a:t>栈概</a:t>
            </a:r>
            <a:r>
              <a:rPr lang="zh-CN" altLang="en-US" sz="2400" dirty="0">
                <a:solidFill>
                  <a:srgbClr val="7030A0"/>
                </a:solidFill>
              </a:rPr>
              <a:t>念；</a:t>
            </a:r>
          </a:p>
          <a:p>
            <a:pPr marL="400050" lvl="1" indent="0" algn="just">
              <a:buClr>
                <a:schemeClr val="tx1"/>
              </a:buClr>
              <a:defRPr/>
            </a:pPr>
            <a:r>
              <a:rPr lang="zh-CN" altLang="en-US" sz="2400" dirty="0">
                <a:solidFill>
                  <a:srgbClr val="7030A0"/>
                </a:solidFill>
              </a:rPr>
              <a:t>层的功</a:t>
            </a:r>
            <a:r>
              <a:rPr lang="zh-CN" altLang="en-US" sz="2400" dirty="0" smtClean="0">
                <a:solidFill>
                  <a:srgbClr val="7030A0"/>
                </a:solidFill>
              </a:rPr>
              <a:t>能大</a:t>
            </a:r>
            <a:r>
              <a:rPr lang="zh-CN" altLang="en-US" sz="2400" dirty="0">
                <a:solidFill>
                  <a:srgbClr val="7030A0"/>
                </a:solidFill>
              </a:rPr>
              <a:t>体相似，传输层及传输层以上的层都</a:t>
            </a:r>
            <a:r>
              <a:rPr lang="zh-CN" altLang="en-US" sz="2400" dirty="0" smtClean="0">
                <a:solidFill>
                  <a:srgbClr val="7030A0"/>
                </a:solidFill>
              </a:rPr>
              <a:t>为通信进</a:t>
            </a:r>
            <a:r>
              <a:rPr lang="zh-CN" altLang="en-US" sz="2400" dirty="0">
                <a:solidFill>
                  <a:srgbClr val="7030A0"/>
                </a:solidFill>
              </a:rPr>
              <a:t>程提供端到端的、与网络无关的传输服务</a:t>
            </a:r>
            <a:r>
              <a:rPr lang="zh-CN" altLang="en-US" sz="2400" dirty="0" smtClean="0">
                <a:solidFill>
                  <a:srgbClr val="7030A0"/>
                </a:solidFill>
              </a:rPr>
              <a:t>。</a:t>
            </a:r>
            <a:endParaRPr lang="en-US" altLang="zh-CN" sz="2400" dirty="0" smtClean="0">
              <a:solidFill>
                <a:srgbClr val="7030A0"/>
              </a:solidFill>
            </a:endParaRPr>
          </a:p>
          <a:p>
            <a:pPr algn="just">
              <a:buClr>
                <a:schemeClr val="tx1"/>
              </a:buClr>
              <a:buFont typeface="Wingdings" pitchFamily="2" charset="2"/>
              <a:buChar char="p"/>
              <a:defRPr/>
            </a:pPr>
            <a:r>
              <a:rPr lang="zh-CN" altLang="en-US" sz="2800" b="1" dirty="0" smtClean="0">
                <a:solidFill>
                  <a:srgbClr val="C00000"/>
                </a:solidFill>
              </a:rPr>
              <a:t>不同点：</a:t>
            </a:r>
            <a:endParaRPr lang="en-US" altLang="zh-CN" sz="2800" b="1" dirty="0" smtClean="0">
              <a:solidFill>
                <a:srgbClr val="C00000"/>
              </a:solidFill>
            </a:endParaRPr>
          </a:p>
          <a:p>
            <a:pPr lvl="1" algn="just">
              <a:buClr>
                <a:schemeClr val="tx1"/>
              </a:buClr>
              <a:defRPr/>
            </a:pPr>
            <a:r>
              <a:rPr lang="en-US" altLang="zh-CN" sz="2400" dirty="0">
                <a:solidFill>
                  <a:srgbClr val="7030A0"/>
                </a:solidFill>
              </a:rPr>
              <a:t>TCP/IP</a:t>
            </a:r>
            <a:r>
              <a:rPr lang="zh-CN" altLang="en-US" sz="2400" dirty="0">
                <a:solidFill>
                  <a:srgbClr val="7030A0"/>
                </a:solidFill>
              </a:rPr>
              <a:t>参考模型最初没有明确区分服务、接口和协议；</a:t>
            </a:r>
            <a:r>
              <a:rPr lang="en-US" altLang="zh-CN" sz="2400" dirty="0">
                <a:solidFill>
                  <a:srgbClr val="7030A0"/>
                </a:solidFill>
              </a:rPr>
              <a:t>OSI</a:t>
            </a:r>
            <a:r>
              <a:rPr lang="zh-CN" altLang="en-US" sz="2400" dirty="0">
                <a:solidFill>
                  <a:srgbClr val="7030A0"/>
                </a:solidFill>
              </a:rPr>
              <a:t>模型中的协议比</a:t>
            </a:r>
            <a:r>
              <a:rPr lang="en-US" altLang="zh-CN" sz="2400" dirty="0" smtClean="0">
                <a:solidFill>
                  <a:srgbClr val="7030A0"/>
                </a:solidFill>
              </a:rPr>
              <a:t>TCP/IP</a:t>
            </a:r>
            <a:r>
              <a:rPr lang="zh-CN" altLang="en-US" sz="2400" dirty="0">
                <a:solidFill>
                  <a:srgbClr val="7030A0"/>
                </a:solidFill>
              </a:rPr>
              <a:t>参考模型的协议具有更好的隐藏性，在技术发生变化时能相对比较容易地替换</a:t>
            </a:r>
            <a:r>
              <a:rPr lang="zh-CN" altLang="en-US" sz="2400" dirty="0" smtClean="0">
                <a:solidFill>
                  <a:srgbClr val="7030A0"/>
                </a:solidFill>
              </a:rPr>
              <a:t>掉，此亦协</a:t>
            </a:r>
            <a:r>
              <a:rPr lang="zh-CN" altLang="en-US" sz="2400" dirty="0">
                <a:solidFill>
                  <a:srgbClr val="7030A0"/>
                </a:solidFill>
              </a:rPr>
              <a:t>议分层</a:t>
            </a:r>
            <a:r>
              <a:rPr lang="zh-CN" altLang="en-US" sz="2400" dirty="0" smtClean="0">
                <a:solidFill>
                  <a:srgbClr val="7030A0"/>
                </a:solidFill>
              </a:rPr>
              <a:t>的最初设计目的之一。</a:t>
            </a:r>
            <a:endParaRPr lang="en-US" altLang="zh-CN" sz="2400" dirty="0" smtClean="0">
              <a:solidFill>
                <a:srgbClr val="7030A0"/>
              </a:solidFill>
            </a:endParaRPr>
          </a:p>
          <a:p>
            <a:pPr lvl="1" algn="just">
              <a:buClr>
                <a:schemeClr val="tx1"/>
              </a:buClr>
              <a:defRPr/>
            </a:pPr>
            <a:r>
              <a:rPr lang="en-US" altLang="zh-CN" sz="2400" dirty="0">
                <a:solidFill>
                  <a:srgbClr val="7030A0"/>
                </a:solidFill>
              </a:rPr>
              <a:t>OSI</a:t>
            </a:r>
            <a:r>
              <a:rPr lang="zh-CN" altLang="en-US" sz="2400" dirty="0">
                <a:solidFill>
                  <a:srgbClr val="7030A0"/>
                </a:solidFill>
              </a:rPr>
              <a:t>参考模型产生在协议发明之前。这意味着该模型没有偏向于任何特定的协议，因此非常通用。</a:t>
            </a:r>
            <a:r>
              <a:rPr lang="en-US" altLang="zh-CN" sz="2400" dirty="0" smtClean="0">
                <a:solidFill>
                  <a:srgbClr val="7030A0"/>
                </a:solidFill>
              </a:rPr>
              <a:t>TCP/IP</a:t>
            </a:r>
            <a:r>
              <a:rPr lang="zh-CN" altLang="en-US" sz="2400" dirty="0">
                <a:solidFill>
                  <a:srgbClr val="7030A0"/>
                </a:solidFill>
              </a:rPr>
              <a:t>首先出现的是协议，模型实</a:t>
            </a:r>
            <a:r>
              <a:rPr lang="zh-CN" altLang="en-US" sz="2400" dirty="0" smtClean="0">
                <a:solidFill>
                  <a:srgbClr val="7030A0"/>
                </a:solidFill>
              </a:rPr>
              <a:t>际是</a:t>
            </a:r>
            <a:r>
              <a:rPr lang="zh-CN" altLang="en-US" sz="2400" dirty="0">
                <a:solidFill>
                  <a:srgbClr val="7030A0"/>
                </a:solidFill>
              </a:rPr>
              <a:t>对已有协议的描述。</a:t>
            </a:r>
          </a:p>
        </p:txBody>
      </p:sp>
      <p:sp>
        <p:nvSpPr>
          <p:cNvPr id="4" name="灯片编号占位符 3"/>
          <p:cNvSpPr>
            <a:spLocks noGrp="1"/>
          </p:cNvSpPr>
          <p:nvPr>
            <p:ph type="sldNum" sz="quarter" idx="12"/>
          </p:nvPr>
        </p:nvSpPr>
        <p:spPr/>
        <p:txBody>
          <a:bodyPr/>
          <a:lstStyle/>
          <a:p>
            <a:pPr>
              <a:defRPr/>
            </a:pPr>
            <a:fld id="{F5D4CF85-7F51-4F7A-9707-10AFD3EDE9DA}" type="slidenum">
              <a:rPr lang="zh-CN" altLang="en-US" smtClean="0"/>
              <a:pPr>
                <a:defRPr/>
              </a:pPr>
              <a:t>80</a:t>
            </a:fld>
            <a:endParaRPr lang="zh-CN" altLang="en-US"/>
          </a:p>
        </p:txBody>
      </p:sp>
    </p:spTree>
  </p:cSld>
  <p:clrMapOvr>
    <a:masterClrMapping/>
  </p:clrMapOvr>
  <p:timing>
    <p:tnLst>
      <p:par>
        <p:cTn id="1" dur="indefinite" restart="never" nodeType="tmRoot"/>
      </p:par>
    </p:tnLst>
  </p:timing>
</p:sld>
</file>

<file path=ppt/slides/slide8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7522" name="标题 1"/>
          <p:cNvSpPr>
            <a:spLocks noGrp="1"/>
          </p:cNvSpPr>
          <p:nvPr>
            <p:ph type="title"/>
          </p:nvPr>
        </p:nvSpPr>
        <p:spPr>
          <a:xfrm>
            <a:off x="107950" y="44450"/>
            <a:ext cx="7343775" cy="792163"/>
          </a:xfrm>
        </p:spPr>
        <p:txBody>
          <a:bodyPr/>
          <a:lstStyle/>
          <a:p>
            <a:r>
              <a:rPr lang="en-US" altLang="zh-CN" smtClean="0"/>
              <a:t>2.10 </a:t>
            </a:r>
            <a:r>
              <a:rPr lang="zh-CN" altLang="en-US" smtClean="0"/>
              <a:t>网络互连与通信参考模型</a:t>
            </a:r>
          </a:p>
        </p:txBody>
      </p:sp>
      <p:sp>
        <p:nvSpPr>
          <p:cNvPr id="107523" name="内容占位符 2"/>
          <p:cNvSpPr>
            <a:spLocks noGrp="1"/>
          </p:cNvSpPr>
          <p:nvPr>
            <p:ph idx="1"/>
          </p:nvPr>
        </p:nvSpPr>
        <p:spPr>
          <a:xfrm>
            <a:off x="107950" y="981075"/>
            <a:ext cx="8928100" cy="5102225"/>
          </a:xfrm>
        </p:spPr>
        <p:txBody>
          <a:bodyPr/>
          <a:lstStyle/>
          <a:p>
            <a:pPr algn="just"/>
            <a:r>
              <a:rPr lang="en-US" altLang="zh-CN" smtClean="0">
                <a:solidFill>
                  <a:srgbClr val="FF0000"/>
                </a:solidFill>
              </a:rPr>
              <a:t>TCP/IP</a:t>
            </a:r>
            <a:r>
              <a:rPr lang="zh-CN" altLang="en-US" smtClean="0"/>
              <a:t>与</a:t>
            </a:r>
            <a:r>
              <a:rPr lang="en-US" altLang="zh-CN" smtClean="0">
                <a:solidFill>
                  <a:srgbClr val="FF0000"/>
                </a:solidFill>
              </a:rPr>
              <a:t>OSI</a:t>
            </a:r>
            <a:r>
              <a:rPr lang="zh-CN" altLang="en-US" smtClean="0"/>
              <a:t>参考模型</a:t>
            </a:r>
            <a:r>
              <a:rPr lang="zh-CN" altLang="en-US" smtClean="0">
                <a:solidFill>
                  <a:srgbClr val="FF0000"/>
                </a:solidFill>
              </a:rPr>
              <a:t>比较</a:t>
            </a:r>
            <a:endParaRPr lang="en-US" altLang="zh-CN" smtClean="0">
              <a:solidFill>
                <a:srgbClr val="FF0000"/>
              </a:solidFill>
            </a:endParaRPr>
          </a:p>
          <a:p>
            <a:pPr algn="just">
              <a:buClr>
                <a:schemeClr val="tx1"/>
              </a:buClr>
              <a:buFont typeface="Wingdings" pitchFamily="2" charset="2"/>
              <a:buChar char="p"/>
            </a:pPr>
            <a:r>
              <a:rPr lang="zh-CN" altLang="en-US" b="1" smtClean="0">
                <a:solidFill>
                  <a:srgbClr val="C00000"/>
                </a:solidFill>
              </a:rPr>
              <a:t>不同点：</a:t>
            </a:r>
            <a:endParaRPr lang="en-US" altLang="zh-CN" b="1" smtClean="0">
              <a:solidFill>
                <a:srgbClr val="C00000"/>
              </a:solidFill>
            </a:endParaRPr>
          </a:p>
          <a:p>
            <a:pPr lvl="1" algn="just">
              <a:buClr>
                <a:schemeClr val="tx1"/>
              </a:buClr>
            </a:pPr>
            <a:r>
              <a:rPr lang="en-US" altLang="zh-CN" smtClean="0">
                <a:solidFill>
                  <a:srgbClr val="7030A0"/>
                </a:solidFill>
              </a:rPr>
              <a:t>OSI</a:t>
            </a:r>
            <a:r>
              <a:rPr lang="zh-CN" altLang="en-US" smtClean="0">
                <a:solidFill>
                  <a:srgbClr val="7030A0"/>
                </a:solidFill>
              </a:rPr>
              <a:t>模型有</a:t>
            </a:r>
            <a:r>
              <a:rPr lang="en-US" altLang="zh-CN" smtClean="0">
                <a:solidFill>
                  <a:srgbClr val="7030A0"/>
                </a:solidFill>
              </a:rPr>
              <a:t>7</a:t>
            </a:r>
            <a:r>
              <a:rPr lang="zh-CN" altLang="en-US" smtClean="0">
                <a:solidFill>
                  <a:srgbClr val="7030A0"/>
                </a:solidFill>
              </a:rPr>
              <a:t>层，而</a:t>
            </a:r>
            <a:r>
              <a:rPr lang="en-US" altLang="zh-CN" smtClean="0">
                <a:solidFill>
                  <a:srgbClr val="7030A0"/>
                </a:solidFill>
              </a:rPr>
              <a:t>TCP/IP</a:t>
            </a:r>
            <a:r>
              <a:rPr lang="zh-CN" altLang="en-US" smtClean="0">
                <a:solidFill>
                  <a:srgbClr val="7030A0"/>
                </a:solidFill>
              </a:rPr>
              <a:t>模型只有</a:t>
            </a:r>
            <a:r>
              <a:rPr lang="en-US" altLang="zh-CN" smtClean="0">
                <a:solidFill>
                  <a:srgbClr val="7030A0"/>
                </a:solidFill>
              </a:rPr>
              <a:t>4</a:t>
            </a:r>
            <a:r>
              <a:rPr lang="zh-CN" altLang="en-US" smtClean="0">
                <a:solidFill>
                  <a:srgbClr val="7030A0"/>
                </a:solidFill>
              </a:rPr>
              <a:t>层。</a:t>
            </a:r>
            <a:endParaRPr lang="en-US" altLang="zh-CN" smtClean="0">
              <a:solidFill>
                <a:srgbClr val="7030A0"/>
              </a:solidFill>
            </a:endParaRPr>
          </a:p>
          <a:p>
            <a:pPr lvl="1">
              <a:spcBef>
                <a:spcPct val="0"/>
              </a:spcBef>
            </a:pPr>
            <a:r>
              <a:rPr lang="en-US" altLang="zh-CN" smtClean="0">
                <a:solidFill>
                  <a:srgbClr val="7030A0"/>
                </a:solidFill>
              </a:rPr>
              <a:t>OSI</a:t>
            </a:r>
            <a:r>
              <a:rPr lang="zh-CN" altLang="en-US" smtClean="0">
                <a:solidFill>
                  <a:srgbClr val="7030A0"/>
                </a:solidFill>
              </a:rPr>
              <a:t>模型在网络层支持无连接和面向连接的通信，但在传输层仅有面向连接的通信。</a:t>
            </a:r>
            <a:r>
              <a:rPr lang="en-US" altLang="zh-CN" smtClean="0">
                <a:solidFill>
                  <a:srgbClr val="7030A0"/>
                </a:solidFill>
              </a:rPr>
              <a:t>TCP/IP</a:t>
            </a:r>
            <a:r>
              <a:rPr lang="zh-CN" altLang="en-US" smtClean="0">
                <a:solidFill>
                  <a:srgbClr val="7030A0"/>
                </a:solidFill>
              </a:rPr>
              <a:t>模型在网络层仅有一种通信模式（无连接），但在传输层支持两种模式，给了用户选择的机会。</a:t>
            </a:r>
          </a:p>
        </p:txBody>
      </p:sp>
      <p:sp>
        <p:nvSpPr>
          <p:cNvPr id="4" name="灯片编号占位符 3"/>
          <p:cNvSpPr>
            <a:spLocks noGrp="1"/>
          </p:cNvSpPr>
          <p:nvPr>
            <p:ph type="sldNum" sz="quarter" idx="12"/>
          </p:nvPr>
        </p:nvSpPr>
        <p:spPr/>
        <p:txBody>
          <a:bodyPr/>
          <a:lstStyle/>
          <a:p>
            <a:pPr>
              <a:defRPr/>
            </a:pPr>
            <a:fld id="{63EA5D01-A8E4-4E44-882B-C97CDFD37215}" type="slidenum">
              <a:rPr lang="zh-CN" altLang="en-US" smtClean="0"/>
              <a:pPr>
                <a:defRPr/>
              </a:pPr>
              <a:t>81</a:t>
            </a:fld>
            <a:endParaRPr lang="zh-CN" altLang="en-US"/>
          </a:p>
        </p:txBody>
      </p:sp>
    </p:spTree>
  </p:cSld>
  <p:clrMapOvr>
    <a:masterClrMapping/>
  </p:clrMapOvr>
  <p:timing>
    <p:tnLst>
      <p:par>
        <p:cTn id="1" dur="indefinite" restart="never" nodeType="tmRoot"/>
      </p:par>
    </p:tnLst>
  </p:timing>
</p:sld>
</file>

<file path=ppt/slides/slide8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8546" name="标题 1"/>
          <p:cNvSpPr>
            <a:spLocks noGrp="1"/>
          </p:cNvSpPr>
          <p:nvPr>
            <p:ph type="title"/>
          </p:nvPr>
        </p:nvSpPr>
        <p:spPr>
          <a:xfrm>
            <a:off x="107950" y="44450"/>
            <a:ext cx="7343775" cy="792163"/>
          </a:xfrm>
        </p:spPr>
        <p:txBody>
          <a:bodyPr/>
          <a:lstStyle/>
          <a:p>
            <a:r>
              <a:rPr lang="en-US" altLang="zh-CN" smtClean="0"/>
              <a:t>2.10 </a:t>
            </a:r>
            <a:r>
              <a:rPr lang="zh-CN" altLang="en-US" smtClean="0"/>
              <a:t>网络互连与通信参考模型</a:t>
            </a:r>
          </a:p>
        </p:txBody>
      </p:sp>
      <p:sp>
        <p:nvSpPr>
          <p:cNvPr id="3" name="内容占位符 2"/>
          <p:cNvSpPr>
            <a:spLocks noGrp="1"/>
          </p:cNvSpPr>
          <p:nvPr>
            <p:ph idx="1"/>
          </p:nvPr>
        </p:nvSpPr>
        <p:spPr>
          <a:xfrm>
            <a:off x="107950" y="981075"/>
            <a:ext cx="8928100" cy="5102225"/>
          </a:xfrm>
        </p:spPr>
        <p:txBody>
          <a:bodyPr/>
          <a:lstStyle/>
          <a:p>
            <a:pPr>
              <a:defRPr/>
            </a:pPr>
            <a:r>
              <a:rPr lang="zh-CN" altLang="en-US" dirty="0" smtClean="0">
                <a:solidFill>
                  <a:srgbClr val="FF0000"/>
                </a:solidFill>
              </a:rPr>
              <a:t>现场总线</a:t>
            </a:r>
            <a:r>
              <a:rPr lang="zh-CN" altLang="en-US" dirty="0" smtClean="0"/>
              <a:t>的</a:t>
            </a:r>
            <a:r>
              <a:rPr lang="zh-CN" altLang="en-US" dirty="0" smtClean="0">
                <a:solidFill>
                  <a:srgbClr val="FF0000"/>
                </a:solidFill>
              </a:rPr>
              <a:t>网络通信模型</a:t>
            </a:r>
            <a:endParaRPr lang="en-US" altLang="zh-CN" dirty="0" smtClean="0">
              <a:solidFill>
                <a:srgbClr val="FF0000"/>
              </a:solidFill>
            </a:endParaRPr>
          </a:p>
          <a:p>
            <a:pPr lvl="1">
              <a:defRPr/>
            </a:pPr>
            <a:r>
              <a:rPr lang="en-US" altLang="zh-CN" dirty="0"/>
              <a:t>ISO/OSI </a:t>
            </a:r>
            <a:r>
              <a:rPr lang="zh-CN" altLang="en-US" dirty="0"/>
              <a:t>的七层模型是一个内容丰富、结构完善的网络系统模型。在现场总线控制系统中，网络的功能并不复杂，传输的数据量也不大，要求网络具有较高的实时性和可靠性。</a:t>
            </a:r>
          </a:p>
          <a:p>
            <a:pPr lvl="1">
              <a:defRPr/>
            </a:pPr>
            <a:r>
              <a:rPr lang="zh-CN" altLang="en-US" dirty="0"/>
              <a:t>大多数现场总线的网络通信模型对</a:t>
            </a:r>
            <a:r>
              <a:rPr lang="en-US" altLang="zh-CN" dirty="0" smtClean="0"/>
              <a:t>ISO/OSI</a:t>
            </a:r>
            <a:r>
              <a:rPr lang="zh-CN" altLang="en-US" dirty="0" smtClean="0"/>
              <a:t>的</a:t>
            </a:r>
            <a:r>
              <a:rPr lang="zh-CN" altLang="en-US" dirty="0"/>
              <a:t>七层模型进行了简化，一般只包括物理层、数据链路层和应用层，有的还针对具体应用在应用层上定义了一个用户层</a:t>
            </a:r>
            <a:r>
              <a:rPr lang="zh-CN" altLang="en-US" dirty="0" smtClean="0"/>
              <a:t>。</a:t>
            </a:r>
            <a:endParaRPr lang="zh-CN" altLang="en-US" dirty="0"/>
          </a:p>
        </p:txBody>
      </p:sp>
      <p:sp>
        <p:nvSpPr>
          <p:cNvPr id="4" name="灯片编号占位符 3"/>
          <p:cNvSpPr>
            <a:spLocks noGrp="1"/>
          </p:cNvSpPr>
          <p:nvPr>
            <p:ph type="sldNum" sz="quarter" idx="12"/>
          </p:nvPr>
        </p:nvSpPr>
        <p:spPr/>
        <p:txBody>
          <a:bodyPr/>
          <a:lstStyle/>
          <a:p>
            <a:pPr>
              <a:defRPr/>
            </a:pPr>
            <a:fld id="{4A8308A1-1983-4B60-93FA-96B35FC1AFA3}" type="slidenum">
              <a:rPr lang="zh-CN" altLang="en-US" smtClean="0"/>
              <a:pPr>
                <a:defRPr/>
              </a:pPr>
              <a:t>82</a:t>
            </a:fld>
            <a:endParaRPr lang="zh-CN" altLang="en-US"/>
          </a:p>
        </p:txBody>
      </p:sp>
    </p:spTree>
  </p:cSld>
  <p:clrMapOvr>
    <a:masterClrMapping/>
  </p:clrMapOvr>
  <p:timing>
    <p:tnLst>
      <p:par>
        <p:cTn id="1" dur="indefinite" restart="never" nodeType="tmRoot"/>
      </p:par>
    </p:tnLst>
  </p:timing>
</p:sld>
</file>

<file path=ppt/slides/slide8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1922" name="标题 1"/>
          <p:cNvSpPr>
            <a:spLocks noGrp="1"/>
          </p:cNvSpPr>
          <p:nvPr>
            <p:ph type="title"/>
          </p:nvPr>
        </p:nvSpPr>
        <p:spPr>
          <a:xfrm>
            <a:off x="107950" y="44450"/>
            <a:ext cx="7343775" cy="792163"/>
          </a:xfrm>
        </p:spPr>
        <p:txBody>
          <a:bodyPr/>
          <a:lstStyle/>
          <a:p>
            <a:r>
              <a:rPr lang="en-US" altLang="zh-CN" smtClean="0"/>
              <a:t>2.10 </a:t>
            </a:r>
            <a:r>
              <a:rPr lang="zh-CN" altLang="en-US" smtClean="0"/>
              <a:t>网络互连与通信参考模型</a:t>
            </a:r>
          </a:p>
        </p:txBody>
      </p:sp>
      <p:sp>
        <p:nvSpPr>
          <p:cNvPr id="81923" name="内容占位符 2"/>
          <p:cNvSpPr>
            <a:spLocks noGrp="1"/>
          </p:cNvSpPr>
          <p:nvPr>
            <p:ph idx="1"/>
          </p:nvPr>
        </p:nvSpPr>
        <p:spPr>
          <a:xfrm>
            <a:off x="107950" y="981075"/>
            <a:ext cx="8928100" cy="5102225"/>
          </a:xfrm>
        </p:spPr>
        <p:txBody>
          <a:bodyPr/>
          <a:lstStyle/>
          <a:p>
            <a:pPr algn="just"/>
            <a:r>
              <a:rPr lang="zh-CN" altLang="en-US" b="1" dirty="0" smtClean="0">
                <a:solidFill>
                  <a:srgbClr val="C00000"/>
                </a:solidFill>
              </a:rPr>
              <a:t>常见的网络互连设备</a:t>
            </a:r>
            <a:r>
              <a:rPr lang="zh-CN" altLang="en-US" dirty="0" smtClean="0"/>
              <a:t>：中继器、网桥、路由器和网关。</a:t>
            </a:r>
          </a:p>
          <a:p>
            <a:pPr lvl="1" algn="just"/>
            <a:r>
              <a:rPr lang="zh-CN" altLang="en-US" b="1" dirty="0" smtClean="0">
                <a:solidFill>
                  <a:srgbClr val="C00000"/>
                </a:solidFill>
              </a:rPr>
              <a:t>中继器：</a:t>
            </a:r>
            <a:r>
              <a:rPr lang="zh-CN" altLang="en-US" dirty="0" smtClean="0">
                <a:latin typeface="楷体_GB2312" pitchFamily="49" charset="-122"/>
              </a:rPr>
              <a:t>物理层网络互连设备。用于延长电缆或光缆的传输距离，也可用于增加网段上挂接的节点数量。分为电信号中继器，光信号中继器两类。</a:t>
            </a:r>
            <a:endParaRPr lang="en-US" altLang="zh-CN" dirty="0" smtClean="0">
              <a:latin typeface="楷体_GB2312" pitchFamily="49" charset="-122"/>
            </a:endParaRPr>
          </a:p>
          <a:p>
            <a:pPr lvl="1" algn="just"/>
            <a:r>
              <a:rPr lang="zh-CN" altLang="en-US" b="1" dirty="0">
                <a:solidFill>
                  <a:srgbClr val="C00000"/>
                </a:solidFill>
              </a:rPr>
              <a:t>网桥</a:t>
            </a:r>
            <a:r>
              <a:rPr lang="zh-CN" altLang="en-US" b="1" dirty="0" smtClean="0">
                <a:solidFill>
                  <a:srgbClr val="C00000"/>
                </a:solidFill>
              </a:rPr>
              <a:t>：</a:t>
            </a:r>
            <a:r>
              <a:rPr lang="zh-CN" altLang="en-US" dirty="0" smtClean="0">
                <a:latin typeface="楷体_GB2312" pitchFamily="49" charset="-122"/>
              </a:rPr>
              <a:t>物</a:t>
            </a:r>
            <a:r>
              <a:rPr lang="zh-CN" altLang="en-US" dirty="0">
                <a:latin typeface="楷体_GB2312" pitchFamily="49" charset="-122"/>
              </a:rPr>
              <a:t>理</a:t>
            </a:r>
            <a:r>
              <a:rPr lang="zh-CN" altLang="en-US" dirty="0" smtClean="0">
                <a:latin typeface="楷体_GB2312" pitchFamily="49" charset="-122"/>
              </a:rPr>
              <a:t>层与数</a:t>
            </a:r>
            <a:r>
              <a:rPr lang="zh-CN" altLang="en-US" dirty="0">
                <a:latin typeface="楷体_GB2312" pitchFamily="49" charset="-122"/>
              </a:rPr>
              <a:t>据链路层的存储转发设备，在两个相同类型的网段之间进行帧中继，在局域网之间进行存储或转发数据帧</a:t>
            </a:r>
            <a:r>
              <a:rPr lang="zh-CN" altLang="en-US" dirty="0" smtClean="0">
                <a:latin typeface="楷体_GB2312" pitchFamily="49" charset="-122"/>
              </a:rPr>
              <a:t>。用于连接</a:t>
            </a:r>
            <a:r>
              <a:rPr lang="zh-CN" altLang="en-US" dirty="0">
                <a:latin typeface="楷体_GB2312" pitchFamily="49" charset="-122"/>
              </a:rPr>
              <a:t>局域</a:t>
            </a:r>
            <a:r>
              <a:rPr lang="zh-CN" altLang="en-US" dirty="0" smtClean="0">
                <a:latin typeface="楷体_GB2312" pitchFamily="49" charset="-122"/>
              </a:rPr>
              <a:t>网中同</a:t>
            </a:r>
            <a:r>
              <a:rPr lang="zh-CN" altLang="en-US" dirty="0">
                <a:latin typeface="楷体_GB2312" pitchFamily="49" charset="-122"/>
              </a:rPr>
              <a:t>一类型的不同网段</a:t>
            </a:r>
            <a:r>
              <a:rPr lang="zh-CN" altLang="en-US" dirty="0" smtClean="0">
                <a:latin typeface="楷体_GB2312" pitchFamily="49" charset="-122"/>
              </a:rPr>
              <a:t>，或互</a:t>
            </a:r>
            <a:r>
              <a:rPr lang="zh-CN" altLang="en-US" dirty="0">
                <a:latin typeface="楷体_GB2312" pitchFamily="49" charset="-122"/>
              </a:rPr>
              <a:t>连不同传输速率、不同传输介质的网络</a:t>
            </a:r>
            <a:r>
              <a:rPr lang="zh-CN" altLang="en-US" dirty="0" smtClean="0">
                <a:latin typeface="楷体_GB2312" pitchFamily="49" charset="-122"/>
              </a:rPr>
              <a:t>。具</a:t>
            </a:r>
            <a:r>
              <a:rPr lang="zh-CN" altLang="en-US" dirty="0">
                <a:latin typeface="楷体_GB2312" pitchFamily="49" charset="-122"/>
              </a:rPr>
              <a:t>备寻址与路径选择功能，为接收到的数据</a:t>
            </a:r>
            <a:r>
              <a:rPr lang="zh-CN" altLang="en-US" dirty="0" smtClean="0">
                <a:latin typeface="楷体_GB2312" pitchFamily="49" charset="-122"/>
              </a:rPr>
              <a:t>帧决定正确传</a:t>
            </a:r>
            <a:r>
              <a:rPr lang="zh-CN" altLang="en-US" dirty="0">
                <a:latin typeface="楷体_GB2312" pitchFamily="49" charset="-122"/>
              </a:rPr>
              <a:t>输路径，</a:t>
            </a:r>
            <a:r>
              <a:rPr lang="zh-CN" altLang="en-US" dirty="0" smtClean="0">
                <a:latin typeface="楷体_GB2312" pitchFamily="49" charset="-122"/>
              </a:rPr>
              <a:t>并送</a:t>
            </a:r>
            <a:r>
              <a:rPr lang="zh-CN" altLang="en-US" dirty="0">
                <a:latin typeface="楷体_GB2312" pitchFamily="49" charset="-122"/>
              </a:rPr>
              <a:t>到目的地。</a:t>
            </a:r>
            <a:endParaRPr lang="zh-CN" altLang="en-US" dirty="0"/>
          </a:p>
          <a:p>
            <a:pPr lvl="1" algn="just"/>
            <a:endParaRPr lang="en-US" altLang="zh-CN" dirty="0" smtClean="0">
              <a:latin typeface="楷体_GB2312" pitchFamily="49" charset="-122"/>
            </a:endParaRPr>
          </a:p>
        </p:txBody>
      </p:sp>
      <p:sp>
        <p:nvSpPr>
          <p:cNvPr id="4" name="灯片编号占位符 3"/>
          <p:cNvSpPr>
            <a:spLocks noGrp="1"/>
          </p:cNvSpPr>
          <p:nvPr>
            <p:ph type="sldNum" sz="quarter" idx="12"/>
          </p:nvPr>
        </p:nvSpPr>
        <p:spPr/>
        <p:txBody>
          <a:bodyPr/>
          <a:lstStyle/>
          <a:p>
            <a:pPr>
              <a:defRPr/>
            </a:pPr>
            <a:fld id="{15FE247F-CF12-4115-BD90-BF7FC648EC73}" type="slidenum">
              <a:rPr lang="zh-CN" altLang="en-US" smtClean="0"/>
              <a:pPr>
                <a:defRPr/>
              </a:pPr>
              <a:t>83</a:t>
            </a:fld>
            <a:endParaRPr lang="zh-CN" altLang="en-US"/>
          </a:p>
        </p:txBody>
      </p:sp>
    </p:spTree>
    <p:extLst>
      <p:ext uri="{BB962C8B-B14F-4D97-AF65-F5344CB8AC3E}">
        <p14:creationId xmlns:p14="http://schemas.microsoft.com/office/powerpoint/2010/main" val="330103405"/>
      </p:ext>
    </p:extLst>
  </p:cSld>
  <p:clrMapOvr>
    <a:masterClrMapping/>
  </p:clrMapOvr>
  <p:transition spd="slow">
    <p:push dir="u"/>
  </p:transition>
  <p:timing>
    <p:tnLst>
      <p:par>
        <p:cTn id="1" dur="indefinite" restart="never" nodeType="tmRoot"/>
      </p:par>
    </p:tnLst>
  </p:timing>
</p:sld>
</file>

<file path=ppt/slides/slide8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3970" name="标题 1"/>
          <p:cNvSpPr>
            <a:spLocks noGrp="1"/>
          </p:cNvSpPr>
          <p:nvPr>
            <p:ph type="title"/>
          </p:nvPr>
        </p:nvSpPr>
        <p:spPr>
          <a:xfrm>
            <a:off x="107950" y="44450"/>
            <a:ext cx="7343775" cy="792163"/>
          </a:xfrm>
        </p:spPr>
        <p:txBody>
          <a:bodyPr/>
          <a:lstStyle/>
          <a:p>
            <a:r>
              <a:rPr lang="en-US" altLang="zh-CN" smtClean="0"/>
              <a:t>2.10 </a:t>
            </a:r>
            <a:r>
              <a:rPr lang="zh-CN" altLang="en-US" smtClean="0"/>
              <a:t>网络互连与通信参考模型</a:t>
            </a:r>
          </a:p>
        </p:txBody>
      </p:sp>
      <p:sp>
        <p:nvSpPr>
          <p:cNvPr id="83971" name="内容占位符 2"/>
          <p:cNvSpPr>
            <a:spLocks noGrp="1"/>
          </p:cNvSpPr>
          <p:nvPr>
            <p:ph idx="1"/>
          </p:nvPr>
        </p:nvSpPr>
        <p:spPr>
          <a:xfrm>
            <a:off x="107950" y="981075"/>
            <a:ext cx="8928100" cy="5102225"/>
          </a:xfrm>
        </p:spPr>
        <p:txBody>
          <a:bodyPr/>
          <a:lstStyle/>
          <a:p>
            <a:pPr algn="just">
              <a:buFont typeface="Wingdings" pitchFamily="2" charset="2"/>
              <a:buChar char="ü"/>
            </a:pPr>
            <a:r>
              <a:rPr lang="zh-CN" altLang="en-US" sz="2800" dirty="0" smtClean="0">
                <a:latin typeface="楷体_GB2312" pitchFamily="49" charset="-122"/>
              </a:rPr>
              <a:t>当网桥从一个局域网接收到一个数据帧后，对帧头进行检验修改，然后转发到另一个局域网或丢弃该帧。</a:t>
            </a:r>
          </a:p>
          <a:p>
            <a:pPr algn="just">
              <a:buFont typeface="Wingdings" pitchFamily="2" charset="2"/>
              <a:buChar char="ü"/>
            </a:pPr>
            <a:r>
              <a:rPr lang="zh-CN" altLang="en-US" sz="2800" dirty="0" smtClean="0">
                <a:solidFill>
                  <a:srgbClr val="FF0000"/>
                </a:solidFill>
                <a:latin typeface="楷体_GB2312" pitchFamily="49" charset="-122"/>
              </a:rPr>
              <a:t>网桥与中继器区别</a:t>
            </a:r>
            <a:r>
              <a:rPr lang="zh-CN" altLang="en-US" sz="2800" dirty="0" smtClean="0">
                <a:latin typeface="楷体_GB2312" pitchFamily="49" charset="-122"/>
              </a:rPr>
              <a:t>在于，网桥具有使不同网段之间的通信相互隔离的逻辑。</a:t>
            </a:r>
          </a:p>
          <a:p>
            <a:pPr algn="just">
              <a:buFont typeface="Wingdings" pitchFamily="2" charset="2"/>
              <a:buChar char="ü"/>
            </a:pPr>
            <a:endParaRPr lang="zh-CN" altLang="en-US" sz="2800" dirty="0" smtClean="0"/>
          </a:p>
        </p:txBody>
      </p:sp>
      <p:sp>
        <p:nvSpPr>
          <p:cNvPr id="4" name="灯片编号占位符 3"/>
          <p:cNvSpPr>
            <a:spLocks noGrp="1"/>
          </p:cNvSpPr>
          <p:nvPr>
            <p:ph type="sldNum" sz="quarter" idx="12"/>
          </p:nvPr>
        </p:nvSpPr>
        <p:spPr/>
        <p:txBody>
          <a:bodyPr/>
          <a:lstStyle/>
          <a:p>
            <a:pPr>
              <a:defRPr/>
            </a:pPr>
            <a:fld id="{34BF4686-A13B-422A-AAED-08E5AD3A0F31}" type="slidenum">
              <a:rPr lang="zh-CN" altLang="en-US" smtClean="0"/>
              <a:pPr>
                <a:defRPr/>
              </a:pPr>
              <a:t>84</a:t>
            </a:fld>
            <a:endParaRPr lang="zh-CN" altLang="en-US"/>
          </a:p>
        </p:txBody>
      </p:sp>
      <p:pic>
        <p:nvPicPr>
          <p:cNvPr id="83973" name="Picture 4"/>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755650" y="3213100"/>
            <a:ext cx="7345363" cy="2628900"/>
          </a:xfrm>
          <a:prstGeom prst="rect">
            <a:avLst/>
          </a:prstGeom>
          <a:noFill/>
          <a:ln>
            <a:noFill/>
          </a:ln>
          <a:effectLst/>
          <a:extLst>
            <a:ext uri="{909E8E84-426E-40DD-AFC4-6F175D3DCCD1}">
              <a14:hiddenFill xmlns:a14="http://schemas.microsoft.com/office/drawing/2010/main">
                <a:solidFill>
                  <a:srgbClr val="CCFFFF"/>
                </a:solidFill>
              </a14:hiddenFill>
            </a:ext>
            <a:ext uri="{91240B29-F687-4F45-9708-019B960494DF}">
              <a14:hiddenLine xmlns:a14="http://schemas.microsoft.com/office/drawing/2010/main" w="9525" algn="ctr">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spTree>
    <p:extLst>
      <p:ext uri="{BB962C8B-B14F-4D97-AF65-F5344CB8AC3E}">
        <p14:creationId xmlns:p14="http://schemas.microsoft.com/office/powerpoint/2010/main" val="1941749110"/>
      </p:ext>
    </p:extLst>
  </p:cSld>
  <p:clrMapOvr>
    <a:masterClrMapping/>
  </p:clrMapOvr>
  <p:transition spd="slow">
    <p:push dir="u"/>
  </p:transition>
  <p:timing>
    <p:tnLst>
      <p:par>
        <p:cTn id="1" dur="indefinite" restart="never" nodeType="tmRoot"/>
      </p:par>
    </p:tnLst>
  </p:timing>
</p:sld>
</file>

<file path=ppt/slides/slide8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4994" name="标题 1"/>
          <p:cNvSpPr>
            <a:spLocks noGrp="1"/>
          </p:cNvSpPr>
          <p:nvPr>
            <p:ph type="title"/>
          </p:nvPr>
        </p:nvSpPr>
        <p:spPr>
          <a:xfrm>
            <a:off x="107950" y="44450"/>
            <a:ext cx="7343775" cy="792163"/>
          </a:xfrm>
        </p:spPr>
        <p:txBody>
          <a:bodyPr/>
          <a:lstStyle/>
          <a:p>
            <a:r>
              <a:rPr lang="en-US" altLang="zh-CN" smtClean="0"/>
              <a:t>2.10 </a:t>
            </a:r>
            <a:r>
              <a:rPr lang="zh-CN" altLang="en-US" smtClean="0"/>
              <a:t>网络互连与通信参考模型</a:t>
            </a:r>
          </a:p>
        </p:txBody>
      </p:sp>
      <p:sp>
        <p:nvSpPr>
          <p:cNvPr id="3" name="内容占位符 2"/>
          <p:cNvSpPr>
            <a:spLocks noGrp="1"/>
          </p:cNvSpPr>
          <p:nvPr>
            <p:ph idx="1"/>
          </p:nvPr>
        </p:nvSpPr>
        <p:spPr>
          <a:xfrm>
            <a:off x="107950" y="981075"/>
            <a:ext cx="8928100" cy="5102225"/>
          </a:xfrm>
        </p:spPr>
        <p:txBody>
          <a:bodyPr/>
          <a:lstStyle/>
          <a:p>
            <a:pPr algn="just">
              <a:buFont typeface="Wingdings" panose="05000000000000000000" pitchFamily="2" charset="2"/>
              <a:buChar char="ü"/>
              <a:defRPr/>
            </a:pPr>
            <a:r>
              <a:rPr lang="zh-CN" altLang="en-US" b="1" dirty="0" smtClean="0">
                <a:solidFill>
                  <a:srgbClr val="C00000"/>
                </a:solidFill>
              </a:rPr>
              <a:t>路由器：</a:t>
            </a:r>
            <a:endParaRPr lang="en-US" altLang="zh-CN" b="1" dirty="0" smtClean="0">
              <a:solidFill>
                <a:srgbClr val="C00000"/>
              </a:solidFill>
            </a:endParaRPr>
          </a:p>
          <a:p>
            <a:pPr lvl="1" algn="just">
              <a:buFont typeface="Arial" panose="020B0604020202020204" pitchFamily="34" charset="0"/>
              <a:buChar char="•"/>
              <a:defRPr/>
            </a:pPr>
            <a:r>
              <a:rPr lang="zh-CN" altLang="en-US" sz="2400" dirty="0" smtClean="0">
                <a:latin typeface="楷体_GB2312" pitchFamily="49" charset="-122"/>
              </a:rPr>
              <a:t>工作在物理层、数据链路层和网络层，为两个或两个以上网络之间的数据传输提供最佳路径选择；</a:t>
            </a:r>
            <a:endParaRPr lang="en-US" altLang="zh-CN" sz="2400" dirty="0" smtClean="0">
              <a:latin typeface="楷体_GB2312" pitchFamily="49" charset="-122"/>
            </a:endParaRPr>
          </a:p>
          <a:p>
            <a:pPr lvl="1" algn="just">
              <a:buFont typeface="Arial" panose="020B0604020202020204" pitchFamily="34" charset="0"/>
              <a:buChar char="•"/>
              <a:defRPr/>
            </a:pPr>
            <a:r>
              <a:rPr lang="zh-CN" altLang="en-US" sz="2400" dirty="0" smtClean="0">
                <a:latin typeface="楷体_GB2312" pitchFamily="49" charset="-122"/>
              </a:rPr>
              <a:t>可在</a:t>
            </a:r>
            <a:r>
              <a:rPr lang="zh-CN" altLang="en-US" sz="2400" dirty="0">
                <a:latin typeface="楷体_GB2312" pitchFamily="49" charset="-122"/>
              </a:rPr>
              <a:t>多个互连设备之间转发数据包，当报文进入时，路由器读取报文中的目的地址，然后把这个报文转发到相应的网段中或丢弃没有目的地的</a:t>
            </a:r>
            <a:r>
              <a:rPr lang="zh-CN" altLang="en-US" sz="2400" dirty="0" smtClean="0">
                <a:latin typeface="楷体_GB2312" pitchFamily="49" charset="-122"/>
              </a:rPr>
              <a:t>报文；</a:t>
            </a:r>
            <a:endParaRPr lang="en-US" altLang="zh-CN" sz="2400" dirty="0" smtClean="0">
              <a:latin typeface="楷体_GB2312" pitchFamily="49" charset="-122"/>
            </a:endParaRPr>
          </a:p>
          <a:p>
            <a:pPr lvl="1" algn="just">
              <a:buFont typeface="Arial" panose="020B0604020202020204" pitchFamily="34" charset="0"/>
              <a:buChar char="•"/>
              <a:defRPr/>
            </a:pPr>
            <a:r>
              <a:rPr lang="zh-CN" altLang="en-US" sz="2400" dirty="0" smtClean="0">
                <a:latin typeface="楷体_GB2312" pitchFamily="49" charset="-122"/>
              </a:rPr>
              <a:t>在</a:t>
            </a:r>
            <a:r>
              <a:rPr lang="zh-CN" altLang="en-US" sz="2400" dirty="0">
                <a:latin typeface="楷体_GB2312" pitchFamily="49" charset="-122"/>
              </a:rPr>
              <a:t>具有独立地址控制、不同传输速率和传输媒体的网段间存储转发信号</a:t>
            </a:r>
            <a:r>
              <a:rPr lang="zh-CN" altLang="en-US" sz="2400" dirty="0" smtClean="0">
                <a:latin typeface="楷体_GB2312" pitchFamily="49" charset="-122"/>
              </a:rPr>
              <a:t>，但要</a:t>
            </a:r>
            <a:r>
              <a:rPr lang="zh-CN" altLang="en-US" sz="2400" dirty="0">
                <a:latin typeface="楷体_GB2312" pitchFamily="49" charset="-122"/>
              </a:rPr>
              <a:t>求节点网络层以上的各层使用相同或兼容的协议</a:t>
            </a:r>
            <a:r>
              <a:rPr lang="zh-CN" altLang="en-US" sz="2400" dirty="0" smtClean="0">
                <a:latin typeface="楷体_GB2312" pitchFamily="49" charset="-122"/>
              </a:rPr>
              <a:t>。</a:t>
            </a:r>
            <a:endParaRPr lang="en-US" altLang="zh-CN" sz="2400" dirty="0" smtClean="0">
              <a:latin typeface="楷体_GB2312" pitchFamily="49" charset="-122"/>
            </a:endParaRPr>
          </a:p>
        </p:txBody>
      </p:sp>
      <p:sp>
        <p:nvSpPr>
          <p:cNvPr id="4" name="灯片编号占位符 3"/>
          <p:cNvSpPr>
            <a:spLocks noGrp="1"/>
          </p:cNvSpPr>
          <p:nvPr>
            <p:ph type="sldNum" sz="quarter" idx="12"/>
          </p:nvPr>
        </p:nvSpPr>
        <p:spPr/>
        <p:txBody>
          <a:bodyPr/>
          <a:lstStyle/>
          <a:p>
            <a:pPr>
              <a:defRPr/>
            </a:pPr>
            <a:fld id="{70AECE11-A07B-4BDA-920A-F1E2704ECE0E}" type="slidenum">
              <a:rPr lang="zh-CN" altLang="en-US" smtClean="0"/>
              <a:pPr>
                <a:defRPr/>
              </a:pPr>
              <a:t>85</a:t>
            </a:fld>
            <a:endParaRPr lang="zh-CN" altLang="en-US" dirty="0"/>
          </a:p>
        </p:txBody>
      </p:sp>
    </p:spTree>
    <p:extLst>
      <p:ext uri="{BB962C8B-B14F-4D97-AF65-F5344CB8AC3E}">
        <p14:creationId xmlns:p14="http://schemas.microsoft.com/office/powerpoint/2010/main" val="3613622873"/>
      </p:ext>
    </p:extLst>
  </p:cSld>
  <p:clrMapOvr>
    <a:masterClrMapping/>
  </p:clrMapOvr>
  <p:transition spd="slow">
    <p:push dir="u"/>
  </p:transition>
  <p:timing>
    <p:tnLst>
      <p:par>
        <p:cTn id="1" dur="indefinite" restart="never" nodeType="tmRoot"/>
      </p:par>
    </p:tnLst>
  </p:timing>
</p:sld>
</file>

<file path=ppt/slides/slide8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6018" name="标题 1"/>
          <p:cNvSpPr>
            <a:spLocks noGrp="1"/>
          </p:cNvSpPr>
          <p:nvPr>
            <p:ph type="title"/>
          </p:nvPr>
        </p:nvSpPr>
        <p:spPr>
          <a:xfrm>
            <a:off x="107950" y="44450"/>
            <a:ext cx="7343775" cy="792163"/>
          </a:xfrm>
        </p:spPr>
        <p:txBody>
          <a:bodyPr/>
          <a:lstStyle/>
          <a:p>
            <a:r>
              <a:rPr lang="en-US" altLang="zh-CN" smtClean="0"/>
              <a:t>2.10 </a:t>
            </a:r>
            <a:r>
              <a:rPr lang="zh-CN" altLang="en-US" smtClean="0"/>
              <a:t>网络互连与通信参考模型</a:t>
            </a:r>
          </a:p>
        </p:txBody>
      </p:sp>
      <p:sp>
        <p:nvSpPr>
          <p:cNvPr id="86019" name="内容占位符 2"/>
          <p:cNvSpPr>
            <a:spLocks noGrp="1"/>
          </p:cNvSpPr>
          <p:nvPr>
            <p:ph idx="1"/>
          </p:nvPr>
        </p:nvSpPr>
        <p:spPr>
          <a:xfrm>
            <a:off x="107950" y="981075"/>
            <a:ext cx="8928100" cy="5102225"/>
          </a:xfrm>
        </p:spPr>
        <p:txBody>
          <a:bodyPr/>
          <a:lstStyle/>
          <a:p>
            <a:pPr algn="just"/>
            <a:r>
              <a:rPr lang="zh-CN" altLang="en-US" b="1" dirty="0" smtClean="0">
                <a:solidFill>
                  <a:srgbClr val="C00000"/>
                </a:solidFill>
              </a:rPr>
              <a:t>网关：</a:t>
            </a:r>
            <a:endParaRPr lang="en-US" altLang="zh-CN" b="1" dirty="0" smtClean="0">
              <a:solidFill>
                <a:srgbClr val="C00000"/>
              </a:solidFill>
            </a:endParaRPr>
          </a:p>
          <a:p>
            <a:pPr lvl="1" algn="just">
              <a:buFont typeface="Arial" panose="020B0604020202020204" pitchFamily="34" charset="0"/>
              <a:buChar char="•"/>
            </a:pPr>
            <a:r>
              <a:rPr lang="zh-CN" altLang="en-US" dirty="0" smtClean="0">
                <a:latin typeface="楷体_GB2312" pitchFamily="49" charset="-122"/>
              </a:rPr>
              <a:t>又被称为网间协议变换器。用以实现不同通信协议的网络之间的互连。</a:t>
            </a:r>
          </a:p>
          <a:p>
            <a:pPr lvl="1" algn="just">
              <a:buFont typeface="Arial" panose="020B0604020202020204" pitchFamily="34" charset="0"/>
              <a:buChar char="•"/>
            </a:pPr>
            <a:r>
              <a:rPr lang="zh-CN" altLang="en-US" dirty="0" smtClean="0">
                <a:latin typeface="楷体_GB2312" pitchFamily="49" charset="-122"/>
              </a:rPr>
              <a:t>网关在技术上与它所连接的两个网络的具体协议有关，用于不同网络间转换连接的网关是不相同的。</a:t>
            </a:r>
          </a:p>
          <a:p>
            <a:pPr lvl="1" algn="just">
              <a:buFont typeface="Arial" panose="020B0604020202020204" pitchFamily="34" charset="0"/>
              <a:buChar char="•"/>
            </a:pPr>
            <a:r>
              <a:rPr lang="zh-CN" altLang="en-US" dirty="0" smtClean="0">
                <a:latin typeface="楷体_GB2312" pitchFamily="49" charset="-122"/>
              </a:rPr>
              <a:t>允许在具有不同协议和报文组的两个网络之间传输数据。在工业数据通信中，最常见的应用就是把一个现场总线网络的信号送往另一个不同类型的现场总线网络</a:t>
            </a:r>
            <a:endParaRPr lang="zh-CN" altLang="en-US" b="1" dirty="0" smtClean="0">
              <a:solidFill>
                <a:srgbClr val="C00000"/>
              </a:solidFill>
            </a:endParaRPr>
          </a:p>
        </p:txBody>
      </p:sp>
      <p:sp>
        <p:nvSpPr>
          <p:cNvPr id="4" name="灯片编号占位符 3"/>
          <p:cNvSpPr>
            <a:spLocks noGrp="1"/>
          </p:cNvSpPr>
          <p:nvPr>
            <p:ph type="sldNum" sz="quarter" idx="12"/>
          </p:nvPr>
        </p:nvSpPr>
        <p:spPr/>
        <p:txBody>
          <a:bodyPr/>
          <a:lstStyle/>
          <a:p>
            <a:pPr>
              <a:defRPr/>
            </a:pPr>
            <a:fld id="{27741AF0-4955-4570-9B2A-04CDF9ABF1C1}" type="slidenum">
              <a:rPr lang="zh-CN" altLang="en-US" smtClean="0"/>
              <a:pPr>
                <a:defRPr/>
              </a:pPr>
              <a:t>86</a:t>
            </a:fld>
            <a:endParaRPr lang="zh-CN" altLang="en-US"/>
          </a:p>
        </p:txBody>
      </p:sp>
    </p:spTree>
    <p:extLst>
      <p:ext uri="{BB962C8B-B14F-4D97-AF65-F5344CB8AC3E}">
        <p14:creationId xmlns:p14="http://schemas.microsoft.com/office/powerpoint/2010/main" val="3338978676"/>
      </p:ext>
    </p:extLst>
  </p:cSld>
  <p:clrMapOvr>
    <a:masterClrMapping/>
  </p:clrMapOvr>
  <p:transition spd="slow">
    <p:push dir="u"/>
  </p:transition>
  <p:timing>
    <p:tnLst>
      <p:par>
        <p:cTn id="1" dur="indefinite" restart="never" nodeType="tmRoot"/>
      </p:par>
    </p:tnLst>
  </p:timing>
</p:sld>
</file>

<file path=ppt/theme/theme1.xml><?xml version="1.0" encoding="utf-8"?>
<a:theme xmlns:a="http://schemas.openxmlformats.org/drawingml/2006/main" name="Office 主题">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name="Office 主题​​">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12085</TotalTime>
  <Words>6075</Words>
  <Application>Microsoft Office PowerPoint</Application>
  <PresentationFormat>全屏显示(4:3)</PresentationFormat>
  <Paragraphs>659</Paragraphs>
  <Slides>86</Slides>
  <Notes>36</Notes>
  <HiddenSlides>0</HiddenSlides>
  <MMClips>0</MMClips>
  <ScaleCrop>false</ScaleCrop>
  <HeadingPairs>
    <vt:vector size="6" baseType="variant">
      <vt:variant>
        <vt:lpstr>主题</vt:lpstr>
      </vt:variant>
      <vt:variant>
        <vt:i4>1</vt:i4>
      </vt:variant>
      <vt:variant>
        <vt:lpstr>嵌入 OLE 服务器</vt:lpstr>
      </vt:variant>
      <vt:variant>
        <vt:i4>1</vt:i4>
      </vt:variant>
      <vt:variant>
        <vt:lpstr>幻灯片标题</vt:lpstr>
      </vt:variant>
      <vt:variant>
        <vt:i4>86</vt:i4>
      </vt:variant>
    </vt:vector>
  </HeadingPairs>
  <TitlesOfParts>
    <vt:vector size="88" baseType="lpstr">
      <vt:lpstr>Office 主题</vt:lpstr>
      <vt:lpstr>Visio</vt:lpstr>
      <vt:lpstr>第2章 数据通信与网络基础</vt:lpstr>
      <vt:lpstr>第2章 数据通信与网络基础</vt:lpstr>
      <vt:lpstr>2.1 基本术语</vt:lpstr>
      <vt:lpstr>2.1 基本术语</vt:lpstr>
      <vt:lpstr>2.1 基本术语</vt:lpstr>
      <vt:lpstr>第2章 数据通信与网络基础</vt:lpstr>
      <vt:lpstr>2.2 数据编码</vt:lpstr>
      <vt:lpstr>2.2 数据编码</vt:lpstr>
      <vt:lpstr>2.2 数据编码</vt:lpstr>
      <vt:lpstr>2.2 数据编码</vt:lpstr>
      <vt:lpstr>2.2 数据编码</vt:lpstr>
      <vt:lpstr>2.2 数据编码</vt:lpstr>
      <vt:lpstr>第2章 数据通信与网络基础</vt:lpstr>
      <vt:lpstr>2.3 数据传输方式</vt:lpstr>
      <vt:lpstr>2.3 数据传输方式</vt:lpstr>
      <vt:lpstr>2.3 数据传输方式</vt:lpstr>
      <vt:lpstr>第2章 数据通信与网络基础</vt:lpstr>
      <vt:lpstr>2.4 通信线路工作方式</vt:lpstr>
      <vt:lpstr>第2章 数据通信与网络基础</vt:lpstr>
      <vt:lpstr>2.5 信号传输模式</vt:lpstr>
      <vt:lpstr>第2章 数据通信与网络基础</vt:lpstr>
      <vt:lpstr>2.6 差错检测及校正</vt:lpstr>
      <vt:lpstr>2.6 差错检测及校正</vt:lpstr>
      <vt:lpstr>2.6 差错检测及校正</vt:lpstr>
      <vt:lpstr>2.6 差错检测及校正</vt:lpstr>
      <vt:lpstr>2.6 差错检测及校正</vt:lpstr>
      <vt:lpstr>2.6 差错检测及校正</vt:lpstr>
      <vt:lpstr>2.6 差错检测及校正</vt:lpstr>
      <vt:lpstr>第2章 数据通信与网络基础</vt:lpstr>
      <vt:lpstr>2.7网络拓扑结构</vt:lpstr>
      <vt:lpstr>2.7网络拓扑结构</vt:lpstr>
      <vt:lpstr>2.7网络拓扑结构</vt:lpstr>
      <vt:lpstr>2.7网络拓扑结构</vt:lpstr>
      <vt:lpstr>2.7网络拓扑结构</vt:lpstr>
      <vt:lpstr>第2章 数据通信与网络基础</vt:lpstr>
      <vt:lpstr>2.8 网络的传输介质</vt:lpstr>
      <vt:lpstr>2.8 网络的传输介质</vt:lpstr>
      <vt:lpstr>2.8 网络的传输介质</vt:lpstr>
      <vt:lpstr>2.8 网络的传输介质</vt:lpstr>
      <vt:lpstr>2.8 网络的传输介质</vt:lpstr>
      <vt:lpstr>2.8 网络的传输介质</vt:lpstr>
      <vt:lpstr>2.8 网络的传输介质</vt:lpstr>
      <vt:lpstr>2.8 网络的传输介质</vt:lpstr>
      <vt:lpstr>2.8 网络的传输介质</vt:lpstr>
      <vt:lpstr>2.8 网络的传输介质</vt:lpstr>
      <vt:lpstr>2.8 网络的传输介质</vt:lpstr>
      <vt:lpstr>2.8 网络的传输介质</vt:lpstr>
      <vt:lpstr>2.8 网络的传输介质</vt:lpstr>
      <vt:lpstr>第2章 数据通信与网络基础</vt:lpstr>
      <vt:lpstr>2.9 传输介质访问控制方式</vt:lpstr>
      <vt:lpstr>2.9 传输介质访问控制方式</vt:lpstr>
      <vt:lpstr>2.9 传输介质访问控制方式</vt:lpstr>
      <vt:lpstr>2.9 传输介质访问控制方式</vt:lpstr>
      <vt:lpstr>2.9 传输介质访问控制方式</vt:lpstr>
      <vt:lpstr>2.9 传输介质访问控制方式</vt:lpstr>
      <vt:lpstr>2.9 传输介质访问控制方式</vt:lpstr>
      <vt:lpstr>2.9 传输介质访问控制方式</vt:lpstr>
      <vt:lpstr>2.9 传输介质访问控制方式</vt:lpstr>
      <vt:lpstr>第2章 数据通信与网络基础</vt:lpstr>
      <vt:lpstr>2.10 网络互连与通信参考模型</vt:lpstr>
      <vt:lpstr>2.10 网络互连与通信参考模型</vt:lpstr>
      <vt:lpstr>2.10 网络互连与通信参考模型</vt:lpstr>
      <vt:lpstr>2.10 网络互连与通信参考模型</vt:lpstr>
      <vt:lpstr>2.10 网络互连与通信参考模型</vt:lpstr>
      <vt:lpstr>2.10 网络互连与通信参考模型</vt:lpstr>
      <vt:lpstr>2.10 网络互连与通信参考模型</vt:lpstr>
      <vt:lpstr>2.10 网络互连与通信参考模型</vt:lpstr>
      <vt:lpstr>2.10 网络互连与通信参考模型</vt:lpstr>
      <vt:lpstr>2.10 网络互连与通信参考模型</vt:lpstr>
      <vt:lpstr>2.10 网络互连与通信参考模型</vt:lpstr>
      <vt:lpstr>2.10 网络互连与通信参考模型</vt:lpstr>
      <vt:lpstr>2.10 网络互连与通信参考模型</vt:lpstr>
      <vt:lpstr>2.10 网络互连与通信参考模型</vt:lpstr>
      <vt:lpstr>2.10 网络互连与通信参考模型</vt:lpstr>
      <vt:lpstr>2.10 网络互连与通信参考模型</vt:lpstr>
      <vt:lpstr>2.10 网络互连与通信参考模型</vt:lpstr>
      <vt:lpstr>2.10 网络互连与通信参考模型</vt:lpstr>
      <vt:lpstr>2.10 网络互连与通信参考模型</vt:lpstr>
      <vt:lpstr>2.10 网络互连与通信参考模型</vt:lpstr>
      <vt:lpstr>2.10 网络互连与通信参考模型</vt:lpstr>
      <vt:lpstr>2.10 网络互连与通信参考模型</vt:lpstr>
      <vt:lpstr>2.10 网络互连与通信参考模型</vt:lpstr>
      <vt:lpstr>2.10 网络互连与通信参考模型</vt:lpstr>
      <vt:lpstr>2.10 网络互连与通信参考模型</vt:lpstr>
      <vt:lpstr>2.10 网络互连与通信参考模型</vt:lpstr>
      <vt:lpstr>2.10 网络互连与通信参考模型</vt:lpstr>
    </vt:vector>
  </TitlesOfParts>
  <LinksUpToDate>false</LinksUpToDate>
  <SharedDoc>false</SharedDoc>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演示文稿</dc:title>
  <dc:creator>Zachary</dc:creator>
  <cp:lastModifiedBy>Windows User</cp:lastModifiedBy>
  <cp:revision>1243</cp:revision>
  <dcterms:modified xsi:type="dcterms:W3CDTF">2016-09-25T03:44:19Z</dcterms:modified>
</cp:coreProperties>
</file>